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71" r:id="rId4"/>
    <p:sldId id="258" r:id="rId5"/>
    <p:sldId id="259" r:id="rId6"/>
    <p:sldId id="260" r:id="rId7"/>
    <p:sldId id="264" r:id="rId8"/>
    <p:sldId id="263" r:id="rId9"/>
    <p:sldId id="261" r:id="rId10"/>
    <p:sldId id="262" r:id="rId11"/>
    <p:sldId id="267" r:id="rId12"/>
    <p:sldId id="270" r:id="rId13"/>
    <p:sldId id="265" r:id="rId14"/>
    <p:sldId id="268" r:id="rId15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1496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18E037-B86E-9040-A269-4002B7AED4B9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127E1E-F3E9-A740-9F37-DBD98CBBCE98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PolSARproSim</a:t>
          </a:r>
        </a:p>
      </dgm:t>
    </dgm:pt>
    <dgm:pt modelId="{8E50A873-76F6-814A-BFD4-EAF527417B8C}" type="parTrans" cxnId="{F36BA248-8BC5-AD40-87A3-7DD734E91C94}">
      <dgm:prSet/>
      <dgm:spPr/>
      <dgm:t>
        <a:bodyPr/>
        <a:lstStyle/>
        <a:p>
          <a:endParaRPr lang="en-US"/>
        </a:p>
      </dgm:t>
    </dgm:pt>
    <dgm:pt modelId="{D03731CE-E509-E543-A704-739FB3EA0D6F}" type="sibTrans" cxnId="{F36BA248-8BC5-AD40-87A3-7DD734E91C94}">
      <dgm:prSet/>
      <dgm:spPr/>
      <dgm:t>
        <a:bodyPr/>
        <a:lstStyle/>
        <a:p>
          <a:endParaRPr lang="en-US"/>
        </a:p>
      </dgm:t>
    </dgm:pt>
    <dgm:pt modelId="{4C91E8D4-6313-8B4C-9AF8-4D5E581B3E6C}">
      <dgm:prSet phldrT="[Text]"/>
      <dgm:spPr/>
      <dgm:t>
        <a:bodyPr/>
        <a:lstStyle/>
        <a:p>
          <a:r>
            <a:rPr lang="en-US" dirty="0" smtClean="0"/>
            <a:t>Clean up and Initialize SAR images</a:t>
          </a:r>
        </a:p>
      </dgm:t>
    </dgm:pt>
    <dgm:pt modelId="{4FA9B28E-55AD-F94B-9A98-11EF000933B1}" type="parTrans" cxnId="{BC630343-D7C1-2B40-BE40-64A1652D29DE}">
      <dgm:prSet/>
      <dgm:spPr/>
      <dgm:t>
        <a:bodyPr/>
        <a:lstStyle/>
        <a:p>
          <a:endParaRPr lang="en-US"/>
        </a:p>
      </dgm:t>
    </dgm:pt>
    <dgm:pt modelId="{882A1849-BE86-C54B-8608-AC9664473370}" type="sibTrans" cxnId="{BC630343-D7C1-2B40-BE40-64A1652D29DE}">
      <dgm:prSet/>
      <dgm:spPr/>
      <dgm:t>
        <a:bodyPr/>
        <a:lstStyle/>
        <a:p>
          <a:endParaRPr lang="en-US"/>
        </a:p>
      </dgm:t>
    </dgm:pt>
    <dgm:pt modelId="{DB717E52-9950-434F-BEA9-44D52A63C062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rgbClr val="000000"/>
              </a:solidFill>
            </a:rPr>
            <a:t>For each Track</a:t>
          </a:r>
        </a:p>
      </dgm:t>
    </dgm:pt>
    <dgm:pt modelId="{C977DE3A-1E23-AB40-BA81-8284B3C2966E}" type="parTrans" cxnId="{8D2E529D-D8BE-E747-BF29-C9E064D83764}">
      <dgm:prSet/>
      <dgm:spPr/>
      <dgm:t>
        <a:bodyPr/>
        <a:lstStyle/>
        <a:p>
          <a:endParaRPr lang="en-US"/>
        </a:p>
      </dgm:t>
    </dgm:pt>
    <dgm:pt modelId="{82A31C39-CCD6-2743-888E-D6FE19510F60}" type="sibTrans" cxnId="{8D2E529D-D8BE-E747-BF29-C9E064D83764}">
      <dgm:prSet/>
      <dgm:spPr/>
      <dgm:t>
        <a:bodyPr/>
        <a:lstStyle/>
        <a:p>
          <a:endParaRPr lang="en-US"/>
        </a:p>
      </dgm:t>
    </dgm:pt>
    <dgm:pt modelId="{05ABB118-668E-0E4A-AE1E-E00D4470CE9C}">
      <dgm:prSet phldrT="[Text]"/>
      <dgm:spPr/>
      <dgm:t>
        <a:bodyPr/>
        <a:lstStyle/>
        <a:p>
          <a:r>
            <a:rPr lang="en-US" dirty="0" smtClean="0"/>
            <a:t>Inputs and Initialization </a:t>
          </a:r>
        </a:p>
      </dgm:t>
    </dgm:pt>
    <dgm:pt modelId="{44CB8E94-6040-494A-A58C-FAF86D6C6CA6}" type="parTrans" cxnId="{3637E0DF-562E-5940-9CEB-FB1F04430078}">
      <dgm:prSet/>
      <dgm:spPr/>
      <dgm:t>
        <a:bodyPr/>
        <a:lstStyle/>
        <a:p>
          <a:endParaRPr lang="en-US"/>
        </a:p>
      </dgm:t>
    </dgm:pt>
    <dgm:pt modelId="{0C98EAFF-CE47-FD41-9167-D75B6DBF60CA}" type="sibTrans" cxnId="{3637E0DF-562E-5940-9CEB-FB1F04430078}">
      <dgm:prSet/>
      <dgm:spPr/>
      <dgm:t>
        <a:bodyPr/>
        <a:lstStyle/>
        <a:p>
          <a:endParaRPr lang="en-US"/>
        </a:p>
      </dgm:t>
    </dgm:pt>
    <dgm:pt modelId="{824D0C7A-EE20-3947-AB23-0DA236756437}">
      <dgm:prSet phldrT="[Text]"/>
      <dgm:spPr/>
      <dgm:t>
        <a:bodyPr/>
        <a:lstStyle/>
        <a:p>
          <a:r>
            <a:rPr lang="en-US" dirty="0" smtClean="0"/>
            <a:t>Create Stem Map</a:t>
          </a:r>
        </a:p>
      </dgm:t>
    </dgm:pt>
    <dgm:pt modelId="{450209C3-E9B4-0547-B563-6EDDD4D1F423}" type="parTrans" cxnId="{D4B19767-2C47-4748-A1C5-0768F5AA059A}">
      <dgm:prSet/>
      <dgm:spPr/>
      <dgm:t>
        <a:bodyPr/>
        <a:lstStyle/>
        <a:p>
          <a:endParaRPr lang="en-US"/>
        </a:p>
      </dgm:t>
    </dgm:pt>
    <dgm:pt modelId="{19CB3698-2CB2-E24E-9E5D-7E5657B11A8C}" type="sibTrans" cxnId="{D4B19767-2C47-4748-A1C5-0768F5AA059A}">
      <dgm:prSet/>
      <dgm:spPr/>
      <dgm:t>
        <a:bodyPr/>
        <a:lstStyle/>
        <a:p>
          <a:endParaRPr lang="en-US"/>
        </a:p>
      </dgm:t>
    </dgm:pt>
    <dgm:pt modelId="{F4800DA5-1D42-2744-886F-D03BD7EFE77C}">
      <dgm:prSet phldrT="[Text]"/>
      <dgm:spPr/>
      <dgm:t>
        <a:bodyPr/>
        <a:lstStyle/>
        <a:p>
          <a:r>
            <a:rPr lang="en-US" dirty="0" smtClean="0"/>
            <a:t>Create Forest Image</a:t>
          </a:r>
        </a:p>
        <a:p>
          <a:r>
            <a:rPr lang="en-US" dirty="0" smtClean="0"/>
            <a:t>(for visualization)</a:t>
          </a:r>
        </a:p>
      </dgm:t>
    </dgm:pt>
    <dgm:pt modelId="{7A2AFB4E-64BD-DB41-BF83-3D2C59DCC08E}" type="parTrans" cxnId="{DD32E9EE-A5CC-9749-B7F7-40ED01FB38B0}">
      <dgm:prSet/>
      <dgm:spPr/>
      <dgm:t>
        <a:bodyPr/>
        <a:lstStyle/>
        <a:p>
          <a:endParaRPr lang="en-US"/>
        </a:p>
      </dgm:t>
    </dgm:pt>
    <dgm:pt modelId="{4A104CD2-C592-4442-802F-7C447B5F0781}" type="sibTrans" cxnId="{DD32E9EE-A5CC-9749-B7F7-40ED01FB38B0}">
      <dgm:prSet/>
      <dgm:spPr/>
      <dgm:t>
        <a:bodyPr/>
        <a:lstStyle/>
        <a:p>
          <a:endParaRPr lang="en-US"/>
        </a:p>
      </dgm:t>
    </dgm:pt>
    <dgm:pt modelId="{BC2F5731-72F8-5C43-89A0-1D580F5233AB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US" dirty="0" smtClean="0"/>
            <a:t>Calculate Effective Permittivities</a:t>
          </a:r>
        </a:p>
      </dgm:t>
    </dgm:pt>
    <dgm:pt modelId="{A733D4DB-A0C5-9443-995A-80ED44DF8774}" type="parTrans" cxnId="{0D783CF5-71BA-0945-988C-2FB98E806D66}">
      <dgm:prSet/>
      <dgm:spPr/>
      <dgm:t>
        <a:bodyPr/>
        <a:lstStyle/>
        <a:p>
          <a:endParaRPr lang="en-US"/>
        </a:p>
      </dgm:t>
    </dgm:pt>
    <dgm:pt modelId="{C2A62ADA-7227-BE46-ABAD-3BC30280A6EB}" type="sibTrans" cxnId="{0D783CF5-71BA-0945-988C-2FB98E806D66}">
      <dgm:prSet/>
      <dgm:spPr/>
      <dgm:t>
        <a:bodyPr/>
        <a:lstStyle/>
        <a:p>
          <a:endParaRPr lang="en-US"/>
        </a:p>
      </dgm:t>
    </dgm:pt>
    <dgm:pt modelId="{960D1636-FC37-0845-B5D1-60C993599F94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US" dirty="0" smtClean="0"/>
            <a:t>Calculate Attenuation Map</a:t>
          </a:r>
        </a:p>
        <a:p>
          <a:r>
            <a:rPr lang="en-US" dirty="0" smtClean="0"/>
            <a:t>(ALUT)</a:t>
          </a:r>
        </a:p>
      </dgm:t>
    </dgm:pt>
    <dgm:pt modelId="{E489CF8D-5AD8-4843-A945-A39FDFCB78C9}" type="parTrans" cxnId="{05BD8942-22BE-8B4E-B4F6-9DDC4C693063}">
      <dgm:prSet/>
      <dgm:spPr/>
      <dgm:t>
        <a:bodyPr/>
        <a:lstStyle/>
        <a:p>
          <a:endParaRPr lang="en-US"/>
        </a:p>
      </dgm:t>
    </dgm:pt>
    <dgm:pt modelId="{7C352FDB-736B-EC4A-8133-207C78BC054C}" type="sibTrans" cxnId="{05BD8942-22BE-8B4E-B4F6-9DDC4C693063}">
      <dgm:prSet/>
      <dgm:spPr/>
      <dgm:t>
        <a:bodyPr/>
        <a:lstStyle/>
        <a:p>
          <a:endParaRPr lang="en-US"/>
        </a:p>
      </dgm:t>
    </dgm:pt>
    <dgm:pt modelId="{E5302822-673B-794F-A9CE-D5933AFD9219}">
      <dgm:prSet phldrT="[Text]"/>
      <dgm:spPr/>
      <dgm:t>
        <a:bodyPr/>
        <a:lstStyle/>
        <a:p>
          <a:r>
            <a:rPr lang="en-US" dirty="0" smtClean="0"/>
            <a:t>Create DEM</a:t>
          </a:r>
        </a:p>
      </dgm:t>
    </dgm:pt>
    <dgm:pt modelId="{120CB7F9-C1EC-BF43-B160-AA45F96441B1}" type="parTrans" cxnId="{46F81BE9-C783-5C4C-9F18-877B07C913DD}">
      <dgm:prSet/>
      <dgm:spPr/>
      <dgm:t>
        <a:bodyPr/>
        <a:lstStyle/>
        <a:p>
          <a:endParaRPr lang="en-US"/>
        </a:p>
      </dgm:t>
    </dgm:pt>
    <dgm:pt modelId="{D857C9D0-92C9-A04D-9A32-928B403444AC}" type="sibTrans" cxnId="{46F81BE9-C783-5C4C-9F18-877B07C913DD}">
      <dgm:prSet/>
      <dgm:spPr/>
      <dgm:t>
        <a:bodyPr/>
        <a:lstStyle/>
        <a:p>
          <a:endParaRPr lang="en-US"/>
        </a:p>
      </dgm:t>
    </dgm:pt>
    <dgm:pt modelId="{C459BC37-B25C-A44E-B56E-7D33278D1EEE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US" dirty="0" smtClean="0"/>
            <a:t>Calculate Direct Ground Scattering</a:t>
          </a:r>
        </a:p>
      </dgm:t>
    </dgm:pt>
    <dgm:pt modelId="{2C7B8636-B9B2-0946-8C59-2BFCC48F7EB4}" type="parTrans" cxnId="{6E28B93E-2C46-B44D-8379-0AEEDAA97B36}">
      <dgm:prSet/>
      <dgm:spPr/>
      <dgm:t>
        <a:bodyPr/>
        <a:lstStyle/>
        <a:p>
          <a:endParaRPr lang="en-US"/>
        </a:p>
      </dgm:t>
    </dgm:pt>
    <dgm:pt modelId="{06ED8C72-CCD9-4741-963B-21821DF7CB52}" type="sibTrans" cxnId="{6E28B93E-2C46-B44D-8379-0AEEDAA97B36}">
      <dgm:prSet/>
      <dgm:spPr/>
      <dgm:t>
        <a:bodyPr/>
        <a:lstStyle/>
        <a:p>
          <a:endParaRPr lang="en-US"/>
        </a:p>
      </dgm:t>
    </dgm:pt>
    <dgm:pt modelId="{F0722DB4-BE6F-F048-8F0B-52C8A595A600}">
      <dgm:prSet phldrT="[Text]"/>
      <dgm:spPr>
        <a:solidFill>
          <a:schemeClr val="accent4">
            <a:lumMod val="40000"/>
            <a:lumOff val="60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 smtClean="0"/>
            <a:t>Calculate Direct Short Vegetation Scattering</a:t>
          </a:r>
        </a:p>
      </dgm:t>
    </dgm:pt>
    <dgm:pt modelId="{629D2C07-DA2B-A044-9353-52ECB5DD58BF}" type="parTrans" cxnId="{4CB23100-B764-E84E-9E6F-80B17CD4DECF}">
      <dgm:prSet/>
      <dgm:spPr/>
      <dgm:t>
        <a:bodyPr/>
        <a:lstStyle/>
        <a:p>
          <a:endParaRPr lang="en-US"/>
        </a:p>
      </dgm:t>
    </dgm:pt>
    <dgm:pt modelId="{F718ECB3-9B46-EB49-9526-88DA75AAA239}" type="sibTrans" cxnId="{4CB23100-B764-E84E-9E6F-80B17CD4DECF}">
      <dgm:prSet/>
      <dgm:spPr/>
      <dgm:t>
        <a:bodyPr/>
        <a:lstStyle/>
        <a:p>
          <a:endParaRPr lang="en-US"/>
        </a:p>
      </dgm:t>
    </dgm:pt>
    <dgm:pt modelId="{2F139558-799A-4A4E-84E1-70D37AAED36D}">
      <dgm:prSet phldrT="[Text]"/>
      <dgm:spPr>
        <a:solidFill>
          <a:schemeClr val="accent3">
            <a:lumMod val="40000"/>
            <a:lumOff val="60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 smtClean="0"/>
            <a:t>Calculate Direct Forest Scattering</a:t>
          </a:r>
        </a:p>
      </dgm:t>
    </dgm:pt>
    <dgm:pt modelId="{996729B7-B400-E24F-A9FE-544D06DEA728}" type="parTrans" cxnId="{49814D2C-8FC1-D148-9C25-69FA2084DBA1}">
      <dgm:prSet/>
      <dgm:spPr/>
      <dgm:t>
        <a:bodyPr/>
        <a:lstStyle/>
        <a:p>
          <a:endParaRPr lang="en-US"/>
        </a:p>
      </dgm:t>
    </dgm:pt>
    <dgm:pt modelId="{9834AEA9-7D41-7E43-B456-04BF2A090D8D}" type="sibTrans" cxnId="{49814D2C-8FC1-D148-9C25-69FA2084DBA1}">
      <dgm:prSet/>
      <dgm:spPr/>
      <dgm:t>
        <a:bodyPr/>
        <a:lstStyle/>
        <a:p>
          <a:endParaRPr lang="en-US"/>
        </a:p>
      </dgm:t>
    </dgm:pt>
    <dgm:pt modelId="{513A27C5-F064-D647-A3A8-5363E49E400B}">
      <dgm:prSet phldrT="[Text]"/>
      <dgm:spPr/>
      <dgm:t>
        <a:bodyPr/>
        <a:lstStyle/>
        <a:p>
          <a:r>
            <a:rPr lang="en-US" dirty="0" smtClean="0"/>
            <a:t>Write Images and Clean up</a:t>
          </a:r>
        </a:p>
      </dgm:t>
    </dgm:pt>
    <dgm:pt modelId="{7DB8196F-CD90-2842-BA76-721CBF2AE19D}" type="parTrans" cxnId="{BA0D2010-D142-0E49-8354-566334987486}">
      <dgm:prSet/>
      <dgm:spPr/>
      <dgm:t>
        <a:bodyPr/>
        <a:lstStyle/>
        <a:p>
          <a:endParaRPr lang="en-US"/>
        </a:p>
      </dgm:t>
    </dgm:pt>
    <dgm:pt modelId="{4AD431F5-7762-5B47-89C4-FA4CCB33A9AA}" type="sibTrans" cxnId="{BA0D2010-D142-0E49-8354-566334987486}">
      <dgm:prSet/>
      <dgm:spPr/>
      <dgm:t>
        <a:bodyPr/>
        <a:lstStyle/>
        <a:p>
          <a:endParaRPr lang="en-US"/>
        </a:p>
      </dgm:t>
    </dgm:pt>
    <dgm:pt modelId="{2E590367-6AD4-4449-BD0C-27DE1FF28230}">
      <dgm:prSet phldrT="[Text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For each tree</a:t>
          </a:r>
        </a:p>
      </dgm:t>
    </dgm:pt>
    <dgm:pt modelId="{2370A48F-683F-8847-AFDD-02347086EDBC}" type="parTrans" cxnId="{A3B54C6E-8421-1E4B-A8CE-A92BC70ED8B2}">
      <dgm:prSet/>
      <dgm:spPr/>
      <dgm:t>
        <a:bodyPr/>
        <a:lstStyle/>
        <a:p>
          <a:endParaRPr lang="en-US"/>
        </a:p>
      </dgm:t>
    </dgm:pt>
    <dgm:pt modelId="{6DAA6D44-6F26-8548-903E-B85D00FB9822}" type="sibTrans" cxnId="{A3B54C6E-8421-1E4B-A8CE-A92BC70ED8B2}">
      <dgm:prSet/>
      <dgm:spPr/>
      <dgm:t>
        <a:bodyPr/>
        <a:lstStyle/>
        <a:p>
          <a:endParaRPr lang="en-US"/>
        </a:p>
      </dgm:t>
    </dgm:pt>
    <dgm:pt modelId="{FC6301AC-C5FA-844B-88B3-F12A94BAC23B}">
      <dgm:prSet phldrT="[Text]"/>
      <dgm:spPr>
        <a:solidFill>
          <a:schemeClr val="bg1"/>
        </a:solidFill>
      </dgm:spPr>
      <dgm:t>
        <a:bodyPr/>
        <a:lstStyle/>
        <a:p>
          <a:r>
            <a:rPr lang="en-US" dirty="0" smtClean="0"/>
            <a:t>Primary Branch Scattering</a:t>
          </a:r>
        </a:p>
      </dgm:t>
    </dgm:pt>
    <dgm:pt modelId="{0C9329DA-8314-8745-813C-AD93E3BB447D}" type="parTrans" cxnId="{22B16A15-3437-8546-9CB5-36281F5F2D96}">
      <dgm:prSet/>
      <dgm:spPr/>
      <dgm:t>
        <a:bodyPr/>
        <a:lstStyle/>
        <a:p>
          <a:endParaRPr lang="en-US"/>
        </a:p>
      </dgm:t>
    </dgm:pt>
    <dgm:pt modelId="{7763E2A4-2F3A-914C-BD30-90B02F931B7E}" type="sibTrans" cxnId="{22B16A15-3437-8546-9CB5-36281F5F2D96}">
      <dgm:prSet/>
      <dgm:spPr/>
      <dgm:t>
        <a:bodyPr/>
        <a:lstStyle/>
        <a:p>
          <a:endParaRPr lang="en-US"/>
        </a:p>
      </dgm:t>
    </dgm:pt>
    <dgm:pt modelId="{7505156C-3FC4-1C44-A4C6-030371DE4A93}">
      <dgm:prSet phldrT="[Text]"/>
      <dgm:spPr/>
      <dgm:t>
        <a:bodyPr/>
        <a:lstStyle/>
        <a:p>
          <a:r>
            <a:rPr lang="en-US" dirty="0" smtClean="0"/>
            <a:t>Secondary Branch Scattering</a:t>
          </a:r>
        </a:p>
      </dgm:t>
    </dgm:pt>
    <dgm:pt modelId="{D893E685-59C1-EC47-A3BB-C51EAD7F18AD}" type="parTrans" cxnId="{7C0AFAF8-C77B-B545-8D5B-402CB6AF24DB}">
      <dgm:prSet/>
      <dgm:spPr/>
      <dgm:t>
        <a:bodyPr/>
        <a:lstStyle/>
        <a:p>
          <a:endParaRPr lang="en-US"/>
        </a:p>
      </dgm:t>
    </dgm:pt>
    <dgm:pt modelId="{CA403CE9-30F9-5147-9E7A-49DF932E224D}" type="sibTrans" cxnId="{7C0AFAF8-C77B-B545-8D5B-402CB6AF24DB}">
      <dgm:prSet/>
      <dgm:spPr/>
      <dgm:t>
        <a:bodyPr/>
        <a:lstStyle/>
        <a:p>
          <a:endParaRPr lang="en-US"/>
        </a:p>
      </dgm:t>
    </dgm:pt>
    <dgm:pt modelId="{FBA5408E-4077-2B40-B646-D908222BC38D}">
      <dgm:prSet phldrT="[Text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dirty="0" smtClean="0">
              <a:solidFill>
                <a:srgbClr val="000000"/>
              </a:solidFill>
            </a:rPr>
            <a:t>For each Branch or Stem</a:t>
          </a:r>
        </a:p>
      </dgm:t>
    </dgm:pt>
    <dgm:pt modelId="{DAC687F9-DBB5-104D-BE87-0BD3F74CAF44}" type="parTrans" cxnId="{22519FF9-15B4-D945-B173-DEC05C671E09}">
      <dgm:prSet/>
      <dgm:spPr/>
      <dgm:t>
        <a:bodyPr/>
        <a:lstStyle/>
        <a:p>
          <a:endParaRPr lang="en-US"/>
        </a:p>
      </dgm:t>
    </dgm:pt>
    <dgm:pt modelId="{DC16B0B3-441D-FA4E-B59E-375165904DC1}" type="sibTrans" cxnId="{22519FF9-15B4-D945-B173-DEC05C671E09}">
      <dgm:prSet/>
      <dgm:spPr/>
      <dgm:t>
        <a:bodyPr/>
        <a:lstStyle/>
        <a:p>
          <a:endParaRPr lang="en-US"/>
        </a:p>
      </dgm:t>
    </dgm:pt>
    <dgm:pt modelId="{BAFF00F1-B13F-8B44-BA9E-57EA26C081C0}">
      <dgm:prSet phldrT="[Text]"/>
      <dgm:spPr/>
      <dgm:t>
        <a:bodyPr/>
        <a:lstStyle/>
        <a:p>
          <a:r>
            <a:rPr lang="en-US" dirty="0" smtClean="0"/>
            <a:t>Simulate scattering from cylinder (use the ALUT)</a:t>
          </a:r>
        </a:p>
      </dgm:t>
    </dgm:pt>
    <dgm:pt modelId="{C1DFC649-F2C7-1C4B-9494-E5564FB6FC9E}" type="parTrans" cxnId="{15575FFD-A854-7644-85D8-EB4F2C79A859}">
      <dgm:prSet/>
      <dgm:spPr/>
      <dgm:t>
        <a:bodyPr/>
        <a:lstStyle/>
        <a:p>
          <a:endParaRPr lang="en-US"/>
        </a:p>
      </dgm:t>
    </dgm:pt>
    <dgm:pt modelId="{EDBCDF45-E358-9C46-AA5A-1F38209388A9}" type="sibTrans" cxnId="{15575FFD-A854-7644-85D8-EB4F2C79A859}">
      <dgm:prSet/>
      <dgm:spPr/>
      <dgm:t>
        <a:bodyPr/>
        <a:lstStyle/>
        <a:p>
          <a:endParaRPr lang="en-US"/>
        </a:p>
      </dgm:t>
    </dgm:pt>
    <dgm:pt modelId="{77150C09-5F86-E24F-A588-F2C222D91207}">
      <dgm:prSet phldrT="[Text]"/>
      <dgm:spPr/>
      <dgm:t>
        <a:bodyPr/>
        <a:lstStyle/>
        <a:p>
          <a:r>
            <a:rPr lang="en-US" dirty="0" smtClean="0"/>
            <a:t>Accumulate Scattered field into SAR image for HH, HV, VV polarization</a:t>
          </a:r>
        </a:p>
      </dgm:t>
    </dgm:pt>
    <dgm:pt modelId="{4D023F79-32F6-A74E-B727-DACAB95130BD}" type="parTrans" cxnId="{84027279-EC0A-8E46-8CEB-C6E63DB5E49C}">
      <dgm:prSet/>
      <dgm:spPr/>
      <dgm:t>
        <a:bodyPr/>
        <a:lstStyle/>
        <a:p>
          <a:endParaRPr lang="en-US"/>
        </a:p>
      </dgm:t>
    </dgm:pt>
    <dgm:pt modelId="{5B801FD3-3CD6-1144-B75D-666F125B98B8}" type="sibTrans" cxnId="{84027279-EC0A-8E46-8CEB-C6E63DB5E49C}">
      <dgm:prSet/>
      <dgm:spPr/>
      <dgm:t>
        <a:bodyPr/>
        <a:lstStyle/>
        <a:p>
          <a:endParaRPr lang="en-US"/>
        </a:p>
      </dgm:t>
    </dgm:pt>
    <dgm:pt modelId="{56C1872E-84D2-AA4F-B6C6-10CBDE95DCFF}">
      <dgm:prSet phldrT="[Text]"/>
      <dgm:spPr>
        <a:solidFill>
          <a:schemeClr val="accent3">
            <a:lumMod val="40000"/>
            <a:lumOff val="60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 smtClean="0"/>
            <a:t>Calculate Indirect (bounce) Forest Scattering</a:t>
          </a:r>
        </a:p>
      </dgm:t>
    </dgm:pt>
    <dgm:pt modelId="{59371E1C-3EA2-0140-90A4-19807475D6C2}" type="parTrans" cxnId="{131E571A-E704-2948-89CE-B5AFDEC4DC5A}">
      <dgm:prSet/>
      <dgm:spPr/>
      <dgm:t>
        <a:bodyPr/>
        <a:lstStyle/>
        <a:p>
          <a:endParaRPr lang="en-US"/>
        </a:p>
      </dgm:t>
    </dgm:pt>
    <dgm:pt modelId="{7B4EC022-EE8D-A74B-BD37-8711ED5838A3}" type="sibTrans" cxnId="{131E571A-E704-2948-89CE-B5AFDEC4DC5A}">
      <dgm:prSet/>
      <dgm:spPr/>
      <dgm:t>
        <a:bodyPr/>
        <a:lstStyle/>
        <a:p>
          <a:endParaRPr lang="en-US"/>
        </a:p>
      </dgm:t>
    </dgm:pt>
    <dgm:pt modelId="{33CDD461-C314-AE45-B3B9-8BD1CF55FB7E}">
      <dgm:prSet phldrT="[Text]"/>
      <dgm:spPr>
        <a:solidFill>
          <a:schemeClr val="accent4">
            <a:lumMod val="40000"/>
            <a:lumOff val="60000"/>
          </a:schemeClr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 smtClean="0"/>
            <a:t>Calculate Indirect (bounce) Short Vegetation Scattering</a:t>
          </a:r>
        </a:p>
      </dgm:t>
    </dgm:pt>
    <dgm:pt modelId="{E28D84DE-FDF9-2F42-B3F9-C5A07E56B262}" type="parTrans" cxnId="{0D1A860F-AB3C-7B41-8F76-FA2308A24050}">
      <dgm:prSet/>
      <dgm:spPr/>
      <dgm:t>
        <a:bodyPr/>
        <a:lstStyle/>
        <a:p>
          <a:endParaRPr lang="en-US"/>
        </a:p>
      </dgm:t>
    </dgm:pt>
    <dgm:pt modelId="{17248675-C36A-904D-82E7-6039822DFA7A}" type="sibTrans" cxnId="{0D1A860F-AB3C-7B41-8F76-FA2308A24050}">
      <dgm:prSet/>
      <dgm:spPr/>
      <dgm:t>
        <a:bodyPr/>
        <a:lstStyle/>
        <a:p>
          <a:endParaRPr lang="en-US"/>
        </a:p>
      </dgm:t>
    </dgm:pt>
    <dgm:pt modelId="{2E5D8F50-57AD-0A4C-92B5-C1154757A29D}">
      <dgm:prSet phldrT="[Text]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dirty="0" smtClean="0"/>
            <a:t>Tertiary Branch Scattering</a:t>
          </a:r>
        </a:p>
      </dgm:t>
    </dgm:pt>
    <dgm:pt modelId="{13FDC9EB-C2CB-5048-8089-4B009C3C545A}" type="parTrans" cxnId="{49A2A376-1E3A-944D-9636-0E082D9A45A5}">
      <dgm:prSet/>
      <dgm:spPr/>
      <dgm:t>
        <a:bodyPr/>
        <a:lstStyle/>
        <a:p>
          <a:endParaRPr lang="en-US"/>
        </a:p>
      </dgm:t>
    </dgm:pt>
    <dgm:pt modelId="{85AEF1BD-4850-DA4B-A6F1-052CD5233C6F}" type="sibTrans" cxnId="{49A2A376-1E3A-944D-9636-0E082D9A45A5}">
      <dgm:prSet/>
      <dgm:spPr/>
      <dgm:t>
        <a:bodyPr/>
        <a:lstStyle/>
        <a:p>
          <a:endParaRPr lang="en-US"/>
        </a:p>
      </dgm:t>
    </dgm:pt>
    <dgm:pt modelId="{E779AF87-FB55-6949-8371-EBF8959F3246}">
      <dgm:prSet phldrT="[Text]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dirty="0" smtClean="0"/>
            <a:t>Foliage Scattering</a:t>
          </a:r>
        </a:p>
      </dgm:t>
    </dgm:pt>
    <dgm:pt modelId="{0081F730-B4C9-764E-A88F-529837966675}" type="parTrans" cxnId="{1DF82875-8D7B-7841-B668-063A82376B2B}">
      <dgm:prSet/>
      <dgm:spPr/>
      <dgm:t>
        <a:bodyPr/>
        <a:lstStyle/>
        <a:p>
          <a:endParaRPr lang="en-US"/>
        </a:p>
      </dgm:t>
    </dgm:pt>
    <dgm:pt modelId="{AF45941D-14BA-0649-AF03-878F32520D26}" type="sibTrans" cxnId="{1DF82875-8D7B-7841-B668-063A82376B2B}">
      <dgm:prSet/>
      <dgm:spPr/>
      <dgm:t>
        <a:bodyPr/>
        <a:lstStyle/>
        <a:p>
          <a:endParaRPr lang="en-US"/>
        </a:p>
      </dgm:t>
    </dgm:pt>
    <dgm:pt modelId="{705167E7-AC33-8140-B048-E1839606A987}">
      <dgm:prSet phldrT="[Text]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Stem Scattering</a:t>
          </a:r>
        </a:p>
      </dgm:t>
    </dgm:pt>
    <dgm:pt modelId="{7EA61405-0429-0E42-8672-D8D7CEF48114}" type="parTrans" cxnId="{404A756E-D55E-A048-83A2-F2822DEA1273}">
      <dgm:prSet/>
      <dgm:spPr/>
      <dgm:t>
        <a:bodyPr/>
        <a:lstStyle/>
        <a:p>
          <a:endParaRPr lang="en-US"/>
        </a:p>
      </dgm:t>
    </dgm:pt>
    <dgm:pt modelId="{940C07F4-9761-9A40-8FF8-075A28DB1A4A}" type="sibTrans" cxnId="{404A756E-D55E-A048-83A2-F2822DEA1273}">
      <dgm:prSet/>
      <dgm:spPr/>
      <dgm:t>
        <a:bodyPr/>
        <a:lstStyle/>
        <a:p>
          <a:endParaRPr lang="en-US"/>
        </a:p>
      </dgm:t>
    </dgm:pt>
    <dgm:pt modelId="{92428456-074C-594B-8A00-01AD267C732A}">
      <dgm:prSet phldrT="[Text]"/>
      <dgm:spPr>
        <a:solidFill>
          <a:schemeClr val="bg1"/>
        </a:solidFill>
      </dgm:spPr>
      <dgm:t>
        <a:bodyPr/>
        <a:lstStyle/>
        <a:p>
          <a:r>
            <a:rPr lang="en-US" dirty="0" smtClean="0">
              <a:solidFill>
                <a:srgbClr val="000000"/>
              </a:solidFill>
            </a:rPr>
            <a:t>Realize a branch as a cylinder</a:t>
          </a:r>
        </a:p>
      </dgm:t>
    </dgm:pt>
    <dgm:pt modelId="{4DCBA244-5BEA-024E-9848-F34D39EF41BB}" type="parTrans" cxnId="{42DE1FD4-5765-434E-BB78-1722C4875115}">
      <dgm:prSet/>
      <dgm:spPr/>
      <dgm:t>
        <a:bodyPr/>
        <a:lstStyle/>
        <a:p>
          <a:endParaRPr lang="en-US"/>
        </a:p>
      </dgm:t>
    </dgm:pt>
    <dgm:pt modelId="{DF5CC00C-5D43-C040-949F-48EA8D88663D}" type="sibTrans" cxnId="{42DE1FD4-5765-434E-BB78-1722C4875115}">
      <dgm:prSet/>
      <dgm:spPr/>
      <dgm:t>
        <a:bodyPr/>
        <a:lstStyle/>
        <a:p>
          <a:endParaRPr lang="en-US"/>
        </a:p>
      </dgm:t>
    </dgm:pt>
    <dgm:pt modelId="{8B8ECC97-1130-2E4D-BAEC-08EBAE119800}" type="pres">
      <dgm:prSet presAssocID="{C918E037-B86E-9040-A269-4002B7AED4B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B4D3856-D756-664B-85D3-8DA8FF328DBF}" type="pres">
      <dgm:prSet presAssocID="{95127E1E-F3E9-A740-9F37-DBD98CBBCE98}" presName="root" presStyleCnt="0"/>
      <dgm:spPr/>
    </dgm:pt>
    <dgm:pt modelId="{6843C11D-8AA8-FD48-88F4-AAC453416ABF}" type="pres">
      <dgm:prSet presAssocID="{95127E1E-F3E9-A740-9F37-DBD98CBBCE98}" presName="rootComposite" presStyleCnt="0"/>
      <dgm:spPr/>
    </dgm:pt>
    <dgm:pt modelId="{0AC2BE69-E48D-0D43-B5A8-6DFBF8DDD942}" type="pres">
      <dgm:prSet presAssocID="{95127E1E-F3E9-A740-9F37-DBD98CBBCE98}" presName="rootText" presStyleLbl="node1" presStyleIdx="0" presStyleCnt="4" custLinFactX="-3743" custLinFactNeighborX="-100000" custLinFactNeighborY="12605"/>
      <dgm:spPr/>
      <dgm:t>
        <a:bodyPr/>
        <a:lstStyle/>
        <a:p>
          <a:endParaRPr lang="en-US"/>
        </a:p>
      </dgm:t>
    </dgm:pt>
    <dgm:pt modelId="{08DBD38B-5925-2C45-B180-29039A58371A}" type="pres">
      <dgm:prSet presAssocID="{95127E1E-F3E9-A740-9F37-DBD98CBBCE98}" presName="rootConnector" presStyleLbl="node1" presStyleIdx="0" presStyleCnt="4"/>
      <dgm:spPr/>
      <dgm:t>
        <a:bodyPr/>
        <a:lstStyle/>
        <a:p>
          <a:endParaRPr lang="en-US"/>
        </a:p>
      </dgm:t>
    </dgm:pt>
    <dgm:pt modelId="{424781BA-B24C-254D-8CE3-8B129C410E93}" type="pres">
      <dgm:prSet presAssocID="{95127E1E-F3E9-A740-9F37-DBD98CBBCE98}" presName="childShape" presStyleCnt="0"/>
      <dgm:spPr/>
    </dgm:pt>
    <dgm:pt modelId="{0E1F9BF8-52FD-B946-A046-92A17994962D}" type="pres">
      <dgm:prSet presAssocID="{44CB8E94-6040-494A-A58C-FAF86D6C6CA6}" presName="Name13" presStyleLbl="parChTrans1D2" presStyleIdx="0" presStyleCnt="21"/>
      <dgm:spPr/>
      <dgm:t>
        <a:bodyPr/>
        <a:lstStyle/>
        <a:p>
          <a:endParaRPr lang="en-US"/>
        </a:p>
      </dgm:t>
    </dgm:pt>
    <dgm:pt modelId="{7C0D372C-E324-994F-A15B-1738D9B75A7F}" type="pres">
      <dgm:prSet presAssocID="{05ABB118-668E-0E4A-AE1E-E00D4470CE9C}" presName="childText" presStyleLbl="bgAcc1" presStyleIdx="0" presStyleCnt="21" custLinFactX="-28108" custLinFactNeighborX="-100000" custLinFactNeighborY="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1CACAC-7592-184E-81A8-396E77B13BF1}" type="pres">
      <dgm:prSet presAssocID="{120CB7F9-C1EC-BF43-B160-AA45F96441B1}" presName="Name13" presStyleLbl="parChTrans1D2" presStyleIdx="1" presStyleCnt="21"/>
      <dgm:spPr/>
      <dgm:t>
        <a:bodyPr/>
        <a:lstStyle/>
        <a:p>
          <a:endParaRPr lang="en-US"/>
        </a:p>
      </dgm:t>
    </dgm:pt>
    <dgm:pt modelId="{8710C31F-F9E7-EE40-A4C2-F56762C7399C}" type="pres">
      <dgm:prSet presAssocID="{E5302822-673B-794F-A9CE-D5933AFD9219}" presName="childText" presStyleLbl="bgAcc1" presStyleIdx="1" presStyleCnt="21" custLinFactX="-28108" custLinFactNeighborX="-100000" custLinFactNeighborY="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574E0D-A4B0-5441-8F5E-995B8D12594F}" type="pres">
      <dgm:prSet presAssocID="{450209C3-E9B4-0547-B563-6EDDD4D1F423}" presName="Name13" presStyleLbl="parChTrans1D2" presStyleIdx="2" presStyleCnt="21"/>
      <dgm:spPr/>
      <dgm:t>
        <a:bodyPr/>
        <a:lstStyle/>
        <a:p>
          <a:endParaRPr lang="en-US"/>
        </a:p>
      </dgm:t>
    </dgm:pt>
    <dgm:pt modelId="{001FEB77-AAB5-6F48-96B8-3088D444B2A4}" type="pres">
      <dgm:prSet presAssocID="{824D0C7A-EE20-3947-AB23-0DA236756437}" presName="childText" presStyleLbl="bgAcc1" presStyleIdx="2" presStyleCnt="21" custLinFactX="-28108" custLinFactNeighborX="-100000" custLinFactNeighborY="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2D46E7-AAA6-324B-B46D-5160E708E31C}" type="pres">
      <dgm:prSet presAssocID="{7A2AFB4E-64BD-DB41-BF83-3D2C59DCC08E}" presName="Name13" presStyleLbl="parChTrans1D2" presStyleIdx="3" presStyleCnt="21"/>
      <dgm:spPr/>
      <dgm:t>
        <a:bodyPr/>
        <a:lstStyle/>
        <a:p>
          <a:endParaRPr lang="en-US"/>
        </a:p>
      </dgm:t>
    </dgm:pt>
    <dgm:pt modelId="{9C031366-C59D-694B-94A6-C9B3CBAD1D22}" type="pres">
      <dgm:prSet presAssocID="{F4800DA5-1D42-2744-886F-D03BD7EFE77C}" presName="childText" presStyleLbl="bgAcc1" presStyleIdx="3" presStyleCnt="21" custLinFactX="-28108" custLinFactNeighborX="-100000" custLinFactNeighborY="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604556-996F-9046-8ECD-C2905F93CAA7}" type="pres">
      <dgm:prSet presAssocID="{A733D4DB-A0C5-9443-995A-80ED44DF8774}" presName="Name13" presStyleLbl="parChTrans1D2" presStyleIdx="4" presStyleCnt="21"/>
      <dgm:spPr/>
      <dgm:t>
        <a:bodyPr/>
        <a:lstStyle/>
        <a:p>
          <a:endParaRPr lang="en-US"/>
        </a:p>
      </dgm:t>
    </dgm:pt>
    <dgm:pt modelId="{3E5229B9-62E6-2E47-86E0-6A0DDF3C3C52}" type="pres">
      <dgm:prSet presAssocID="{BC2F5731-72F8-5C43-89A0-1D580F5233AB}" presName="childText" presStyleLbl="bgAcc1" presStyleIdx="4" presStyleCnt="21" custLinFactX="-28108" custLinFactNeighborX="-100000" custLinFactNeighborY="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FCD3D-17F0-184C-9167-CFDF3F95CEC1}" type="pres">
      <dgm:prSet presAssocID="{E489CF8D-5AD8-4843-A945-A39FDFCB78C9}" presName="Name13" presStyleLbl="parChTrans1D2" presStyleIdx="5" presStyleCnt="21"/>
      <dgm:spPr/>
      <dgm:t>
        <a:bodyPr/>
        <a:lstStyle/>
        <a:p>
          <a:endParaRPr lang="en-US"/>
        </a:p>
      </dgm:t>
    </dgm:pt>
    <dgm:pt modelId="{DAD42007-6196-7E48-8E94-267A7D2C4D8B}" type="pres">
      <dgm:prSet presAssocID="{960D1636-FC37-0845-B5D1-60C993599F94}" presName="childText" presStyleLbl="bgAcc1" presStyleIdx="5" presStyleCnt="21" custLinFactX="-28108" custLinFactNeighborX="-100000" custLinFactNeighborY="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8B276C-5DB7-5F45-B0B3-2DA2E8FC8527}" type="pres">
      <dgm:prSet presAssocID="{DB717E52-9950-434F-BEA9-44D52A63C062}" presName="root" presStyleCnt="0"/>
      <dgm:spPr/>
    </dgm:pt>
    <dgm:pt modelId="{51A7A269-49F1-E846-BAE1-25E09A026E51}" type="pres">
      <dgm:prSet presAssocID="{DB717E52-9950-434F-BEA9-44D52A63C062}" presName="rootComposite" presStyleCnt="0"/>
      <dgm:spPr/>
    </dgm:pt>
    <dgm:pt modelId="{247594D8-1CD4-5545-A0D4-5835BE415891}" type="pres">
      <dgm:prSet presAssocID="{DB717E52-9950-434F-BEA9-44D52A63C062}" presName="rootText" presStyleLbl="node1" presStyleIdx="1" presStyleCnt="4" custScaleX="131494" custLinFactNeighborX="-70722" custLinFactNeighborY="35379"/>
      <dgm:spPr/>
      <dgm:t>
        <a:bodyPr/>
        <a:lstStyle/>
        <a:p>
          <a:endParaRPr lang="en-US"/>
        </a:p>
      </dgm:t>
    </dgm:pt>
    <dgm:pt modelId="{0F729638-C868-6C46-A121-0E31567786CA}" type="pres">
      <dgm:prSet presAssocID="{DB717E52-9950-434F-BEA9-44D52A63C062}" presName="rootConnector" presStyleLbl="node1" presStyleIdx="1" presStyleCnt="4"/>
      <dgm:spPr/>
      <dgm:t>
        <a:bodyPr/>
        <a:lstStyle/>
        <a:p>
          <a:endParaRPr lang="en-US"/>
        </a:p>
      </dgm:t>
    </dgm:pt>
    <dgm:pt modelId="{73C74558-19ED-7743-8077-151CEC2D697C}" type="pres">
      <dgm:prSet presAssocID="{DB717E52-9950-434F-BEA9-44D52A63C062}" presName="childShape" presStyleCnt="0"/>
      <dgm:spPr/>
    </dgm:pt>
    <dgm:pt modelId="{4D65C8A7-4F37-C243-AE30-BCF3F4F15F34}" type="pres">
      <dgm:prSet presAssocID="{4FA9B28E-55AD-F94B-9A98-11EF000933B1}" presName="Name13" presStyleLbl="parChTrans1D2" presStyleIdx="6" presStyleCnt="21"/>
      <dgm:spPr/>
      <dgm:t>
        <a:bodyPr/>
        <a:lstStyle/>
        <a:p>
          <a:endParaRPr lang="en-US"/>
        </a:p>
      </dgm:t>
    </dgm:pt>
    <dgm:pt modelId="{0B7D42AE-AA84-0D4C-B33A-BEFFD4479F6A}" type="pres">
      <dgm:prSet presAssocID="{4C91E8D4-6313-8B4C-9AF8-4D5E581B3E6C}" presName="childText" presStyleLbl="bgAcc1" presStyleIdx="6" presStyleCnt="21" custLinFactNeighborX="-78663" custLinFactNeighborY="239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183287-0E0B-E940-8F66-1679B148CA64}" type="pres">
      <dgm:prSet presAssocID="{2C7B8636-B9B2-0946-8C59-2BFCC48F7EB4}" presName="Name13" presStyleLbl="parChTrans1D2" presStyleIdx="7" presStyleCnt="21"/>
      <dgm:spPr/>
      <dgm:t>
        <a:bodyPr/>
        <a:lstStyle/>
        <a:p>
          <a:endParaRPr lang="en-US"/>
        </a:p>
      </dgm:t>
    </dgm:pt>
    <dgm:pt modelId="{61992F41-ACE1-064E-8E35-33567A7E8156}" type="pres">
      <dgm:prSet presAssocID="{C459BC37-B25C-A44E-B56E-7D33278D1EEE}" presName="childText" presStyleLbl="bgAcc1" presStyleIdx="7" presStyleCnt="21" custLinFactNeighborX="-78663" custLinFactNeighborY="239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C023C8-2218-A142-A448-0DFC3C067E18}" type="pres">
      <dgm:prSet presAssocID="{629D2C07-DA2B-A044-9353-52ECB5DD58BF}" presName="Name13" presStyleLbl="parChTrans1D2" presStyleIdx="8" presStyleCnt="21"/>
      <dgm:spPr/>
      <dgm:t>
        <a:bodyPr/>
        <a:lstStyle/>
        <a:p>
          <a:endParaRPr lang="en-US"/>
        </a:p>
      </dgm:t>
    </dgm:pt>
    <dgm:pt modelId="{BE2C0A21-9C16-4D41-8416-324BA43F937C}" type="pres">
      <dgm:prSet presAssocID="{F0722DB4-BE6F-F048-8F0B-52C8A595A600}" presName="childText" presStyleLbl="bgAcc1" presStyleIdx="8" presStyleCnt="21" custLinFactNeighborX="-78663" custLinFactNeighborY="239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0138E4-2AEB-854E-B6C4-6005FE208DC6}" type="pres">
      <dgm:prSet presAssocID="{E28D84DE-FDF9-2F42-B3F9-C5A07E56B262}" presName="Name13" presStyleLbl="parChTrans1D2" presStyleIdx="9" presStyleCnt="21"/>
      <dgm:spPr/>
      <dgm:t>
        <a:bodyPr/>
        <a:lstStyle/>
        <a:p>
          <a:endParaRPr lang="en-US"/>
        </a:p>
      </dgm:t>
    </dgm:pt>
    <dgm:pt modelId="{A52E9927-AACA-7D42-A2E0-2B587FC952F6}" type="pres">
      <dgm:prSet presAssocID="{33CDD461-C314-AE45-B3B9-8BD1CF55FB7E}" presName="childText" presStyleLbl="bgAcc1" presStyleIdx="9" presStyleCnt="21" custLinFactNeighborX="-79068" custLinFactNeighborY="192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1F5D86-0FCB-2242-AF41-FBDCB90ABC3F}" type="pres">
      <dgm:prSet presAssocID="{996729B7-B400-E24F-A9FE-544D06DEA728}" presName="Name13" presStyleLbl="parChTrans1D2" presStyleIdx="10" presStyleCnt="21"/>
      <dgm:spPr/>
      <dgm:t>
        <a:bodyPr/>
        <a:lstStyle/>
        <a:p>
          <a:endParaRPr lang="en-US"/>
        </a:p>
      </dgm:t>
    </dgm:pt>
    <dgm:pt modelId="{A81D99D7-C6E1-7649-B7A5-DD5EDC6B0080}" type="pres">
      <dgm:prSet presAssocID="{2F139558-799A-4A4E-84E1-70D37AAED36D}" presName="childText" presStyleLbl="bgAcc1" presStyleIdx="10" presStyleCnt="21" custLinFactNeighborX="-78663" custLinFactNeighborY="143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84AC15-10BB-AB46-B5C0-B507B31A3B45}" type="pres">
      <dgm:prSet presAssocID="{59371E1C-3EA2-0140-90A4-19807475D6C2}" presName="Name13" presStyleLbl="parChTrans1D2" presStyleIdx="11" presStyleCnt="21"/>
      <dgm:spPr/>
      <dgm:t>
        <a:bodyPr/>
        <a:lstStyle/>
        <a:p>
          <a:endParaRPr lang="en-US"/>
        </a:p>
      </dgm:t>
    </dgm:pt>
    <dgm:pt modelId="{812FEF60-88D8-6A45-ABF7-A2C48CE8D326}" type="pres">
      <dgm:prSet presAssocID="{56C1872E-84D2-AA4F-B6C6-10CBDE95DCFF}" presName="childText" presStyleLbl="bgAcc1" presStyleIdx="11" presStyleCnt="21" custLinFactNeighborX="-79928" custLinFactNeighborY="962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72304B-0AAE-AE4C-A26E-B34D3ABD1F6B}" type="pres">
      <dgm:prSet presAssocID="{7DB8196F-CD90-2842-BA76-721CBF2AE19D}" presName="Name13" presStyleLbl="parChTrans1D2" presStyleIdx="12" presStyleCnt="21"/>
      <dgm:spPr/>
      <dgm:t>
        <a:bodyPr/>
        <a:lstStyle/>
        <a:p>
          <a:endParaRPr lang="en-US"/>
        </a:p>
      </dgm:t>
    </dgm:pt>
    <dgm:pt modelId="{797DF960-06C4-234F-9650-208751042A8C}" type="pres">
      <dgm:prSet presAssocID="{513A27C5-F064-D647-A3A8-5363E49E400B}" presName="childText" presStyleLbl="bgAcc1" presStyleIdx="12" presStyleCnt="21" custLinFactNeighborX="-78663" custLinFactNeighborY="239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6975EE-E8D2-904A-9000-3417DA805C76}" type="pres">
      <dgm:prSet presAssocID="{2E590367-6AD4-4449-BD0C-27DE1FF28230}" presName="root" presStyleCnt="0"/>
      <dgm:spPr/>
    </dgm:pt>
    <dgm:pt modelId="{6CC75CE1-9D5F-6F4F-9A25-BB1BC4F72B02}" type="pres">
      <dgm:prSet presAssocID="{2E590367-6AD4-4449-BD0C-27DE1FF28230}" presName="rootComposite" presStyleCnt="0"/>
      <dgm:spPr/>
    </dgm:pt>
    <dgm:pt modelId="{0DB16559-1147-BC40-94C9-92316A221D3F}" type="pres">
      <dgm:prSet presAssocID="{2E590367-6AD4-4449-BD0C-27DE1FF28230}" presName="rootText" presStyleLbl="node1" presStyleIdx="2" presStyleCnt="4" custScaleX="131897" custLinFactY="13730" custLinFactNeighborX="-532" custLinFactNeighborY="100000"/>
      <dgm:spPr/>
      <dgm:t>
        <a:bodyPr/>
        <a:lstStyle/>
        <a:p>
          <a:endParaRPr lang="en-US"/>
        </a:p>
      </dgm:t>
    </dgm:pt>
    <dgm:pt modelId="{DA4051F9-A938-854A-837A-2A781761638B}" type="pres">
      <dgm:prSet presAssocID="{2E590367-6AD4-4449-BD0C-27DE1FF28230}" presName="rootConnector" presStyleLbl="node1" presStyleIdx="2" presStyleCnt="4"/>
      <dgm:spPr/>
      <dgm:t>
        <a:bodyPr/>
        <a:lstStyle/>
        <a:p>
          <a:endParaRPr lang="en-US"/>
        </a:p>
      </dgm:t>
    </dgm:pt>
    <dgm:pt modelId="{5D1CB818-8C41-5E4C-99EE-35343BA5E144}" type="pres">
      <dgm:prSet presAssocID="{2E590367-6AD4-4449-BD0C-27DE1FF28230}" presName="childShape" presStyleCnt="0"/>
      <dgm:spPr/>
    </dgm:pt>
    <dgm:pt modelId="{74A96FA9-002A-2448-BB05-00CE95677897}" type="pres">
      <dgm:prSet presAssocID="{7EA61405-0429-0E42-8672-D8D7CEF48114}" presName="Name13" presStyleLbl="parChTrans1D2" presStyleIdx="13" presStyleCnt="21"/>
      <dgm:spPr/>
      <dgm:t>
        <a:bodyPr/>
        <a:lstStyle/>
        <a:p>
          <a:endParaRPr lang="en-US"/>
        </a:p>
      </dgm:t>
    </dgm:pt>
    <dgm:pt modelId="{3E63C362-2805-B54F-BF7F-298AC29FA3DC}" type="pres">
      <dgm:prSet presAssocID="{705167E7-AC33-8140-B048-E1839606A987}" presName="childText" presStyleLbl="bgAcc1" presStyleIdx="13" presStyleCnt="21" custLinFactY="17569" custLinFactNeighborX="1163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3C85CB-9782-FF40-8634-72E17494011B}" type="pres">
      <dgm:prSet presAssocID="{0C9329DA-8314-8745-813C-AD93E3BB447D}" presName="Name13" presStyleLbl="parChTrans1D2" presStyleIdx="14" presStyleCnt="21"/>
      <dgm:spPr/>
      <dgm:t>
        <a:bodyPr/>
        <a:lstStyle/>
        <a:p>
          <a:endParaRPr lang="en-US"/>
        </a:p>
      </dgm:t>
    </dgm:pt>
    <dgm:pt modelId="{CEF51A88-4043-F342-BE39-14380BEB4531}" type="pres">
      <dgm:prSet presAssocID="{FC6301AC-C5FA-844B-88B3-F12A94BAC23B}" presName="childText" presStyleLbl="bgAcc1" presStyleIdx="14" presStyleCnt="21" custLinFactY="13730" custLinFactNeighborX="-665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D342A2-78A7-224D-8729-1F02399209E5}" type="pres">
      <dgm:prSet presAssocID="{D893E685-59C1-EC47-A3BB-C51EAD7F18AD}" presName="Name13" presStyleLbl="parChTrans1D2" presStyleIdx="15" presStyleCnt="21"/>
      <dgm:spPr/>
      <dgm:t>
        <a:bodyPr/>
        <a:lstStyle/>
        <a:p>
          <a:endParaRPr lang="en-US"/>
        </a:p>
      </dgm:t>
    </dgm:pt>
    <dgm:pt modelId="{E9EAC60D-A400-B440-8B33-8BE41C07D87B}" type="pres">
      <dgm:prSet presAssocID="{7505156C-3FC4-1C44-A4C6-030371DE4A93}" presName="childText" presStyleLbl="bgAcc1" presStyleIdx="15" presStyleCnt="21" custLinFactY="13730" custLinFactNeighborX="-665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5C73FF-8BA3-2142-952A-C7BD3EEF8F00}" type="pres">
      <dgm:prSet presAssocID="{13FDC9EB-C2CB-5048-8089-4B009C3C545A}" presName="Name13" presStyleLbl="parChTrans1D2" presStyleIdx="16" presStyleCnt="21"/>
      <dgm:spPr/>
      <dgm:t>
        <a:bodyPr/>
        <a:lstStyle/>
        <a:p>
          <a:endParaRPr lang="en-US"/>
        </a:p>
      </dgm:t>
    </dgm:pt>
    <dgm:pt modelId="{2D5DC9E6-1DF7-F74A-AEB9-F49CE71B15C8}" type="pres">
      <dgm:prSet presAssocID="{2E5D8F50-57AD-0A4C-92B5-C1154757A29D}" presName="childText" presStyleLbl="bgAcc1" presStyleIdx="16" presStyleCnt="21" custLinFactY="1725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39ED7D-29F5-2D4C-B15B-39F7E7C19397}" type="pres">
      <dgm:prSet presAssocID="{0081F730-B4C9-764E-A88F-529837966675}" presName="Name13" presStyleLbl="parChTrans1D2" presStyleIdx="17" presStyleCnt="21"/>
      <dgm:spPr/>
      <dgm:t>
        <a:bodyPr/>
        <a:lstStyle/>
        <a:p>
          <a:endParaRPr lang="en-US"/>
        </a:p>
      </dgm:t>
    </dgm:pt>
    <dgm:pt modelId="{7E5DDDA7-4385-264B-9400-29B1A96798A5}" type="pres">
      <dgm:prSet presAssocID="{E779AF87-FB55-6949-8371-EBF8959F3246}" presName="childText" presStyleLbl="bgAcc1" presStyleIdx="17" presStyleCnt="21" custLinFactY="16081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F8FDC4-7932-5541-BBD0-8F2BDA9B43A1}" type="pres">
      <dgm:prSet presAssocID="{FBA5408E-4077-2B40-B646-D908222BC38D}" presName="root" presStyleCnt="0"/>
      <dgm:spPr/>
    </dgm:pt>
    <dgm:pt modelId="{C39F4F3F-CBDA-6442-9C7D-120813A1582A}" type="pres">
      <dgm:prSet presAssocID="{FBA5408E-4077-2B40-B646-D908222BC38D}" presName="rootComposite" presStyleCnt="0"/>
      <dgm:spPr/>
    </dgm:pt>
    <dgm:pt modelId="{683521D0-B539-F54C-BB60-2CF58AA7988D}" type="pres">
      <dgm:prSet presAssocID="{FBA5408E-4077-2B40-B646-D908222BC38D}" presName="rootText" presStyleLbl="node1" presStyleIdx="3" presStyleCnt="4" custScaleX="137750" custLinFactY="100000" custLinFactNeighborX="16150" custLinFactNeighborY="135175"/>
      <dgm:spPr/>
      <dgm:t>
        <a:bodyPr/>
        <a:lstStyle/>
        <a:p>
          <a:endParaRPr lang="en-US"/>
        </a:p>
      </dgm:t>
    </dgm:pt>
    <dgm:pt modelId="{705B8C5E-06C0-8247-A2BE-2875B1C223E6}" type="pres">
      <dgm:prSet presAssocID="{FBA5408E-4077-2B40-B646-D908222BC38D}" presName="rootConnector" presStyleLbl="node1" presStyleIdx="3" presStyleCnt="4"/>
      <dgm:spPr/>
      <dgm:t>
        <a:bodyPr/>
        <a:lstStyle/>
        <a:p>
          <a:endParaRPr lang="en-US"/>
        </a:p>
      </dgm:t>
    </dgm:pt>
    <dgm:pt modelId="{32CE51D8-B5B2-CF4B-BE2A-B19DDFF0D7B6}" type="pres">
      <dgm:prSet presAssocID="{FBA5408E-4077-2B40-B646-D908222BC38D}" presName="childShape" presStyleCnt="0"/>
      <dgm:spPr/>
    </dgm:pt>
    <dgm:pt modelId="{ECECA707-622A-5B4A-9438-06B88E8B5939}" type="pres">
      <dgm:prSet presAssocID="{4DCBA244-5BEA-024E-9848-F34D39EF41BB}" presName="Name13" presStyleLbl="parChTrans1D2" presStyleIdx="18" presStyleCnt="21"/>
      <dgm:spPr/>
      <dgm:t>
        <a:bodyPr/>
        <a:lstStyle/>
        <a:p>
          <a:endParaRPr lang="en-US"/>
        </a:p>
      </dgm:t>
    </dgm:pt>
    <dgm:pt modelId="{0BE2D9F3-E5DA-C64B-97A6-06FDDF6A7B09}" type="pres">
      <dgm:prSet presAssocID="{92428456-074C-594B-8A00-01AD267C732A}" presName="childText" presStyleLbl="bgAcc1" presStyleIdx="18" presStyleCnt="21" custLinFactY="100000" custLinFactNeighborX="35911" custLinFactNeighborY="1415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EA9A67-2D43-7B4A-A293-03F2E0DEA50C}" type="pres">
      <dgm:prSet presAssocID="{C1DFC649-F2C7-1C4B-9494-E5564FB6FC9E}" presName="Name13" presStyleLbl="parChTrans1D2" presStyleIdx="19" presStyleCnt="21"/>
      <dgm:spPr/>
      <dgm:t>
        <a:bodyPr/>
        <a:lstStyle/>
        <a:p>
          <a:endParaRPr lang="en-US"/>
        </a:p>
      </dgm:t>
    </dgm:pt>
    <dgm:pt modelId="{E549239E-2852-9144-B28E-22BCB88E4113}" type="pres">
      <dgm:prSet presAssocID="{BAFF00F1-B13F-8B44-BA9E-57EA26C081C0}" presName="childText" presStyleLbl="bgAcc1" presStyleIdx="19" presStyleCnt="21" custLinFactY="100000" custLinFactNeighborX="35770" custLinFactNeighborY="1520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12F9FF-B2B2-C741-AD05-4BD6136A6687}" type="pres">
      <dgm:prSet presAssocID="{4D023F79-32F6-A74E-B727-DACAB95130BD}" presName="Name13" presStyleLbl="parChTrans1D2" presStyleIdx="20" presStyleCnt="21"/>
      <dgm:spPr/>
      <dgm:t>
        <a:bodyPr/>
        <a:lstStyle/>
        <a:p>
          <a:endParaRPr lang="en-US"/>
        </a:p>
      </dgm:t>
    </dgm:pt>
    <dgm:pt modelId="{F1D7BDD1-AC90-474E-B53E-E2EDBACC38E6}" type="pres">
      <dgm:prSet presAssocID="{77150C09-5F86-E24F-A588-F2C222D91207}" presName="childText" presStyleLbl="bgAcc1" presStyleIdx="20" presStyleCnt="21" custLinFactY="100000" custLinFactNeighborX="35770" custLinFactNeighborY="1520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783CF5-71BA-0945-988C-2FB98E806D66}" srcId="{95127E1E-F3E9-A740-9F37-DBD98CBBCE98}" destId="{BC2F5731-72F8-5C43-89A0-1D580F5233AB}" srcOrd="4" destOrd="0" parTransId="{A733D4DB-A0C5-9443-995A-80ED44DF8774}" sibTransId="{C2A62ADA-7227-BE46-ABAD-3BC30280A6EB}"/>
    <dgm:cxn modelId="{2E9C5A3D-BCD1-0542-B8B2-D55DEDB8A537}" type="presOf" srcId="{2E590367-6AD4-4449-BD0C-27DE1FF28230}" destId="{0DB16559-1147-BC40-94C9-92316A221D3F}" srcOrd="0" destOrd="0" presId="urn:microsoft.com/office/officeart/2005/8/layout/hierarchy3"/>
    <dgm:cxn modelId="{E34ADCD4-87B0-F949-A014-E7149F57BEE1}" type="presOf" srcId="{BC2F5731-72F8-5C43-89A0-1D580F5233AB}" destId="{3E5229B9-62E6-2E47-86E0-6A0DDF3C3C52}" srcOrd="0" destOrd="0" presId="urn:microsoft.com/office/officeart/2005/8/layout/hierarchy3"/>
    <dgm:cxn modelId="{7C0AFAF8-C77B-B545-8D5B-402CB6AF24DB}" srcId="{2E590367-6AD4-4449-BD0C-27DE1FF28230}" destId="{7505156C-3FC4-1C44-A4C6-030371DE4A93}" srcOrd="2" destOrd="0" parTransId="{D893E685-59C1-EC47-A3BB-C51EAD7F18AD}" sibTransId="{CA403CE9-30F9-5147-9E7A-49DF932E224D}"/>
    <dgm:cxn modelId="{3637E0DF-562E-5940-9CEB-FB1F04430078}" srcId="{95127E1E-F3E9-A740-9F37-DBD98CBBCE98}" destId="{05ABB118-668E-0E4A-AE1E-E00D4470CE9C}" srcOrd="0" destOrd="0" parTransId="{44CB8E94-6040-494A-A58C-FAF86D6C6CA6}" sibTransId="{0C98EAFF-CE47-FD41-9167-D75B6DBF60CA}"/>
    <dgm:cxn modelId="{49814D2C-8FC1-D148-9C25-69FA2084DBA1}" srcId="{DB717E52-9950-434F-BEA9-44D52A63C062}" destId="{2F139558-799A-4A4E-84E1-70D37AAED36D}" srcOrd="4" destOrd="0" parTransId="{996729B7-B400-E24F-A9FE-544D06DEA728}" sibTransId="{9834AEA9-7D41-7E43-B456-04BF2A090D8D}"/>
    <dgm:cxn modelId="{404A756E-D55E-A048-83A2-F2822DEA1273}" srcId="{2E590367-6AD4-4449-BD0C-27DE1FF28230}" destId="{705167E7-AC33-8140-B048-E1839606A987}" srcOrd="0" destOrd="0" parTransId="{7EA61405-0429-0E42-8672-D8D7CEF48114}" sibTransId="{940C07F4-9761-9A40-8FF8-075A28DB1A4A}"/>
    <dgm:cxn modelId="{E3323B69-5AAD-EF4A-9D87-BFC242357FEB}" type="presOf" srcId="{DB717E52-9950-434F-BEA9-44D52A63C062}" destId="{0F729638-C868-6C46-A121-0E31567786CA}" srcOrd="1" destOrd="0" presId="urn:microsoft.com/office/officeart/2005/8/layout/hierarchy3"/>
    <dgm:cxn modelId="{15575FFD-A854-7644-85D8-EB4F2C79A859}" srcId="{FBA5408E-4077-2B40-B646-D908222BC38D}" destId="{BAFF00F1-B13F-8B44-BA9E-57EA26C081C0}" srcOrd="1" destOrd="0" parTransId="{C1DFC649-F2C7-1C4B-9494-E5564FB6FC9E}" sibTransId="{EDBCDF45-E358-9C46-AA5A-1F38209388A9}"/>
    <dgm:cxn modelId="{E7461F37-5EF4-0E41-95AA-9F685F319E3E}" type="presOf" srcId="{C918E037-B86E-9040-A269-4002B7AED4B9}" destId="{8B8ECC97-1130-2E4D-BAEC-08EBAE119800}" srcOrd="0" destOrd="0" presId="urn:microsoft.com/office/officeart/2005/8/layout/hierarchy3"/>
    <dgm:cxn modelId="{4CB23100-B764-E84E-9E6F-80B17CD4DECF}" srcId="{DB717E52-9950-434F-BEA9-44D52A63C062}" destId="{F0722DB4-BE6F-F048-8F0B-52C8A595A600}" srcOrd="2" destOrd="0" parTransId="{629D2C07-DA2B-A044-9353-52ECB5DD58BF}" sibTransId="{F718ECB3-9B46-EB49-9526-88DA75AAA239}"/>
    <dgm:cxn modelId="{5280B1C9-23E0-D348-A4D4-31DEAAEA91DF}" type="presOf" srcId="{7A2AFB4E-64BD-DB41-BF83-3D2C59DCC08E}" destId="{C02D46E7-AAA6-324B-B46D-5160E708E31C}" srcOrd="0" destOrd="0" presId="urn:microsoft.com/office/officeart/2005/8/layout/hierarchy3"/>
    <dgm:cxn modelId="{0FB4EED5-83C8-2B4F-B2C0-62C140B34CCA}" type="presOf" srcId="{E489CF8D-5AD8-4843-A945-A39FDFCB78C9}" destId="{CA9FCD3D-17F0-184C-9167-CFDF3F95CEC1}" srcOrd="0" destOrd="0" presId="urn:microsoft.com/office/officeart/2005/8/layout/hierarchy3"/>
    <dgm:cxn modelId="{05BD8942-22BE-8B4E-B4F6-9DDC4C693063}" srcId="{95127E1E-F3E9-A740-9F37-DBD98CBBCE98}" destId="{960D1636-FC37-0845-B5D1-60C993599F94}" srcOrd="5" destOrd="0" parTransId="{E489CF8D-5AD8-4843-A945-A39FDFCB78C9}" sibTransId="{7C352FDB-736B-EC4A-8133-207C78BC054C}"/>
    <dgm:cxn modelId="{8D003B9E-6310-AD42-9843-6CCE32A1EA06}" type="presOf" srcId="{FBA5408E-4077-2B40-B646-D908222BC38D}" destId="{705B8C5E-06C0-8247-A2BE-2875B1C223E6}" srcOrd="1" destOrd="0" presId="urn:microsoft.com/office/officeart/2005/8/layout/hierarchy3"/>
    <dgm:cxn modelId="{588CF689-1D0E-444B-9FD0-30575FDEC2AA}" type="presOf" srcId="{DB717E52-9950-434F-BEA9-44D52A63C062}" destId="{247594D8-1CD4-5545-A0D4-5835BE415891}" srcOrd="0" destOrd="0" presId="urn:microsoft.com/office/officeart/2005/8/layout/hierarchy3"/>
    <dgm:cxn modelId="{BA0D2010-D142-0E49-8354-566334987486}" srcId="{DB717E52-9950-434F-BEA9-44D52A63C062}" destId="{513A27C5-F064-D647-A3A8-5363E49E400B}" srcOrd="6" destOrd="0" parTransId="{7DB8196F-CD90-2842-BA76-721CBF2AE19D}" sibTransId="{4AD431F5-7762-5B47-89C4-FA4CCB33A9AA}"/>
    <dgm:cxn modelId="{1DF82875-8D7B-7841-B668-063A82376B2B}" srcId="{2E590367-6AD4-4449-BD0C-27DE1FF28230}" destId="{E779AF87-FB55-6949-8371-EBF8959F3246}" srcOrd="4" destOrd="0" parTransId="{0081F730-B4C9-764E-A88F-529837966675}" sibTransId="{AF45941D-14BA-0649-AF03-878F32520D26}"/>
    <dgm:cxn modelId="{470347A1-093D-6441-9A98-AA931ADD5AF4}" type="presOf" srcId="{4FA9B28E-55AD-F94B-9A98-11EF000933B1}" destId="{4D65C8A7-4F37-C243-AE30-BCF3F4F15F34}" srcOrd="0" destOrd="0" presId="urn:microsoft.com/office/officeart/2005/8/layout/hierarchy3"/>
    <dgm:cxn modelId="{0C486CE4-BB00-F94A-B134-31E4B240DE5B}" type="presOf" srcId="{92428456-074C-594B-8A00-01AD267C732A}" destId="{0BE2D9F3-E5DA-C64B-97A6-06FDDF6A7B09}" srcOrd="0" destOrd="0" presId="urn:microsoft.com/office/officeart/2005/8/layout/hierarchy3"/>
    <dgm:cxn modelId="{EFA04996-21F3-5549-9400-925C9D67BF70}" type="presOf" srcId="{513A27C5-F064-D647-A3A8-5363E49E400B}" destId="{797DF960-06C4-234F-9650-208751042A8C}" srcOrd="0" destOrd="0" presId="urn:microsoft.com/office/officeart/2005/8/layout/hierarchy3"/>
    <dgm:cxn modelId="{B577D746-AB42-CA42-9CF7-19931D4BDEB4}" type="presOf" srcId="{120CB7F9-C1EC-BF43-B160-AA45F96441B1}" destId="{991CACAC-7592-184E-81A8-396E77B13BF1}" srcOrd="0" destOrd="0" presId="urn:microsoft.com/office/officeart/2005/8/layout/hierarchy3"/>
    <dgm:cxn modelId="{9C0F9F54-3E21-714D-BAFF-C9548DE50FB0}" type="presOf" srcId="{59371E1C-3EA2-0140-90A4-19807475D6C2}" destId="{0784AC15-10BB-AB46-B5C0-B507B31A3B45}" srcOrd="0" destOrd="0" presId="urn:microsoft.com/office/officeart/2005/8/layout/hierarchy3"/>
    <dgm:cxn modelId="{EA360728-DBDD-1743-8685-981BF18A37CC}" type="presOf" srcId="{996729B7-B400-E24F-A9FE-544D06DEA728}" destId="{7C1F5D86-0FCB-2242-AF41-FBDCB90ABC3F}" srcOrd="0" destOrd="0" presId="urn:microsoft.com/office/officeart/2005/8/layout/hierarchy3"/>
    <dgm:cxn modelId="{45CED4B3-BB5F-FB4F-969E-A57924ED1B27}" type="presOf" srcId="{A733D4DB-A0C5-9443-995A-80ED44DF8774}" destId="{2D604556-996F-9046-8ECD-C2905F93CAA7}" srcOrd="0" destOrd="0" presId="urn:microsoft.com/office/officeart/2005/8/layout/hierarchy3"/>
    <dgm:cxn modelId="{BC630343-D7C1-2B40-BE40-64A1652D29DE}" srcId="{DB717E52-9950-434F-BEA9-44D52A63C062}" destId="{4C91E8D4-6313-8B4C-9AF8-4D5E581B3E6C}" srcOrd="0" destOrd="0" parTransId="{4FA9B28E-55AD-F94B-9A98-11EF000933B1}" sibTransId="{882A1849-BE86-C54B-8608-AC9664473370}"/>
    <dgm:cxn modelId="{2CF5F712-CBD4-D746-B5C0-E6875CD577D8}" type="presOf" srcId="{0081F730-B4C9-764E-A88F-529837966675}" destId="{8C39ED7D-29F5-2D4C-B15B-39F7E7C19397}" srcOrd="0" destOrd="0" presId="urn:microsoft.com/office/officeart/2005/8/layout/hierarchy3"/>
    <dgm:cxn modelId="{EFC97299-8FF0-CF49-9D06-E6F4F4B983DB}" type="presOf" srcId="{7EA61405-0429-0E42-8672-D8D7CEF48114}" destId="{74A96FA9-002A-2448-BB05-00CE95677897}" srcOrd="0" destOrd="0" presId="urn:microsoft.com/office/officeart/2005/8/layout/hierarchy3"/>
    <dgm:cxn modelId="{AEE90BF3-8CA3-EF46-B5BC-4B6C7A87A0A1}" type="presOf" srcId="{450209C3-E9B4-0547-B563-6EDDD4D1F423}" destId="{46574E0D-A4B0-5441-8F5E-995B8D12594F}" srcOrd="0" destOrd="0" presId="urn:microsoft.com/office/officeart/2005/8/layout/hierarchy3"/>
    <dgm:cxn modelId="{517DC471-4768-3745-B60B-F2912E1B35DE}" type="presOf" srcId="{E5302822-673B-794F-A9CE-D5933AFD9219}" destId="{8710C31F-F9E7-EE40-A4C2-F56762C7399C}" srcOrd="0" destOrd="0" presId="urn:microsoft.com/office/officeart/2005/8/layout/hierarchy3"/>
    <dgm:cxn modelId="{7627ADD7-0BFB-4841-8F3D-2039D28D1142}" type="presOf" srcId="{77150C09-5F86-E24F-A588-F2C222D91207}" destId="{F1D7BDD1-AC90-474E-B53E-E2EDBACC38E6}" srcOrd="0" destOrd="0" presId="urn:microsoft.com/office/officeart/2005/8/layout/hierarchy3"/>
    <dgm:cxn modelId="{57B181CA-53EB-6143-B8A4-9AE56AB17383}" type="presOf" srcId="{13FDC9EB-C2CB-5048-8089-4B009C3C545A}" destId="{F85C73FF-8BA3-2142-952A-C7BD3EEF8F00}" srcOrd="0" destOrd="0" presId="urn:microsoft.com/office/officeart/2005/8/layout/hierarchy3"/>
    <dgm:cxn modelId="{6087D888-AA9F-9A4A-9BA2-F558DFE6CBAE}" type="presOf" srcId="{2E590367-6AD4-4449-BD0C-27DE1FF28230}" destId="{DA4051F9-A938-854A-837A-2A781761638B}" srcOrd="1" destOrd="0" presId="urn:microsoft.com/office/officeart/2005/8/layout/hierarchy3"/>
    <dgm:cxn modelId="{8F7E9FC5-6E94-C64D-9CA7-B7D4C45CC63B}" type="presOf" srcId="{C459BC37-B25C-A44E-B56E-7D33278D1EEE}" destId="{61992F41-ACE1-064E-8E35-33567A7E8156}" srcOrd="0" destOrd="0" presId="urn:microsoft.com/office/officeart/2005/8/layout/hierarchy3"/>
    <dgm:cxn modelId="{ED52A88A-F7B1-024D-94ED-7A31C04F8190}" type="presOf" srcId="{E28D84DE-FDF9-2F42-B3F9-C5A07E56B262}" destId="{460138E4-2AEB-854E-B6C4-6005FE208DC6}" srcOrd="0" destOrd="0" presId="urn:microsoft.com/office/officeart/2005/8/layout/hierarchy3"/>
    <dgm:cxn modelId="{250495C9-02ED-3448-B76F-AB8B0D620234}" type="presOf" srcId="{95127E1E-F3E9-A740-9F37-DBD98CBBCE98}" destId="{0AC2BE69-E48D-0D43-B5A8-6DFBF8DDD942}" srcOrd="0" destOrd="0" presId="urn:microsoft.com/office/officeart/2005/8/layout/hierarchy3"/>
    <dgm:cxn modelId="{0DE49EE4-6DAE-E446-A47A-45768478A3F5}" type="presOf" srcId="{D893E685-59C1-EC47-A3BB-C51EAD7F18AD}" destId="{63D342A2-78A7-224D-8729-1F02399209E5}" srcOrd="0" destOrd="0" presId="urn:microsoft.com/office/officeart/2005/8/layout/hierarchy3"/>
    <dgm:cxn modelId="{22B16A15-3437-8546-9CB5-36281F5F2D96}" srcId="{2E590367-6AD4-4449-BD0C-27DE1FF28230}" destId="{FC6301AC-C5FA-844B-88B3-F12A94BAC23B}" srcOrd="1" destOrd="0" parTransId="{0C9329DA-8314-8745-813C-AD93E3BB447D}" sibTransId="{7763E2A4-2F3A-914C-BD30-90B02F931B7E}"/>
    <dgm:cxn modelId="{410B92D5-1899-E447-A4C7-C838E0EF0B4F}" type="presOf" srcId="{56C1872E-84D2-AA4F-B6C6-10CBDE95DCFF}" destId="{812FEF60-88D8-6A45-ABF7-A2C48CE8D326}" srcOrd="0" destOrd="0" presId="urn:microsoft.com/office/officeart/2005/8/layout/hierarchy3"/>
    <dgm:cxn modelId="{DEC13BAF-00F8-D748-B9A9-6386A0D77372}" type="presOf" srcId="{4C91E8D4-6313-8B4C-9AF8-4D5E581B3E6C}" destId="{0B7D42AE-AA84-0D4C-B33A-BEFFD4479F6A}" srcOrd="0" destOrd="0" presId="urn:microsoft.com/office/officeart/2005/8/layout/hierarchy3"/>
    <dgm:cxn modelId="{F36BA248-8BC5-AD40-87A3-7DD734E91C94}" srcId="{C918E037-B86E-9040-A269-4002B7AED4B9}" destId="{95127E1E-F3E9-A740-9F37-DBD98CBBCE98}" srcOrd="0" destOrd="0" parTransId="{8E50A873-76F6-814A-BFD4-EAF527417B8C}" sibTransId="{D03731CE-E509-E543-A704-739FB3EA0D6F}"/>
    <dgm:cxn modelId="{131E571A-E704-2948-89CE-B5AFDEC4DC5A}" srcId="{DB717E52-9950-434F-BEA9-44D52A63C062}" destId="{56C1872E-84D2-AA4F-B6C6-10CBDE95DCFF}" srcOrd="5" destOrd="0" parTransId="{59371E1C-3EA2-0140-90A4-19807475D6C2}" sibTransId="{7B4EC022-EE8D-A74B-BD37-8711ED5838A3}"/>
    <dgm:cxn modelId="{15C1848F-91B4-A046-A09F-A2EF0D76A94B}" type="presOf" srcId="{E779AF87-FB55-6949-8371-EBF8959F3246}" destId="{7E5DDDA7-4385-264B-9400-29B1A96798A5}" srcOrd="0" destOrd="0" presId="urn:microsoft.com/office/officeart/2005/8/layout/hierarchy3"/>
    <dgm:cxn modelId="{8A95F237-A51C-EF40-BA2F-287AE428536C}" type="presOf" srcId="{95127E1E-F3E9-A740-9F37-DBD98CBBCE98}" destId="{08DBD38B-5925-2C45-B180-29039A58371A}" srcOrd="1" destOrd="0" presId="urn:microsoft.com/office/officeart/2005/8/layout/hierarchy3"/>
    <dgm:cxn modelId="{E34BFEBA-6E33-E045-8EC9-B1E313B1F37F}" type="presOf" srcId="{BAFF00F1-B13F-8B44-BA9E-57EA26C081C0}" destId="{E549239E-2852-9144-B28E-22BCB88E4113}" srcOrd="0" destOrd="0" presId="urn:microsoft.com/office/officeart/2005/8/layout/hierarchy3"/>
    <dgm:cxn modelId="{46CAD53E-1FEF-2448-B8BF-0F5311FD70AA}" type="presOf" srcId="{824D0C7A-EE20-3947-AB23-0DA236756437}" destId="{001FEB77-AAB5-6F48-96B8-3088D444B2A4}" srcOrd="0" destOrd="0" presId="urn:microsoft.com/office/officeart/2005/8/layout/hierarchy3"/>
    <dgm:cxn modelId="{6E28B93E-2C46-B44D-8379-0AEEDAA97B36}" srcId="{DB717E52-9950-434F-BEA9-44D52A63C062}" destId="{C459BC37-B25C-A44E-B56E-7D33278D1EEE}" srcOrd="1" destOrd="0" parTransId="{2C7B8636-B9B2-0946-8C59-2BFCC48F7EB4}" sibTransId="{06ED8C72-CCD9-4741-963B-21821DF7CB52}"/>
    <dgm:cxn modelId="{22519FF9-15B4-D945-B173-DEC05C671E09}" srcId="{C918E037-B86E-9040-A269-4002B7AED4B9}" destId="{FBA5408E-4077-2B40-B646-D908222BC38D}" srcOrd="3" destOrd="0" parTransId="{DAC687F9-DBB5-104D-BE87-0BD3F74CAF44}" sibTransId="{DC16B0B3-441D-FA4E-B59E-375165904DC1}"/>
    <dgm:cxn modelId="{317DD0AC-C013-6F49-BF35-AB45F1DC7F3F}" type="presOf" srcId="{629D2C07-DA2B-A044-9353-52ECB5DD58BF}" destId="{74C023C8-2218-A142-A448-0DFC3C067E18}" srcOrd="0" destOrd="0" presId="urn:microsoft.com/office/officeart/2005/8/layout/hierarchy3"/>
    <dgm:cxn modelId="{DD32E9EE-A5CC-9749-B7F7-40ED01FB38B0}" srcId="{95127E1E-F3E9-A740-9F37-DBD98CBBCE98}" destId="{F4800DA5-1D42-2744-886F-D03BD7EFE77C}" srcOrd="3" destOrd="0" parTransId="{7A2AFB4E-64BD-DB41-BF83-3D2C59DCC08E}" sibTransId="{4A104CD2-C592-4442-802F-7C447B5F0781}"/>
    <dgm:cxn modelId="{73F9F59B-AFF1-644D-99D7-265FAEA8FF04}" type="presOf" srcId="{FBA5408E-4077-2B40-B646-D908222BC38D}" destId="{683521D0-B539-F54C-BB60-2CF58AA7988D}" srcOrd="0" destOrd="0" presId="urn:microsoft.com/office/officeart/2005/8/layout/hierarchy3"/>
    <dgm:cxn modelId="{CB7519D5-1658-EB46-BD31-6B391299CA60}" type="presOf" srcId="{33CDD461-C314-AE45-B3B9-8BD1CF55FB7E}" destId="{A52E9927-AACA-7D42-A2E0-2B587FC952F6}" srcOrd="0" destOrd="0" presId="urn:microsoft.com/office/officeart/2005/8/layout/hierarchy3"/>
    <dgm:cxn modelId="{A3B54C6E-8421-1E4B-A8CE-A92BC70ED8B2}" srcId="{C918E037-B86E-9040-A269-4002B7AED4B9}" destId="{2E590367-6AD4-4449-BD0C-27DE1FF28230}" srcOrd="2" destOrd="0" parTransId="{2370A48F-683F-8847-AFDD-02347086EDBC}" sibTransId="{6DAA6D44-6F26-8548-903E-B85D00FB9822}"/>
    <dgm:cxn modelId="{FE6D6F78-D566-1E44-B5E3-0A7954AEDDD8}" type="presOf" srcId="{F0722DB4-BE6F-F048-8F0B-52C8A595A600}" destId="{BE2C0A21-9C16-4D41-8416-324BA43F937C}" srcOrd="0" destOrd="0" presId="urn:microsoft.com/office/officeart/2005/8/layout/hierarchy3"/>
    <dgm:cxn modelId="{84027279-EC0A-8E46-8CEB-C6E63DB5E49C}" srcId="{FBA5408E-4077-2B40-B646-D908222BC38D}" destId="{77150C09-5F86-E24F-A588-F2C222D91207}" srcOrd="2" destOrd="0" parTransId="{4D023F79-32F6-A74E-B727-DACAB95130BD}" sibTransId="{5B801FD3-3CD6-1144-B75D-666F125B98B8}"/>
    <dgm:cxn modelId="{9A1FFABD-4F6D-4047-BAA4-DE4B67E7772B}" type="presOf" srcId="{705167E7-AC33-8140-B048-E1839606A987}" destId="{3E63C362-2805-B54F-BF7F-298AC29FA3DC}" srcOrd="0" destOrd="0" presId="urn:microsoft.com/office/officeart/2005/8/layout/hierarchy3"/>
    <dgm:cxn modelId="{8A861FD8-FC8D-8D4A-B63A-F606C4E4558F}" type="presOf" srcId="{05ABB118-668E-0E4A-AE1E-E00D4470CE9C}" destId="{7C0D372C-E324-994F-A15B-1738D9B75A7F}" srcOrd="0" destOrd="0" presId="urn:microsoft.com/office/officeart/2005/8/layout/hierarchy3"/>
    <dgm:cxn modelId="{42DE1FD4-5765-434E-BB78-1722C4875115}" srcId="{FBA5408E-4077-2B40-B646-D908222BC38D}" destId="{92428456-074C-594B-8A00-01AD267C732A}" srcOrd="0" destOrd="0" parTransId="{4DCBA244-5BEA-024E-9848-F34D39EF41BB}" sibTransId="{DF5CC00C-5D43-C040-949F-48EA8D88663D}"/>
    <dgm:cxn modelId="{234D166A-5B29-624F-A9C6-D3B517C5FFB0}" type="presOf" srcId="{C1DFC649-F2C7-1C4B-9494-E5564FB6FC9E}" destId="{E7EA9A67-2D43-7B4A-A293-03F2E0DEA50C}" srcOrd="0" destOrd="0" presId="urn:microsoft.com/office/officeart/2005/8/layout/hierarchy3"/>
    <dgm:cxn modelId="{0D1A860F-AB3C-7B41-8F76-FA2308A24050}" srcId="{DB717E52-9950-434F-BEA9-44D52A63C062}" destId="{33CDD461-C314-AE45-B3B9-8BD1CF55FB7E}" srcOrd="3" destOrd="0" parTransId="{E28D84DE-FDF9-2F42-B3F9-C5A07E56B262}" sibTransId="{17248675-C36A-904D-82E7-6039822DFA7A}"/>
    <dgm:cxn modelId="{0B06B12B-2570-F24A-878F-C34AE62663C5}" type="presOf" srcId="{F4800DA5-1D42-2744-886F-D03BD7EFE77C}" destId="{9C031366-C59D-694B-94A6-C9B3CBAD1D22}" srcOrd="0" destOrd="0" presId="urn:microsoft.com/office/officeart/2005/8/layout/hierarchy3"/>
    <dgm:cxn modelId="{C57EAE12-82C3-424A-AC88-7D2FBBE28A55}" type="presOf" srcId="{2E5D8F50-57AD-0A4C-92B5-C1154757A29D}" destId="{2D5DC9E6-1DF7-F74A-AEB9-F49CE71B15C8}" srcOrd="0" destOrd="0" presId="urn:microsoft.com/office/officeart/2005/8/layout/hierarchy3"/>
    <dgm:cxn modelId="{90944A0C-E7BC-C84B-88B0-B343CC6124DE}" type="presOf" srcId="{4DCBA244-5BEA-024E-9848-F34D39EF41BB}" destId="{ECECA707-622A-5B4A-9438-06B88E8B5939}" srcOrd="0" destOrd="0" presId="urn:microsoft.com/office/officeart/2005/8/layout/hierarchy3"/>
    <dgm:cxn modelId="{8D2E529D-D8BE-E747-BF29-C9E064D83764}" srcId="{C918E037-B86E-9040-A269-4002B7AED4B9}" destId="{DB717E52-9950-434F-BEA9-44D52A63C062}" srcOrd="1" destOrd="0" parTransId="{C977DE3A-1E23-AB40-BA81-8284B3C2966E}" sibTransId="{82A31C39-CCD6-2743-888E-D6FE19510F60}"/>
    <dgm:cxn modelId="{4DA1F064-1414-2642-9815-EA6AFCFA6280}" type="presOf" srcId="{2F139558-799A-4A4E-84E1-70D37AAED36D}" destId="{A81D99D7-C6E1-7649-B7A5-DD5EDC6B0080}" srcOrd="0" destOrd="0" presId="urn:microsoft.com/office/officeart/2005/8/layout/hierarchy3"/>
    <dgm:cxn modelId="{7EC5DEED-E5B6-0847-A8A0-31ABA26DB64D}" type="presOf" srcId="{2C7B8636-B9B2-0946-8C59-2BFCC48F7EB4}" destId="{90183287-0E0B-E940-8F66-1679B148CA64}" srcOrd="0" destOrd="0" presId="urn:microsoft.com/office/officeart/2005/8/layout/hierarchy3"/>
    <dgm:cxn modelId="{49A2A376-1E3A-944D-9636-0E082D9A45A5}" srcId="{2E590367-6AD4-4449-BD0C-27DE1FF28230}" destId="{2E5D8F50-57AD-0A4C-92B5-C1154757A29D}" srcOrd="3" destOrd="0" parTransId="{13FDC9EB-C2CB-5048-8089-4B009C3C545A}" sibTransId="{85AEF1BD-4850-DA4B-A6F1-052CD5233C6F}"/>
    <dgm:cxn modelId="{35B1D142-ED71-A24D-B77D-DB25FB3E4529}" type="presOf" srcId="{44CB8E94-6040-494A-A58C-FAF86D6C6CA6}" destId="{0E1F9BF8-52FD-B946-A046-92A17994962D}" srcOrd="0" destOrd="0" presId="urn:microsoft.com/office/officeart/2005/8/layout/hierarchy3"/>
    <dgm:cxn modelId="{16D61D23-7D3D-A143-A1F2-A304A563C792}" type="presOf" srcId="{7505156C-3FC4-1C44-A4C6-030371DE4A93}" destId="{E9EAC60D-A400-B440-8B33-8BE41C07D87B}" srcOrd="0" destOrd="0" presId="urn:microsoft.com/office/officeart/2005/8/layout/hierarchy3"/>
    <dgm:cxn modelId="{D4B19767-2C47-4748-A1C5-0768F5AA059A}" srcId="{95127E1E-F3E9-A740-9F37-DBD98CBBCE98}" destId="{824D0C7A-EE20-3947-AB23-0DA236756437}" srcOrd="2" destOrd="0" parTransId="{450209C3-E9B4-0547-B563-6EDDD4D1F423}" sibTransId="{19CB3698-2CB2-E24E-9E5D-7E5657B11A8C}"/>
    <dgm:cxn modelId="{F302DD21-7D6D-2847-B57B-0FE936BD257B}" type="presOf" srcId="{7DB8196F-CD90-2842-BA76-721CBF2AE19D}" destId="{0372304B-0AAE-AE4C-A26E-B34D3ABD1F6B}" srcOrd="0" destOrd="0" presId="urn:microsoft.com/office/officeart/2005/8/layout/hierarchy3"/>
    <dgm:cxn modelId="{E28BEB38-2740-4540-A24E-852854CD268C}" type="presOf" srcId="{960D1636-FC37-0845-B5D1-60C993599F94}" destId="{DAD42007-6196-7E48-8E94-267A7D2C4D8B}" srcOrd="0" destOrd="0" presId="urn:microsoft.com/office/officeart/2005/8/layout/hierarchy3"/>
    <dgm:cxn modelId="{6A55B422-B911-2D4F-8F9F-97047F75C141}" type="presOf" srcId="{4D023F79-32F6-A74E-B727-DACAB95130BD}" destId="{B112F9FF-B2B2-C741-AD05-4BD6136A6687}" srcOrd="0" destOrd="0" presId="urn:microsoft.com/office/officeart/2005/8/layout/hierarchy3"/>
    <dgm:cxn modelId="{46F81BE9-C783-5C4C-9F18-877B07C913DD}" srcId="{95127E1E-F3E9-A740-9F37-DBD98CBBCE98}" destId="{E5302822-673B-794F-A9CE-D5933AFD9219}" srcOrd="1" destOrd="0" parTransId="{120CB7F9-C1EC-BF43-B160-AA45F96441B1}" sibTransId="{D857C9D0-92C9-A04D-9A32-928B403444AC}"/>
    <dgm:cxn modelId="{7039A01B-D94C-CA42-A626-F8369560B5C1}" type="presOf" srcId="{0C9329DA-8314-8745-813C-AD93E3BB447D}" destId="{DD3C85CB-9782-FF40-8634-72E17494011B}" srcOrd="0" destOrd="0" presId="urn:microsoft.com/office/officeart/2005/8/layout/hierarchy3"/>
    <dgm:cxn modelId="{F171BFE0-6B5D-EC48-80BB-7A71B0C1530B}" type="presOf" srcId="{FC6301AC-C5FA-844B-88B3-F12A94BAC23B}" destId="{CEF51A88-4043-F342-BE39-14380BEB4531}" srcOrd="0" destOrd="0" presId="urn:microsoft.com/office/officeart/2005/8/layout/hierarchy3"/>
    <dgm:cxn modelId="{49E43145-14B8-2748-8FE6-13569935B56D}" type="presParOf" srcId="{8B8ECC97-1130-2E4D-BAEC-08EBAE119800}" destId="{4B4D3856-D756-664B-85D3-8DA8FF328DBF}" srcOrd="0" destOrd="0" presId="urn:microsoft.com/office/officeart/2005/8/layout/hierarchy3"/>
    <dgm:cxn modelId="{AF2B150F-E640-DD4B-8B41-727ABB856198}" type="presParOf" srcId="{4B4D3856-D756-664B-85D3-8DA8FF328DBF}" destId="{6843C11D-8AA8-FD48-88F4-AAC453416ABF}" srcOrd="0" destOrd="0" presId="urn:microsoft.com/office/officeart/2005/8/layout/hierarchy3"/>
    <dgm:cxn modelId="{CAE19348-E377-B445-AC5B-C020C2505DF6}" type="presParOf" srcId="{6843C11D-8AA8-FD48-88F4-AAC453416ABF}" destId="{0AC2BE69-E48D-0D43-B5A8-6DFBF8DDD942}" srcOrd="0" destOrd="0" presId="urn:microsoft.com/office/officeart/2005/8/layout/hierarchy3"/>
    <dgm:cxn modelId="{A15865D8-A268-124C-A6A9-C9FFCEA6AF68}" type="presParOf" srcId="{6843C11D-8AA8-FD48-88F4-AAC453416ABF}" destId="{08DBD38B-5925-2C45-B180-29039A58371A}" srcOrd="1" destOrd="0" presId="urn:microsoft.com/office/officeart/2005/8/layout/hierarchy3"/>
    <dgm:cxn modelId="{7AEDFD0C-9650-7644-9030-3447BF0DA9E7}" type="presParOf" srcId="{4B4D3856-D756-664B-85D3-8DA8FF328DBF}" destId="{424781BA-B24C-254D-8CE3-8B129C410E93}" srcOrd="1" destOrd="0" presId="urn:microsoft.com/office/officeart/2005/8/layout/hierarchy3"/>
    <dgm:cxn modelId="{A4797B81-9899-E647-B5AF-E96F04286D5D}" type="presParOf" srcId="{424781BA-B24C-254D-8CE3-8B129C410E93}" destId="{0E1F9BF8-52FD-B946-A046-92A17994962D}" srcOrd="0" destOrd="0" presId="urn:microsoft.com/office/officeart/2005/8/layout/hierarchy3"/>
    <dgm:cxn modelId="{622A3845-1B26-7E49-B156-2422C2D3BBFD}" type="presParOf" srcId="{424781BA-B24C-254D-8CE3-8B129C410E93}" destId="{7C0D372C-E324-994F-A15B-1738D9B75A7F}" srcOrd="1" destOrd="0" presId="urn:microsoft.com/office/officeart/2005/8/layout/hierarchy3"/>
    <dgm:cxn modelId="{D7872080-C268-BD4E-82CB-1C7E1387A183}" type="presParOf" srcId="{424781BA-B24C-254D-8CE3-8B129C410E93}" destId="{991CACAC-7592-184E-81A8-396E77B13BF1}" srcOrd="2" destOrd="0" presId="urn:microsoft.com/office/officeart/2005/8/layout/hierarchy3"/>
    <dgm:cxn modelId="{5CF3F904-4F80-1242-91D4-69B01333B930}" type="presParOf" srcId="{424781BA-B24C-254D-8CE3-8B129C410E93}" destId="{8710C31F-F9E7-EE40-A4C2-F56762C7399C}" srcOrd="3" destOrd="0" presId="urn:microsoft.com/office/officeart/2005/8/layout/hierarchy3"/>
    <dgm:cxn modelId="{04D7EEE9-B57E-3F4F-BE7F-1CB78BAC9BFD}" type="presParOf" srcId="{424781BA-B24C-254D-8CE3-8B129C410E93}" destId="{46574E0D-A4B0-5441-8F5E-995B8D12594F}" srcOrd="4" destOrd="0" presId="urn:microsoft.com/office/officeart/2005/8/layout/hierarchy3"/>
    <dgm:cxn modelId="{87651B11-C61B-6243-BC77-5C2F0C8ABA09}" type="presParOf" srcId="{424781BA-B24C-254D-8CE3-8B129C410E93}" destId="{001FEB77-AAB5-6F48-96B8-3088D444B2A4}" srcOrd="5" destOrd="0" presId="urn:microsoft.com/office/officeart/2005/8/layout/hierarchy3"/>
    <dgm:cxn modelId="{BD8C7312-7DA4-4E43-81B6-7B7C4924C4A8}" type="presParOf" srcId="{424781BA-B24C-254D-8CE3-8B129C410E93}" destId="{C02D46E7-AAA6-324B-B46D-5160E708E31C}" srcOrd="6" destOrd="0" presId="urn:microsoft.com/office/officeart/2005/8/layout/hierarchy3"/>
    <dgm:cxn modelId="{F97539EE-9016-2C49-8EA3-37BB32C11305}" type="presParOf" srcId="{424781BA-B24C-254D-8CE3-8B129C410E93}" destId="{9C031366-C59D-694B-94A6-C9B3CBAD1D22}" srcOrd="7" destOrd="0" presId="urn:microsoft.com/office/officeart/2005/8/layout/hierarchy3"/>
    <dgm:cxn modelId="{CAF489EA-5066-374E-807D-99C6F2591534}" type="presParOf" srcId="{424781BA-B24C-254D-8CE3-8B129C410E93}" destId="{2D604556-996F-9046-8ECD-C2905F93CAA7}" srcOrd="8" destOrd="0" presId="urn:microsoft.com/office/officeart/2005/8/layout/hierarchy3"/>
    <dgm:cxn modelId="{75861A2A-0CFB-F346-B5C1-3E2D325F729B}" type="presParOf" srcId="{424781BA-B24C-254D-8CE3-8B129C410E93}" destId="{3E5229B9-62E6-2E47-86E0-6A0DDF3C3C52}" srcOrd="9" destOrd="0" presId="urn:microsoft.com/office/officeart/2005/8/layout/hierarchy3"/>
    <dgm:cxn modelId="{CDAF0CC6-DCD4-D845-9A42-702D4E5E019F}" type="presParOf" srcId="{424781BA-B24C-254D-8CE3-8B129C410E93}" destId="{CA9FCD3D-17F0-184C-9167-CFDF3F95CEC1}" srcOrd="10" destOrd="0" presId="urn:microsoft.com/office/officeart/2005/8/layout/hierarchy3"/>
    <dgm:cxn modelId="{E9AE69F0-C54D-9B48-A1F4-3637722598C3}" type="presParOf" srcId="{424781BA-B24C-254D-8CE3-8B129C410E93}" destId="{DAD42007-6196-7E48-8E94-267A7D2C4D8B}" srcOrd="11" destOrd="0" presId="urn:microsoft.com/office/officeart/2005/8/layout/hierarchy3"/>
    <dgm:cxn modelId="{1E1DEEC2-E155-E144-8ED8-392F7FFB9187}" type="presParOf" srcId="{8B8ECC97-1130-2E4D-BAEC-08EBAE119800}" destId="{AC8B276C-5DB7-5F45-B0B3-2DA2E8FC8527}" srcOrd="1" destOrd="0" presId="urn:microsoft.com/office/officeart/2005/8/layout/hierarchy3"/>
    <dgm:cxn modelId="{0D757608-D0C9-2447-B992-E93A04D42578}" type="presParOf" srcId="{AC8B276C-5DB7-5F45-B0B3-2DA2E8FC8527}" destId="{51A7A269-49F1-E846-BAE1-25E09A026E51}" srcOrd="0" destOrd="0" presId="urn:microsoft.com/office/officeart/2005/8/layout/hierarchy3"/>
    <dgm:cxn modelId="{4A80EBBE-289E-1E48-90D4-251436C6239C}" type="presParOf" srcId="{51A7A269-49F1-E846-BAE1-25E09A026E51}" destId="{247594D8-1CD4-5545-A0D4-5835BE415891}" srcOrd="0" destOrd="0" presId="urn:microsoft.com/office/officeart/2005/8/layout/hierarchy3"/>
    <dgm:cxn modelId="{66326D68-A491-1B42-A9D9-79965A9BE839}" type="presParOf" srcId="{51A7A269-49F1-E846-BAE1-25E09A026E51}" destId="{0F729638-C868-6C46-A121-0E31567786CA}" srcOrd="1" destOrd="0" presId="urn:microsoft.com/office/officeart/2005/8/layout/hierarchy3"/>
    <dgm:cxn modelId="{A99250BA-8D58-074A-A5AC-177A8820D423}" type="presParOf" srcId="{AC8B276C-5DB7-5F45-B0B3-2DA2E8FC8527}" destId="{73C74558-19ED-7743-8077-151CEC2D697C}" srcOrd="1" destOrd="0" presId="urn:microsoft.com/office/officeart/2005/8/layout/hierarchy3"/>
    <dgm:cxn modelId="{18462C0B-8FEE-D040-AC21-19F30E430C7B}" type="presParOf" srcId="{73C74558-19ED-7743-8077-151CEC2D697C}" destId="{4D65C8A7-4F37-C243-AE30-BCF3F4F15F34}" srcOrd="0" destOrd="0" presId="urn:microsoft.com/office/officeart/2005/8/layout/hierarchy3"/>
    <dgm:cxn modelId="{FA14A8DD-50C1-D843-9775-1F55FC727702}" type="presParOf" srcId="{73C74558-19ED-7743-8077-151CEC2D697C}" destId="{0B7D42AE-AA84-0D4C-B33A-BEFFD4479F6A}" srcOrd="1" destOrd="0" presId="urn:microsoft.com/office/officeart/2005/8/layout/hierarchy3"/>
    <dgm:cxn modelId="{4422889E-B954-8845-BEB8-7471886CD807}" type="presParOf" srcId="{73C74558-19ED-7743-8077-151CEC2D697C}" destId="{90183287-0E0B-E940-8F66-1679B148CA64}" srcOrd="2" destOrd="0" presId="urn:microsoft.com/office/officeart/2005/8/layout/hierarchy3"/>
    <dgm:cxn modelId="{BE3C1E38-6552-A34B-A647-E20C60B0F360}" type="presParOf" srcId="{73C74558-19ED-7743-8077-151CEC2D697C}" destId="{61992F41-ACE1-064E-8E35-33567A7E8156}" srcOrd="3" destOrd="0" presId="urn:microsoft.com/office/officeart/2005/8/layout/hierarchy3"/>
    <dgm:cxn modelId="{95E83A76-06BE-4A4D-A9C3-D8F453191C42}" type="presParOf" srcId="{73C74558-19ED-7743-8077-151CEC2D697C}" destId="{74C023C8-2218-A142-A448-0DFC3C067E18}" srcOrd="4" destOrd="0" presId="urn:microsoft.com/office/officeart/2005/8/layout/hierarchy3"/>
    <dgm:cxn modelId="{DA167FC0-61C6-914D-8A8D-60430C431A9B}" type="presParOf" srcId="{73C74558-19ED-7743-8077-151CEC2D697C}" destId="{BE2C0A21-9C16-4D41-8416-324BA43F937C}" srcOrd="5" destOrd="0" presId="urn:microsoft.com/office/officeart/2005/8/layout/hierarchy3"/>
    <dgm:cxn modelId="{C800778C-FDF2-6640-8D16-45579B898CD0}" type="presParOf" srcId="{73C74558-19ED-7743-8077-151CEC2D697C}" destId="{460138E4-2AEB-854E-B6C4-6005FE208DC6}" srcOrd="6" destOrd="0" presId="urn:microsoft.com/office/officeart/2005/8/layout/hierarchy3"/>
    <dgm:cxn modelId="{A9529809-8B5B-CA43-84FA-FE7E556F1563}" type="presParOf" srcId="{73C74558-19ED-7743-8077-151CEC2D697C}" destId="{A52E9927-AACA-7D42-A2E0-2B587FC952F6}" srcOrd="7" destOrd="0" presId="urn:microsoft.com/office/officeart/2005/8/layout/hierarchy3"/>
    <dgm:cxn modelId="{67B4B124-46D0-E54D-A622-2B9C4316E413}" type="presParOf" srcId="{73C74558-19ED-7743-8077-151CEC2D697C}" destId="{7C1F5D86-0FCB-2242-AF41-FBDCB90ABC3F}" srcOrd="8" destOrd="0" presId="urn:microsoft.com/office/officeart/2005/8/layout/hierarchy3"/>
    <dgm:cxn modelId="{BE224B72-D2DF-D64B-94D8-4C4A8A8FD918}" type="presParOf" srcId="{73C74558-19ED-7743-8077-151CEC2D697C}" destId="{A81D99D7-C6E1-7649-B7A5-DD5EDC6B0080}" srcOrd="9" destOrd="0" presId="urn:microsoft.com/office/officeart/2005/8/layout/hierarchy3"/>
    <dgm:cxn modelId="{2B00182E-C0C2-0C40-BBD5-D0122DF4B717}" type="presParOf" srcId="{73C74558-19ED-7743-8077-151CEC2D697C}" destId="{0784AC15-10BB-AB46-B5C0-B507B31A3B45}" srcOrd="10" destOrd="0" presId="urn:microsoft.com/office/officeart/2005/8/layout/hierarchy3"/>
    <dgm:cxn modelId="{41D4E92D-4CF8-BB49-8950-0DC8AFC14A29}" type="presParOf" srcId="{73C74558-19ED-7743-8077-151CEC2D697C}" destId="{812FEF60-88D8-6A45-ABF7-A2C48CE8D326}" srcOrd="11" destOrd="0" presId="urn:microsoft.com/office/officeart/2005/8/layout/hierarchy3"/>
    <dgm:cxn modelId="{9BDA0D54-5684-374D-9659-887AB8AF25BF}" type="presParOf" srcId="{73C74558-19ED-7743-8077-151CEC2D697C}" destId="{0372304B-0AAE-AE4C-A26E-B34D3ABD1F6B}" srcOrd="12" destOrd="0" presId="urn:microsoft.com/office/officeart/2005/8/layout/hierarchy3"/>
    <dgm:cxn modelId="{8563A25B-28FF-DE4D-8903-ACDBD72B8392}" type="presParOf" srcId="{73C74558-19ED-7743-8077-151CEC2D697C}" destId="{797DF960-06C4-234F-9650-208751042A8C}" srcOrd="13" destOrd="0" presId="urn:microsoft.com/office/officeart/2005/8/layout/hierarchy3"/>
    <dgm:cxn modelId="{0ACDC2BC-4FBA-F247-AAFB-294CDA64DE0D}" type="presParOf" srcId="{8B8ECC97-1130-2E4D-BAEC-08EBAE119800}" destId="{046975EE-E8D2-904A-9000-3417DA805C76}" srcOrd="2" destOrd="0" presId="urn:microsoft.com/office/officeart/2005/8/layout/hierarchy3"/>
    <dgm:cxn modelId="{875EF51F-279D-EE43-9316-6608ACD25FD4}" type="presParOf" srcId="{046975EE-E8D2-904A-9000-3417DA805C76}" destId="{6CC75CE1-9D5F-6F4F-9A25-BB1BC4F72B02}" srcOrd="0" destOrd="0" presId="urn:microsoft.com/office/officeart/2005/8/layout/hierarchy3"/>
    <dgm:cxn modelId="{F4657D57-BE43-9947-A914-31CB1F9EC1F9}" type="presParOf" srcId="{6CC75CE1-9D5F-6F4F-9A25-BB1BC4F72B02}" destId="{0DB16559-1147-BC40-94C9-92316A221D3F}" srcOrd="0" destOrd="0" presId="urn:microsoft.com/office/officeart/2005/8/layout/hierarchy3"/>
    <dgm:cxn modelId="{282EBCBA-643F-4C47-8473-F1C0EEDA37A2}" type="presParOf" srcId="{6CC75CE1-9D5F-6F4F-9A25-BB1BC4F72B02}" destId="{DA4051F9-A938-854A-837A-2A781761638B}" srcOrd="1" destOrd="0" presId="urn:microsoft.com/office/officeart/2005/8/layout/hierarchy3"/>
    <dgm:cxn modelId="{01D5A972-9C97-934D-90E7-814E1B4268D4}" type="presParOf" srcId="{046975EE-E8D2-904A-9000-3417DA805C76}" destId="{5D1CB818-8C41-5E4C-99EE-35343BA5E144}" srcOrd="1" destOrd="0" presId="urn:microsoft.com/office/officeart/2005/8/layout/hierarchy3"/>
    <dgm:cxn modelId="{9F967087-1184-004E-9A55-76FAEBA074D8}" type="presParOf" srcId="{5D1CB818-8C41-5E4C-99EE-35343BA5E144}" destId="{74A96FA9-002A-2448-BB05-00CE95677897}" srcOrd="0" destOrd="0" presId="urn:microsoft.com/office/officeart/2005/8/layout/hierarchy3"/>
    <dgm:cxn modelId="{5B0D4938-1797-3D46-BD27-1DE8AA92767D}" type="presParOf" srcId="{5D1CB818-8C41-5E4C-99EE-35343BA5E144}" destId="{3E63C362-2805-B54F-BF7F-298AC29FA3DC}" srcOrd="1" destOrd="0" presId="urn:microsoft.com/office/officeart/2005/8/layout/hierarchy3"/>
    <dgm:cxn modelId="{BDC3102E-60EC-4540-BB84-E388744E1C2A}" type="presParOf" srcId="{5D1CB818-8C41-5E4C-99EE-35343BA5E144}" destId="{DD3C85CB-9782-FF40-8634-72E17494011B}" srcOrd="2" destOrd="0" presId="urn:microsoft.com/office/officeart/2005/8/layout/hierarchy3"/>
    <dgm:cxn modelId="{C355C3F9-0D16-A64F-83C3-B3EE7C0B4CE4}" type="presParOf" srcId="{5D1CB818-8C41-5E4C-99EE-35343BA5E144}" destId="{CEF51A88-4043-F342-BE39-14380BEB4531}" srcOrd="3" destOrd="0" presId="urn:microsoft.com/office/officeart/2005/8/layout/hierarchy3"/>
    <dgm:cxn modelId="{B5F37E3C-5B27-494F-91F0-0FDFF98BDF33}" type="presParOf" srcId="{5D1CB818-8C41-5E4C-99EE-35343BA5E144}" destId="{63D342A2-78A7-224D-8729-1F02399209E5}" srcOrd="4" destOrd="0" presId="urn:microsoft.com/office/officeart/2005/8/layout/hierarchy3"/>
    <dgm:cxn modelId="{7F7928E7-1C28-2441-96B1-F490A4D0BEF4}" type="presParOf" srcId="{5D1CB818-8C41-5E4C-99EE-35343BA5E144}" destId="{E9EAC60D-A400-B440-8B33-8BE41C07D87B}" srcOrd="5" destOrd="0" presId="urn:microsoft.com/office/officeart/2005/8/layout/hierarchy3"/>
    <dgm:cxn modelId="{49A87B30-E931-8F48-915F-600619567F36}" type="presParOf" srcId="{5D1CB818-8C41-5E4C-99EE-35343BA5E144}" destId="{F85C73FF-8BA3-2142-952A-C7BD3EEF8F00}" srcOrd="6" destOrd="0" presId="urn:microsoft.com/office/officeart/2005/8/layout/hierarchy3"/>
    <dgm:cxn modelId="{AECDAB96-1E05-C747-9998-DDBB22D93380}" type="presParOf" srcId="{5D1CB818-8C41-5E4C-99EE-35343BA5E144}" destId="{2D5DC9E6-1DF7-F74A-AEB9-F49CE71B15C8}" srcOrd="7" destOrd="0" presId="urn:microsoft.com/office/officeart/2005/8/layout/hierarchy3"/>
    <dgm:cxn modelId="{233CEAE6-8976-8A44-99A1-2B98B9A3CF25}" type="presParOf" srcId="{5D1CB818-8C41-5E4C-99EE-35343BA5E144}" destId="{8C39ED7D-29F5-2D4C-B15B-39F7E7C19397}" srcOrd="8" destOrd="0" presId="urn:microsoft.com/office/officeart/2005/8/layout/hierarchy3"/>
    <dgm:cxn modelId="{A99625AC-3E02-1144-ADEE-07EA5EFD5A03}" type="presParOf" srcId="{5D1CB818-8C41-5E4C-99EE-35343BA5E144}" destId="{7E5DDDA7-4385-264B-9400-29B1A96798A5}" srcOrd="9" destOrd="0" presId="urn:microsoft.com/office/officeart/2005/8/layout/hierarchy3"/>
    <dgm:cxn modelId="{AF9B99CB-47A8-5648-977A-165F932D4A06}" type="presParOf" srcId="{8B8ECC97-1130-2E4D-BAEC-08EBAE119800}" destId="{4EF8FDC4-7932-5541-BBD0-8F2BDA9B43A1}" srcOrd="3" destOrd="0" presId="urn:microsoft.com/office/officeart/2005/8/layout/hierarchy3"/>
    <dgm:cxn modelId="{79663365-F2A3-AE49-A237-97417DE4B3F5}" type="presParOf" srcId="{4EF8FDC4-7932-5541-BBD0-8F2BDA9B43A1}" destId="{C39F4F3F-CBDA-6442-9C7D-120813A1582A}" srcOrd="0" destOrd="0" presId="urn:microsoft.com/office/officeart/2005/8/layout/hierarchy3"/>
    <dgm:cxn modelId="{24E88B21-D084-6140-9F9D-ECE436480D54}" type="presParOf" srcId="{C39F4F3F-CBDA-6442-9C7D-120813A1582A}" destId="{683521D0-B539-F54C-BB60-2CF58AA7988D}" srcOrd="0" destOrd="0" presId="urn:microsoft.com/office/officeart/2005/8/layout/hierarchy3"/>
    <dgm:cxn modelId="{59B6B7AB-4195-904E-AD07-E36108AEA501}" type="presParOf" srcId="{C39F4F3F-CBDA-6442-9C7D-120813A1582A}" destId="{705B8C5E-06C0-8247-A2BE-2875B1C223E6}" srcOrd="1" destOrd="0" presId="urn:microsoft.com/office/officeart/2005/8/layout/hierarchy3"/>
    <dgm:cxn modelId="{528A966C-BCA2-544D-A543-0963AE1D3B3D}" type="presParOf" srcId="{4EF8FDC4-7932-5541-BBD0-8F2BDA9B43A1}" destId="{32CE51D8-B5B2-CF4B-BE2A-B19DDFF0D7B6}" srcOrd="1" destOrd="0" presId="urn:microsoft.com/office/officeart/2005/8/layout/hierarchy3"/>
    <dgm:cxn modelId="{3DA9EC58-71D7-3E43-8A36-00455EF5F828}" type="presParOf" srcId="{32CE51D8-B5B2-CF4B-BE2A-B19DDFF0D7B6}" destId="{ECECA707-622A-5B4A-9438-06B88E8B5939}" srcOrd="0" destOrd="0" presId="urn:microsoft.com/office/officeart/2005/8/layout/hierarchy3"/>
    <dgm:cxn modelId="{BA603150-11D3-4A49-A38C-3A67D2FE5C6A}" type="presParOf" srcId="{32CE51D8-B5B2-CF4B-BE2A-B19DDFF0D7B6}" destId="{0BE2D9F3-E5DA-C64B-97A6-06FDDF6A7B09}" srcOrd="1" destOrd="0" presId="urn:microsoft.com/office/officeart/2005/8/layout/hierarchy3"/>
    <dgm:cxn modelId="{FC269E63-4247-A64D-A2C5-75506EB07869}" type="presParOf" srcId="{32CE51D8-B5B2-CF4B-BE2A-B19DDFF0D7B6}" destId="{E7EA9A67-2D43-7B4A-A293-03F2E0DEA50C}" srcOrd="2" destOrd="0" presId="urn:microsoft.com/office/officeart/2005/8/layout/hierarchy3"/>
    <dgm:cxn modelId="{496D2152-A3D5-204E-8F7C-8E76652EB8A0}" type="presParOf" srcId="{32CE51D8-B5B2-CF4B-BE2A-B19DDFF0D7B6}" destId="{E549239E-2852-9144-B28E-22BCB88E4113}" srcOrd="3" destOrd="0" presId="urn:microsoft.com/office/officeart/2005/8/layout/hierarchy3"/>
    <dgm:cxn modelId="{F9BE2F6A-F866-A941-8054-8048FC79129C}" type="presParOf" srcId="{32CE51D8-B5B2-CF4B-BE2A-B19DDFF0D7B6}" destId="{B112F9FF-B2B2-C741-AD05-4BD6136A6687}" srcOrd="4" destOrd="0" presId="urn:microsoft.com/office/officeart/2005/8/layout/hierarchy3"/>
    <dgm:cxn modelId="{C82F8D46-6DF9-7E41-9951-31DDB4500692}" type="presParOf" srcId="{32CE51D8-B5B2-CF4B-BE2A-B19DDFF0D7B6}" destId="{F1D7BDD1-AC90-474E-B53E-E2EDBACC38E6}" srcOrd="5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2D2459-A571-4348-A410-8555EA36230A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85610-3E51-7E44-B31F-64D37D2F9448}">
      <dgm:prSet phldrT="[Text]"/>
      <dgm:spPr/>
      <dgm:t>
        <a:bodyPr/>
        <a:lstStyle/>
        <a:p>
          <a:r>
            <a:rPr lang="en-US" dirty="0" err="1" smtClean="0"/>
            <a:t>Effective_Permittivities</a:t>
          </a:r>
          <a:endParaRPr lang="en-US" dirty="0" smtClean="0"/>
        </a:p>
        <a:p>
          <a:r>
            <a:rPr lang="en-US" dirty="0" smtClean="0"/>
            <a:t>(functions called)</a:t>
          </a:r>
        </a:p>
      </dgm:t>
    </dgm:pt>
    <dgm:pt modelId="{90A3B0E4-1489-AB4C-91DD-24E76AD17B68}" type="parTrans" cxnId="{0ED915B8-674B-3442-AAB6-0B6AD618C154}">
      <dgm:prSet/>
      <dgm:spPr/>
      <dgm:t>
        <a:bodyPr/>
        <a:lstStyle/>
        <a:p>
          <a:endParaRPr lang="en-US"/>
        </a:p>
      </dgm:t>
    </dgm:pt>
    <dgm:pt modelId="{141F336B-973F-D442-94BE-F1117ACF3683}" type="sibTrans" cxnId="{0ED915B8-674B-3442-AAB6-0B6AD618C154}">
      <dgm:prSet/>
      <dgm:spPr/>
      <dgm:t>
        <a:bodyPr/>
        <a:lstStyle/>
        <a:p>
          <a:endParaRPr lang="en-US"/>
        </a:p>
      </dgm:t>
    </dgm:pt>
    <dgm:pt modelId="{06F92EFD-625B-EF4F-B283-B8A28A245429}">
      <dgm:prSet phldrT="[Text]" custT="1"/>
      <dgm:spPr/>
      <dgm:t>
        <a:bodyPr tIns="0" bIns="0"/>
        <a:lstStyle/>
        <a:p>
          <a:r>
            <a:rPr lang="en-US" sz="900" dirty="0" err="1" smtClean="0"/>
            <a:t>Initialise_Standard_Jnlookup</a:t>
          </a:r>
          <a:endParaRPr lang="en-US" sz="900" dirty="0" smtClean="0"/>
        </a:p>
        <a:p>
          <a:r>
            <a:rPr lang="en-US" sz="900" dirty="0" err="1" smtClean="0"/>
            <a:t>Initialise_Standard_Ynlookup</a:t>
          </a:r>
          <a:endParaRPr lang="en-US" sz="900" dirty="0"/>
        </a:p>
      </dgm:t>
    </dgm:pt>
    <dgm:pt modelId="{9B8EB2A1-5B30-DC48-8887-4C627A5A9421}" type="parTrans" cxnId="{4E68EC3B-A860-094E-BAFE-4ED16FEEDC15}">
      <dgm:prSet/>
      <dgm:spPr/>
      <dgm:t>
        <a:bodyPr/>
        <a:lstStyle/>
        <a:p>
          <a:endParaRPr lang="en-US"/>
        </a:p>
      </dgm:t>
    </dgm:pt>
    <dgm:pt modelId="{15B7CCB8-9A15-364E-A5E4-3E25C7257C1B}" type="sibTrans" cxnId="{4E68EC3B-A860-094E-BAFE-4ED16FEEDC15}">
      <dgm:prSet/>
      <dgm:spPr/>
      <dgm:t>
        <a:bodyPr/>
        <a:lstStyle/>
        <a:p>
          <a:endParaRPr lang="en-US"/>
        </a:p>
      </dgm:t>
    </dgm:pt>
    <dgm:pt modelId="{2718E3A9-8785-9B4C-872C-5A7F3EC1A331}">
      <dgm:prSet phldrT="[Text]" custT="1"/>
      <dgm:spPr>
        <a:solidFill>
          <a:schemeClr val="bg2">
            <a:lumMod val="90000"/>
          </a:schemeClr>
        </a:solidFill>
      </dgm:spPr>
      <dgm:t>
        <a:bodyPr tIns="0" bIns="0"/>
        <a:lstStyle/>
        <a:p>
          <a:r>
            <a:rPr lang="en-US" sz="900" dirty="0" err="1" smtClean="0"/>
            <a:t>Realise_Tree</a:t>
          </a:r>
          <a:endParaRPr lang="en-US" sz="900" dirty="0" smtClean="0"/>
        </a:p>
        <a:p>
          <a:r>
            <a:rPr lang="en-US" sz="900" dirty="0" smtClean="0"/>
            <a:t>(see backup slide)</a:t>
          </a:r>
          <a:endParaRPr lang="en-US" sz="900" dirty="0"/>
        </a:p>
      </dgm:t>
    </dgm:pt>
    <dgm:pt modelId="{D426177C-C338-374E-A646-A8B0A84845A6}" type="parTrans" cxnId="{39E10AA1-9D60-C64E-8060-CB90CC951F25}">
      <dgm:prSet/>
      <dgm:spPr/>
      <dgm:t>
        <a:bodyPr/>
        <a:lstStyle/>
        <a:p>
          <a:endParaRPr lang="en-US"/>
        </a:p>
      </dgm:t>
    </dgm:pt>
    <dgm:pt modelId="{7B84FC08-514E-F448-A9B9-50AD00FC07B6}" type="sibTrans" cxnId="{39E10AA1-9D60-C64E-8060-CB90CC951F25}">
      <dgm:prSet/>
      <dgm:spPr/>
      <dgm:t>
        <a:bodyPr/>
        <a:lstStyle/>
        <a:p>
          <a:endParaRPr lang="en-US"/>
        </a:p>
      </dgm:t>
    </dgm:pt>
    <dgm:pt modelId="{26D6DBFF-3D61-7948-955B-16114A4B05E3}">
      <dgm:prSet custT="1"/>
      <dgm:spPr/>
      <dgm:t>
        <a:bodyPr tIns="0" bIns="0"/>
        <a:lstStyle/>
        <a:p>
          <a:r>
            <a:rPr lang="en-US" sz="900" dirty="0" smtClean="0"/>
            <a:t>Cylinder_from_Branch</a:t>
          </a:r>
          <a:endParaRPr lang="en-US" sz="900" dirty="0"/>
        </a:p>
      </dgm:t>
    </dgm:pt>
    <dgm:pt modelId="{9DF1D349-24E3-3046-90DE-D30C05C17495}" type="parTrans" cxnId="{C198196C-CC5B-1D4F-81DF-D8C564B39C2D}">
      <dgm:prSet/>
      <dgm:spPr/>
      <dgm:t>
        <a:bodyPr/>
        <a:lstStyle/>
        <a:p>
          <a:endParaRPr lang="en-US"/>
        </a:p>
      </dgm:t>
    </dgm:pt>
    <dgm:pt modelId="{7E0C9EF5-DA13-314F-BB65-11DAC65CB5FD}" type="sibTrans" cxnId="{C198196C-CC5B-1D4F-81DF-D8C564B39C2D}">
      <dgm:prSet/>
      <dgm:spPr/>
      <dgm:t>
        <a:bodyPr/>
        <a:lstStyle/>
        <a:p>
          <a:endParaRPr lang="en-US"/>
        </a:p>
      </dgm:t>
    </dgm:pt>
    <dgm:pt modelId="{7F98D14E-9BFE-5648-BF40-C6B40D863403}">
      <dgm:prSet custT="1"/>
      <dgm:spPr/>
      <dgm:t>
        <a:bodyPr tIns="0" bIns="0"/>
        <a:lstStyle/>
        <a:p>
          <a:r>
            <a:rPr lang="en-US" sz="900" dirty="0" err="1" smtClean="0"/>
            <a:t>CylinderPolarisability</a:t>
          </a:r>
          <a:endParaRPr lang="en-US" sz="900" dirty="0"/>
        </a:p>
      </dgm:t>
    </dgm:pt>
    <dgm:pt modelId="{FDF2D4C4-5983-AC43-AC71-059FC1629295}" type="parTrans" cxnId="{0EFFE533-D7C1-BA42-9FEE-0BD651AB2975}">
      <dgm:prSet/>
      <dgm:spPr/>
      <dgm:t>
        <a:bodyPr/>
        <a:lstStyle/>
        <a:p>
          <a:endParaRPr lang="en-US"/>
        </a:p>
      </dgm:t>
    </dgm:pt>
    <dgm:pt modelId="{3438EAEE-1993-BC4F-9A2A-EEC8F0A75C42}" type="sibTrans" cxnId="{0EFFE533-D7C1-BA42-9FEE-0BD651AB2975}">
      <dgm:prSet/>
      <dgm:spPr/>
      <dgm:t>
        <a:bodyPr/>
        <a:lstStyle/>
        <a:p>
          <a:endParaRPr lang="en-US"/>
        </a:p>
      </dgm:t>
    </dgm:pt>
    <dgm:pt modelId="{7D8D3657-DA61-0641-8328-F42D67E087B0}">
      <dgm:prSet custT="1"/>
      <dgm:spPr/>
      <dgm:t>
        <a:bodyPr tIns="0" bIns="0"/>
        <a:lstStyle/>
        <a:p>
          <a:r>
            <a:rPr lang="en-US" sz="900" dirty="0" err="1" smtClean="0"/>
            <a:t>Leaf_Moisture</a:t>
          </a:r>
          <a:endParaRPr lang="en-US" sz="900" dirty="0"/>
        </a:p>
      </dgm:t>
    </dgm:pt>
    <dgm:pt modelId="{AC051385-0C55-B544-9102-4972E479FBAC}" type="parTrans" cxnId="{FA2D6826-568D-3D49-B087-99B7DE3F237D}">
      <dgm:prSet/>
      <dgm:spPr/>
      <dgm:t>
        <a:bodyPr/>
        <a:lstStyle/>
        <a:p>
          <a:endParaRPr lang="en-US"/>
        </a:p>
      </dgm:t>
    </dgm:pt>
    <dgm:pt modelId="{2444B8D6-FC1F-F641-81B3-2747B72C4C28}" type="sibTrans" cxnId="{FA2D6826-568D-3D49-B087-99B7DE3F237D}">
      <dgm:prSet/>
      <dgm:spPr/>
      <dgm:t>
        <a:bodyPr/>
        <a:lstStyle/>
        <a:p>
          <a:endParaRPr lang="en-US"/>
        </a:p>
      </dgm:t>
    </dgm:pt>
    <dgm:pt modelId="{FED71A22-0C65-B946-AD9D-5AEEE5342FB3}">
      <dgm:prSet custT="1"/>
      <dgm:spPr/>
      <dgm:t>
        <a:bodyPr tIns="0" bIns="0"/>
        <a:lstStyle/>
        <a:p>
          <a:r>
            <a:rPr lang="en-US" sz="900" dirty="0" smtClean="0"/>
            <a:t>vegetation_permittivity</a:t>
          </a:r>
          <a:endParaRPr lang="en-US" sz="900" dirty="0"/>
        </a:p>
      </dgm:t>
    </dgm:pt>
    <dgm:pt modelId="{A2005465-DF70-A545-932E-CFD7A44EBAAE}" type="parTrans" cxnId="{2F408482-353B-0E45-A175-597D334DDBA6}">
      <dgm:prSet/>
      <dgm:spPr/>
      <dgm:t>
        <a:bodyPr/>
        <a:lstStyle/>
        <a:p>
          <a:endParaRPr lang="en-US"/>
        </a:p>
      </dgm:t>
    </dgm:pt>
    <dgm:pt modelId="{BC0EC901-6FC6-1949-8DC6-3225E86C9A75}" type="sibTrans" cxnId="{2F408482-353B-0E45-A175-597D334DDBA6}">
      <dgm:prSet/>
      <dgm:spPr/>
      <dgm:t>
        <a:bodyPr/>
        <a:lstStyle/>
        <a:p>
          <a:endParaRPr lang="en-US"/>
        </a:p>
      </dgm:t>
    </dgm:pt>
    <dgm:pt modelId="{5D2B1061-B9C5-614E-BDED-2707E30F60BC}">
      <dgm:prSet custT="1"/>
      <dgm:spPr/>
      <dgm:t>
        <a:bodyPr tIns="0" bIns="0"/>
        <a:lstStyle/>
        <a:p>
          <a:r>
            <a:rPr lang="en-US" sz="900" dirty="0" err="1" smtClean="0"/>
            <a:t>Leaf_Depolarization_Factors</a:t>
          </a:r>
          <a:endParaRPr lang="en-US" sz="900" dirty="0"/>
        </a:p>
      </dgm:t>
    </dgm:pt>
    <dgm:pt modelId="{7AE130D3-D97C-734A-8CBC-EF7032231E4E}" type="parTrans" cxnId="{63269F37-01EC-DF40-8B14-BB848DAB2102}">
      <dgm:prSet/>
      <dgm:spPr/>
      <dgm:t>
        <a:bodyPr/>
        <a:lstStyle/>
        <a:p>
          <a:endParaRPr lang="en-US"/>
        </a:p>
      </dgm:t>
    </dgm:pt>
    <dgm:pt modelId="{455CD98D-4F8C-024B-99DC-FD089C53BDFA}" type="sibTrans" cxnId="{63269F37-01EC-DF40-8B14-BB848DAB2102}">
      <dgm:prSet/>
      <dgm:spPr/>
      <dgm:t>
        <a:bodyPr/>
        <a:lstStyle/>
        <a:p>
          <a:endParaRPr lang="en-US"/>
        </a:p>
      </dgm:t>
    </dgm:pt>
    <dgm:pt modelId="{937E0AB9-07CC-E94B-A81B-C9EBEAF9B3DF}">
      <dgm:prSet custT="1"/>
      <dgm:spPr/>
      <dgm:t>
        <a:bodyPr tIns="0" bIns="0"/>
        <a:lstStyle/>
        <a:p>
          <a:r>
            <a:rPr lang="en-US" sz="900" dirty="0" smtClean="0"/>
            <a:t>Tertiary_Branch_Moisture</a:t>
          </a:r>
          <a:endParaRPr lang="en-US" sz="900" dirty="0"/>
        </a:p>
      </dgm:t>
    </dgm:pt>
    <dgm:pt modelId="{FEBB0B6C-3A18-A84E-A075-D379A1AA16A8}" type="parTrans" cxnId="{F429254C-9A99-484C-9EE3-C7C4EE3FAA37}">
      <dgm:prSet/>
      <dgm:spPr/>
      <dgm:t>
        <a:bodyPr/>
        <a:lstStyle/>
        <a:p>
          <a:endParaRPr lang="en-US"/>
        </a:p>
      </dgm:t>
    </dgm:pt>
    <dgm:pt modelId="{770452A0-A299-F24F-898B-1C3D9C69F030}" type="sibTrans" cxnId="{F429254C-9A99-484C-9EE3-C7C4EE3FAA37}">
      <dgm:prSet/>
      <dgm:spPr/>
      <dgm:t>
        <a:bodyPr/>
        <a:lstStyle/>
        <a:p>
          <a:endParaRPr lang="en-US"/>
        </a:p>
      </dgm:t>
    </dgm:pt>
    <dgm:pt modelId="{630D8ABB-4ACE-2147-9180-0C390A766011}" type="pres">
      <dgm:prSet presAssocID="{642D2459-A571-4348-A410-8555EA3623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EF96C98-FF24-3446-B12C-67DE2F8DAF2A}" type="pres">
      <dgm:prSet presAssocID="{E7F85610-3E51-7E44-B31F-64D37D2F9448}" presName="root" presStyleCnt="0"/>
      <dgm:spPr/>
    </dgm:pt>
    <dgm:pt modelId="{7441F287-60DA-834B-A2A6-2C143324BBFD}" type="pres">
      <dgm:prSet presAssocID="{E7F85610-3E51-7E44-B31F-64D37D2F9448}" presName="rootComposite" presStyleCnt="0"/>
      <dgm:spPr/>
    </dgm:pt>
    <dgm:pt modelId="{3F26272A-C36D-AB43-81D5-C215B877207C}" type="pres">
      <dgm:prSet presAssocID="{E7F85610-3E51-7E44-B31F-64D37D2F9448}" presName="rootText" presStyleLbl="node1" presStyleIdx="0" presStyleCnt="1" custScaleX="213029" custLinFactNeighborX="2510" custLinFactNeighborY="-96"/>
      <dgm:spPr/>
      <dgm:t>
        <a:bodyPr/>
        <a:lstStyle/>
        <a:p>
          <a:endParaRPr lang="en-US"/>
        </a:p>
      </dgm:t>
    </dgm:pt>
    <dgm:pt modelId="{9708F603-055F-2345-94D0-38D89D3C736F}" type="pres">
      <dgm:prSet presAssocID="{E7F85610-3E51-7E44-B31F-64D37D2F9448}" presName="rootConnector" presStyleLbl="node1" presStyleIdx="0" presStyleCnt="1"/>
      <dgm:spPr/>
      <dgm:t>
        <a:bodyPr/>
        <a:lstStyle/>
        <a:p>
          <a:endParaRPr lang="en-US"/>
        </a:p>
      </dgm:t>
    </dgm:pt>
    <dgm:pt modelId="{27165E75-D39A-B640-AAF2-6F8D575C61EC}" type="pres">
      <dgm:prSet presAssocID="{E7F85610-3E51-7E44-B31F-64D37D2F9448}" presName="childShape" presStyleCnt="0"/>
      <dgm:spPr/>
    </dgm:pt>
    <dgm:pt modelId="{FE4D680E-33F5-FD4B-8D2D-4FFE21165441}" type="pres">
      <dgm:prSet presAssocID="{9B8EB2A1-5B30-DC48-8887-4C627A5A9421}" presName="Name13" presStyleLbl="parChTrans1D2" presStyleIdx="0" presStyleCnt="8"/>
      <dgm:spPr/>
      <dgm:t>
        <a:bodyPr/>
        <a:lstStyle/>
        <a:p>
          <a:endParaRPr lang="en-US"/>
        </a:p>
      </dgm:t>
    </dgm:pt>
    <dgm:pt modelId="{98541C6B-4F28-BF4D-BED2-30B107C2DE84}" type="pres">
      <dgm:prSet presAssocID="{06F92EFD-625B-EF4F-B283-B8A28A245429}" presName="childText" presStyleLbl="bgAcc1" presStyleIdx="0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D901B-68D2-BC4B-A86D-5484874784DD}" type="pres">
      <dgm:prSet presAssocID="{D426177C-C338-374E-A646-A8B0A84845A6}" presName="Name13" presStyleLbl="parChTrans1D2" presStyleIdx="1" presStyleCnt="8"/>
      <dgm:spPr/>
      <dgm:t>
        <a:bodyPr/>
        <a:lstStyle/>
        <a:p>
          <a:endParaRPr lang="en-US"/>
        </a:p>
      </dgm:t>
    </dgm:pt>
    <dgm:pt modelId="{0A51FE53-5F18-4B4E-99EC-F298E7AD7BC5}" type="pres">
      <dgm:prSet presAssocID="{2718E3A9-8785-9B4C-872C-5A7F3EC1A331}" presName="childText" presStyleLbl="bgAcc1" presStyleIdx="1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45388D-4C60-1E48-8A3A-D2C0641AB0E8}" type="pres">
      <dgm:prSet presAssocID="{9DF1D349-24E3-3046-90DE-D30C05C17495}" presName="Name13" presStyleLbl="parChTrans1D2" presStyleIdx="2" presStyleCnt="8"/>
      <dgm:spPr/>
      <dgm:t>
        <a:bodyPr/>
        <a:lstStyle/>
        <a:p>
          <a:endParaRPr lang="en-US"/>
        </a:p>
      </dgm:t>
    </dgm:pt>
    <dgm:pt modelId="{01D77E86-9302-CA4D-B661-1F1EB238281C}" type="pres">
      <dgm:prSet presAssocID="{26D6DBFF-3D61-7948-955B-16114A4B05E3}" presName="childText" presStyleLbl="bgAcc1" presStyleIdx="2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6D8C31-8BF5-FD40-B063-8B1D119D55AB}" type="pres">
      <dgm:prSet presAssocID="{FDF2D4C4-5983-AC43-AC71-059FC1629295}" presName="Name13" presStyleLbl="parChTrans1D2" presStyleIdx="3" presStyleCnt="8"/>
      <dgm:spPr/>
      <dgm:t>
        <a:bodyPr/>
        <a:lstStyle/>
        <a:p>
          <a:endParaRPr lang="en-US"/>
        </a:p>
      </dgm:t>
    </dgm:pt>
    <dgm:pt modelId="{C0C4CA25-90DB-9242-B6D6-3531C6E0D3AD}" type="pres">
      <dgm:prSet presAssocID="{7F98D14E-9BFE-5648-BF40-C6B40D863403}" presName="childText" presStyleLbl="bgAcc1" presStyleIdx="3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345030-7320-3347-A3D4-7D540D82E4C8}" type="pres">
      <dgm:prSet presAssocID="{AC051385-0C55-B544-9102-4972E479FBAC}" presName="Name13" presStyleLbl="parChTrans1D2" presStyleIdx="4" presStyleCnt="8"/>
      <dgm:spPr/>
      <dgm:t>
        <a:bodyPr/>
        <a:lstStyle/>
        <a:p>
          <a:endParaRPr lang="en-US"/>
        </a:p>
      </dgm:t>
    </dgm:pt>
    <dgm:pt modelId="{8FADE39E-3F05-994B-9820-7DC70F5723B3}" type="pres">
      <dgm:prSet presAssocID="{7D8D3657-DA61-0641-8328-F42D67E087B0}" presName="childText" presStyleLbl="bgAcc1" presStyleIdx="4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72A11-DD5A-7343-9EE8-284761DDDBAA}" type="pres">
      <dgm:prSet presAssocID="{A2005465-DF70-A545-932E-CFD7A44EBAAE}" presName="Name13" presStyleLbl="parChTrans1D2" presStyleIdx="5" presStyleCnt="8"/>
      <dgm:spPr/>
      <dgm:t>
        <a:bodyPr/>
        <a:lstStyle/>
        <a:p>
          <a:endParaRPr lang="en-US"/>
        </a:p>
      </dgm:t>
    </dgm:pt>
    <dgm:pt modelId="{3EA27104-E1E0-9E47-B2ED-2BAD8F71CF7F}" type="pres">
      <dgm:prSet presAssocID="{FED71A22-0C65-B946-AD9D-5AEEE5342FB3}" presName="childText" presStyleLbl="bgAcc1" presStyleIdx="5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6FA63A-92BB-3D4C-AF24-E45B09301601}" type="pres">
      <dgm:prSet presAssocID="{7AE130D3-D97C-734A-8CBC-EF7032231E4E}" presName="Name13" presStyleLbl="parChTrans1D2" presStyleIdx="6" presStyleCnt="8"/>
      <dgm:spPr/>
      <dgm:t>
        <a:bodyPr/>
        <a:lstStyle/>
        <a:p>
          <a:endParaRPr lang="en-US"/>
        </a:p>
      </dgm:t>
    </dgm:pt>
    <dgm:pt modelId="{B810A85A-86DC-2D41-8234-8CD0C5879BCF}" type="pres">
      <dgm:prSet presAssocID="{5D2B1061-B9C5-614E-BDED-2707E30F60BC}" presName="childText" presStyleLbl="bgAcc1" presStyleIdx="6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0CDD92-D783-B94B-B7E5-419B39E9B76B}" type="pres">
      <dgm:prSet presAssocID="{FEBB0B6C-3A18-A84E-A075-D379A1AA16A8}" presName="Name13" presStyleLbl="parChTrans1D2" presStyleIdx="7" presStyleCnt="8"/>
      <dgm:spPr/>
      <dgm:t>
        <a:bodyPr/>
        <a:lstStyle/>
        <a:p>
          <a:endParaRPr lang="en-US"/>
        </a:p>
      </dgm:t>
    </dgm:pt>
    <dgm:pt modelId="{6CF2C425-BD87-6845-BA98-55F1396A15F9}" type="pres">
      <dgm:prSet presAssocID="{937E0AB9-07CC-E94B-A81B-C9EBEAF9B3DF}" presName="childText" presStyleLbl="bgAcc1" presStyleIdx="7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7FF37F-E4FC-1F48-9382-EAB0B55EBF24}" type="presOf" srcId="{937E0AB9-07CC-E94B-A81B-C9EBEAF9B3DF}" destId="{6CF2C425-BD87-6845-BA98-55F1396A15F9}" srcOrd="0" destOrd="0" presId="urn:microsoft.com/office/officeart/2005/8/layout/hierarchy3"/>
    <dgm:cxn modelId="{473E60EA-5C17-A649-B186-689B116F94DD}" type="presOf" srcId="{E7F85610-3E51-7E44-B31F-64D37D2F9448}" destId="{9708F603-055F-2345-94D0-38D89D3C736F}" srcOrd="1" destOrd="0" presId="urn:microsoft.com/office/officeart/2005/8/layout/hierarchy3"/>
    <dgm:cxn modelId="{E7DBCB0F-7B33-6A45-98E2-35EBB04E9E52}" type="presOf" srcId="{9DF1D349-24E3-3046-90DE-D30C05C17495}" destId="{D045388D-4C60-1E48-8A3A-D2C0641AB0E8}" srcOrd="0" destOrd="0" presId="urn:microsoft.com/office/officeart/2005/8/layout/hierarchy3"/>
    <dgm:cxn modelId="{40D1AD1A-D025-CC4C-A82E-52BBCAAD21E5}" type="presOf" srcId="{7F98D14E-9BFE-5648-BF40-C6B40D863403}" destId="{C0C4CA25-90DB-9242-B6D6-3531C6E0D3AD}" srcOrd="0" destOrd="0" presId="urn:microsoft.com/office/officeart/2005/8/layout/hierarchy3"/>
    <dgm:cxn modelId="{61F3B053-52F4-8C4B-9B29-5FCF22FA0FAB}" type="presOf" srcId="{FDF2D4C4-5983-AC43-AC71-059FC1629295}" destId="{806D8C31-8BF5-FD40-B063-8B1D119D55AB}" srcOrd="0" destOrd="0" presId="urn:microsoft.com/office/officeart/2005/8/layout/hierarchy3"/>
    <dgm:cxn modelId="{A2E5A3B9-5A22-E243-88CC-37994E63CA4D}" type="presOf" srcId="{5D2B1061-B9C5-614E-BDED-2707E30F60BC}" destId="{B810A85A-86DC-2D41-8234-8CD0C5879BCF}" srcOrd="0" destOrd="0" presId="urn:microsoft.com/office/officeart/2005/8/layout/hierarchy3"/>
    <dgm:cxn modelId="{4FF3504E-2F79-B847-BF7E-2A8A7E2B8835}" type="presOf" srcId="{26D6DBFF-3D61-7948-955B-16114A4B05E3}" destId="{01D77E86-9302-CA4D-B661-1F1EB238281C}" srcOrd="0" destOrd="0" presId="urn:microsoft.com/office/officeart/2005/8/layout/hierarchy3"/>
    <dgm:cxn modelId="{F791BF3A-8471-5E49-9730-1A313510184C}" type="presOf" srcId="{06F92EFD-625B-EF4F-B283-B8A28A245429}" destId="{98541C6B-4F28-BF4D-BED2-30B107C2DE84}" srcOrd="0" destOrd="0" presId="urn:microsoft.com/office/officeart/2005/8/layout/hierarchy3"/>
    <dgm:cxn modelId="{39E10AA1-9D60-C64E-8060-CB90CC951F25}" srcId="{E7F85610-3E51-7E44-B31F-64D37D2F9448}" destId="{2718E3A9-8785-9B4C-872C-5A7F3EC1A331}" srcOrd="1" destOrd="0" parTransId="{D426177C-C338-374E-A646-A8B0A84845A6}" sibTransId="{7B84FC08-514E-F448-A9B9-50AD00FC07B6}"/>
    <dgm:cxn modelId="{203A8489-35C2-5447-BA88-2C8B975C9F09}" type="presOf" srcId="{7D8D3657-DA61-0641-8328-F42D67E087B0}" destId="{8FADE39E-3F05-994B-9820-7DC70F5723B3}" srcOrd="0" destOrd="0" presId="urn:microsoft.com/office/officeart/2005/8/layout/hierarchy3"/>
    <dgm:cxn modelId="{E3F43F73-0004-1748-90C7-ADCB21EBDFEE}" type="presOf" srcId="{E7F85610-3E51-7E44-B31F-64D37D2F9448}" destId="{3F26272A-C36D-AB43-81D5-C215B877207C}" srcOrd="0" destOrd="0" presId="urn:microsoft.com/office/officeart/2005/8/layout/hierarchy3"/>
    <dgm:cxn modelId="{EEA23BB3-99BC-DE45-BBFF-2EAF8F85A105}" type="presOf" srcId="{A2005465-DF70-A545-932E-CFD7A44EBAAE}" destId="{A8A72A11-DD5A-7343-9EE8-284761DDDBAA}" srcOrd="0" destOrd="0" presId="urn:microsoft.com/office/officeart/2005/8/layout/hierarchy3"/>
    <dgm:cxn modelId="{F429254C-9A99-484C-9EE3-C7C4EE3FAA37}" srcId="{E7F85610-3E51-7E44-B31F-64D37D2F9448}" destId="{937E0AB9-07CC-E94B-A81B-C9EBEAF9B3DF}" srcOrd="7" destOrd="0" parTransId="{FEBB0B6C-3A18-A84E-A075-D379A1AA16A8}" sibTransId="{770452A0-A299-F24F-898B-1C3D9C69F030}"/>
    <dgm:cxn modelId="{63269F37-01EC-DF40-8B14-BB848DAB2102}" srcId="{E7F85610-3E51-7E44-B31F-64D37D2F9448}" destId="{5D2B1061-B9C5-614E-BDED-2707E30F60BC}" srcOrd="6" destOrd="0" parTransId="{7AE130D3-D97C-734A-8CBC-EF7032231E4E}" sibTransId="{455CD98D-4F8C-024B-99DC-FD089C53BDFA}"/>
    <dgm:cxn modelId="{A7E3E6E6-3247-3C4A-AE38-8A376B764EB9}" type="presOf" srcId="{642D2459-A571-4348-A410-8555EA36230A}" destId="{630D8ABB-4ACE-2147-9180-0C390A766011}" srcOrd="0" destOrd="0" presId="urn:microsoft.com/office/officeart/2005/8/layout/hierarchy3"/>
    <dgm:cxn modelId="{E2B0846F-9E4B-ED48-BC62-E7B2AE8CE749}" type="presOf" srcId="{AC051385-0C55-B544-9102-4972E479FBAC}" destId="{3F345030-7320-3347-A3D4-7D540D82E4C8}" srcOrd="0" destOrd="0" presId="urn:microsoft.com/office/officeart/2005/8/layout/hierarchy3"/>
    <dgm:cxn modelId="{23B85725-0F96-4F4E-9F29-78945052E7F3}" type="presOf" srcId="{7AE130D3-D97C-734A-8CBC-EF7032231E4E}" destId="{9A6FA63A-92BB-3D4C-AF24-E45B09301601}" srcOrd="0" destOrd="0" presId="urn:microsoft.com/office/officeart/2005/8/layout/hierarchy3"/>
    <dgm:cxn modelId="{D1BEEE32-A6CD-1B45-BC67-E4934A294379}" type="presOf" srcId="{FED71A22-0C65-B946-AD9D-5AEEE5342FB3}" destId="{3EA27104-E1E0-9E47-B2ED-2BAD8F71CF7F}" srcOrd="0" destOrd="0" presId="urn:microsoft.com/office/officeart/2005/8/layout/hierarchy3"/>
    <dgm:cxn modelId="{0EFFE533-D7C1-BA42-9FEE-0BD651AB2975}" srcId="{E7F85610-3E51-7E44-B31F-64D37D2F9448}" destId="{7F98D14E-9BFE-5648-BF40-C6B40D863403}" srcOrd="3" destOrd="0" parTransId="{FDF2D4C4-5983-AC43-AC71-059FC1629295}" sibTransId="{3438EAEE-1993-BC4F-9A2A-EEC8F0A75C42}"/>
    <dgm:cxn modelId="{FA2D6826-568D-3D49-B087-99B7DE3F237D}" srcId="{E7F85610-3E51-7E44-B31F-64D37D2F9448}" destId="{7D8D3657-DA61-0641-8328-F42D67E087B0}" srcOrd="4" destOrd="0" parTransId="{AC051385-0C55-B544-9102-4972E479FBAC}" sibTransId="{2444B8D6-FC1F-F641-81B3-2747B72C4C28}"/>
    <dgm:cxn modelId="{249A11B0-D3BB-C340-B9E2-1D7BDA2FF1BB}" type="presOf" srcId="{D426177C-C338-374E-A646-A8B0A84845A6}" destId="{2C7D901B-68D2-BC4B-A86D-5484874784DD}" srcOrd="0" destOrd="0" presId="urn:microsoft.com/office/officeart/2005/8/layout/hierarchy3"/>
    <dgm:cxn modelId="{C198196C-CC5B-1D4F-81DF-D8C564B39C2D}" srcId="{E7F85610-3E51-7E44-B31F-64D37D2F9448}" destId="{26D6DBFF-3D61-7948-955B-16114A4B05E3}" srcOrd="2" destOrd="0" parTransId="{9DF1D349-24E3-3046-90DE-D30C05C17495}" sibTransId="{7E0C9EF5-DA13-314F-BB65-11DAC65CB5FD}"/>
    <dgm:cxn modelId="{28AEBA97-6370-C048-AF7C-C278DDD220EE}" type="presOf" srcId="{FEBB0B6C-3A18-A84E-A075-D379A1AA16A8}" destId="{D50CDD92-D783-B94B-B7E5-419B39E9B76B}" srcOrd="0" destOrd="0" presId="urn:microsoft.com/office/officeart/2005/8/layout/hierarchy3"/>
    <dgm:cxn modelId="{20E3EB80-BCA9-FD4B-A544-088F6AC37798}" type="presOf" srcId="{2718E3A9-8785-9B4C-872C-5A7F3EC1A331}" destId="{0A51FE53-5F18-4B4E-99EC-F298E7AD7BC5}" srcOrd="0" destOrd="0" presId="urn:microsoft.com/office/officeart/2005/8/layout/hierarchy3"/>
    <dgm:cxn modelId="{2F408482-353B-0E45-A175-597D334DDBA6}" srcId="{E7F85610-3E51-7E44-B31F-64D37D2F9448}" destId="{FED71A22-0C65-B946-AD9D-5AEEE5342FB3}" srcOrd="5" destOrd="0" parTransId="{A2005465-DF70-A545-932E-CFD7A44EBAAE}" sibTransId="{BC0EC901-6FC6-1949-8DC6-3225E86C9A75}"/>
    <dgm:cxn modelId="{4E68EC3B-A860-094E-BAFE-4ED16FEEDC15}" srcId="{E7F85610-3E51-7E44-B31F-64D37D2F9448}" destId="{06F92EFD-625B-EF4F-B283-B8A28A245429}" srcOrd="0" destOrd="0" parTransId="{9B8EB2A1-5B30-DC48-8887-4C627A5A9421}" sibTransId="{15B7CCB8-9A15-364E-A5E4-3E25C7257C1B}"/>
    <dgm:cxn modelId="{04023E45-407E-B241-9532-CE436210E09E}" type="presOf" srcId="{9B8EB2A1-5B30-DC48-8887-4C627A5A9421}" destId="{FE4D680E-33F5-FD4B-8D2D-4FFE21165441}" srcOrd="0" destOrd="0" presId="urn:microsoft.com/office/officeart/2005/8/layout/hierarchy3"/>
    <dgm:cxn modelId="{0ED915B8-674B-3442-AAB6-0B6AD618C154}" srcId="{642D2459-A571-4348-A410-8555EA36230A}" destId="{E7F85610-3E51-7E44-B31F-64D37D2F9448}" srcOrd="0" destOrd="0" parTransId="{90A3B0E4-1489-AB4C-91DD-24E76AD17B68}" sibTransId="{141F336B-973F-D442-94BE-F1117ACF3683}"/>
    <dgm:cxn modelId="{0BA6A58D-4280-BE43-A1EC-FC7AE924EC2E}" type="presParOf" srcId="{630D8ABB-4ACE-2147-9180-0C390A766011}" destId="{9EF96C98-FF24-3446-B12C-67DE2F8DAF2A}" srcOrd="0" destOrd="0" presId="urn:microsoft.com/office/officeart/2005/8/layout/hierarchy3"/>
    <dgm:cxn modelId="{22C79EF1-0A66-A443-AE15-432AE727722D}" type="presParOf" srcId="{9EF96C98-FF24-3446-B12C-67DE2F8DAF2A}" destId="{7441F287-60DA-834B-A2A6-2C143324BBFD}" srcOrd="0" destOrd="0" presId="urn:microsoft.com/office/officeart/2005/8/layout/hierarchy3"/>
    <dgm:cxn modelId="{1AD001FC-F97A-AD4A-B216-D272A46276E6}" type="presParOf" srcId="{7441F287-60DA-834B-A2A6-2C143324BBFD}" destId="{3F26272A-C36D-AB43-81D5-C215B877207C}" srcOrd="0" destOrd="0" presId="urn:microsoft.com/office/officeart/2005/8/layout/hierarchy3"/>
    <dgm:cxn modelId="{F160B1A3-8CDB-F040-B74A-3BAE1780CB4A}" type="presParOf" srcId="{7441F287-60DA-834B-A2A6-2C143324BBFD}" destId="{9708F603-055F-2345-94D0-38D89D3C736F}" srcOrd="1" destOrd="0" presId="urn:microsoft.com/office/officeart/2005/8/layout/hierarchy3"/>
    <dgm:cxn modelId="{D4FC50C9-7FEB-D048-BD73-E00A97DD02D2}" type="presParOf" srcId="{9EF96C98-FF24-3446-B12C-67DE2F8DAF2A}" destId="{27165E75-D39A-B640-AAF2-6F8D575C61EC}" srcOrd="1" destOrd="0" presId="urn:microsoft.com/office/officeart/2005/8/layout/hierarchy3"/>
    <dgm:cxn modelId="{14CF6965-E978-B34E-9723-404157D4DA95}" type="presParOf" srcId="{27165E75-D39A-B640-AAF2-6F8D575C61EC}" destId="{FE4D680E-33F5-FD4B-8D2D-4FFE21165441}" srcOrd="0" destOrd="0" presId="urn:microsoft.com/office/officeart/2005/8/layout/hierarchy3"/>
    <dgm:cxn modelId="{1D76082B-5739-744B-A2A5-9B81F7060C3D}" type="presParOf" srcId="{27165E75-D39A-B640-AAF2-6F8D575C61EC}" destId="{98541C6B-4F28-BF4D-BED2-30B107C2DE84}" srcOrd="1" destOrd="0" presId="urn:microsoft.com/office/officeart/2005/8/layout/hierarchy3"/>
    <dgm:cxn modelId="{6C96E876-F08D-F845-AA56-ACAA1E47ADFE}" type="presParOf" srcId="{27165E75-D39A-B640-AAF2-6F8D575C61EC}" destId="{2C7D901B-68D2-BC4B-A86D-5484874784DD}" srcOrd="2" destOrd="0" presId="urn:microsoft.com/office/officeart/2005/8/layout/hierarchy3"/>
    <dgm:cxn modelId="{7B869C4F-0777-7D46-98AA-5EED31EFB14F}" type="presParOf" srcId="{27165E75-D39A-B640-AAF2-6F8D575C61EC}" destId="{0A51FE53-5F18-4B4E-99EC-F298E7AD7BC5}" srcOrd="3" destOrd="0" presId="urn:microsoft.com/office/officeart/2005/8/layout/hierarchy3"/>
    <dgm:cxn modelId="{9B785EF7-63FC-274A-98FB-D1549E2996AF}" type="presParOf" srcId="{27165E75-D39A-B640-AAF2-6F8D575C61EC}" destId="{D045388D-4C60-1E48-8A3A-D2C0641AB0E8}" srcOrd="4" destOrd="0" presId="urn:microsoft.com/office/officeart/2005/8/layout/hierarchy3"/>
    <dgm:cxn modelId="{8398BA11-DC23-9842-889D-9675A0DC22F8}" type="presParOf" srcId="{27165E75-D39A-B640-AAF2-6F8D575C61EC}" destId="{01D77E86-9302-CA4D-B661-1F1EB238281C}" srcOrd="5" destOrd="0" presId="urn:microsoft.com/office/officeart/2005/8/layout/hierarchy3"/>
    <dgm:cxn modelId="{426CF8AB-6051-0748-AB43-EBA1F722D80F}" type="presParOf" srcId="{27165E75-D39A-B640-AAF2-6F8D575C61EC}" destId="{806D8C31-8BF5-FD40-B063-8B1D119D55AB}" srcOrd="6" destOrd="0" presId="urn:microsoft.com/office/officeart/2005/8/layout/hierarchy3"/>
    <dgm:cxn modelId="{F08D0239-3F49-0343-986F-94289C5198C4}" type="presParOf" srcId="{27165E75-D39A-B640-AAF2-6F8D575C61EC}" destId="{C0C4CA25-90DB-9242-B6D6-3531C6E0D3AD}" srcOrd="7" destOrd="0" presId="urn:microsoft.com/office/officeart/2005/8/layout/hierarchy3"/>
    <dgm:cxn modelId="{B7422EB5-4976-1D4E-B357-F7EB8E8CB7AE}" type="presParOf" srcId="{27165E75-D39A-B640-AAF2-6F8D575C61EC}" destId="{3F345030-7320-3347-A3D4-7D540D82E4C8}" srcOrd="8" destOrd="0" presId="urn:microsoft.com/office/officeart/2005/8/layout/hierarchy3"/>
    <dgm:cxn modelId="{A29069A1-1EC5-0B49-9CAF-DCD9245987C4}" type="presParOf" srcId="{27165E75-D39A-B640-AAF2-6F8D575C61EC}" destId="{8FADE39E-3F05-994B-9820-7DC70F5723B3}" srcOrd="9" destOrd="0" presId="urn:microsoft.com/office/officeart/2005/8/layout/hierarchy3"/>
    <dgm:cxn modelId="{A1E39703-4EA9-C04E-A0E9-EC4F113AEE70}" type="presParOf" srcId="{27165E75-D39A-B640-AAF2-6F8D575C61EC}" destId="{A8A72A11-DD5A-7343-9EE8-284761DDDBAA}" srcOrd="10" destOrd="0" presId="urn:microsoft.com/office/officeart/2005/8/layout/hierarchy3"/>
    <dgm:cxn modelId="{89FE2A4B-DCC1-2C4E-95A2-885CEEBF0207}" type="presParOf" srcId="{27165E75-D39A-B640-AAF2-6F8D575C61EC}" destId="{3EA27104-E1E0-9E47-B2ED-2BAD8F71CF7F}" srcOrd="11" destOrd="0" presId="urn:microsoft.com/office/officeart/2005/8/layout/hierarchy3"/>
    <dgm:cxn modelId="{9B7D72D9-6555-504E-9B4B-454E4137DD3E}" type="presParOf" srcId="{27165E75-D39A-B640-AAF2-6F8D575C61EC}" destId="{9A6FA63A-92BB-3D4C-AF24-E45B09301601}" srcOrd="12" destOrd="0" presId="urn:microsoft.com/office/officeart/2005/8/layout/hierarchy3"/>
    <dgm:cxn modelId="{A588FAFA-98EC-C04F-8125-DD33F3A6983B}" type="presParOf" srcId="{27165E75-D39A-B640-AAF2-6F8D575C61EC}" destId="{B810A85A-86DC-2D41-8234-8CD0C5879BCF}" srcOrd="13" destOrd="0" presId="urn:microsoft.com/office/officeart/2005/8/layout/hierarchy3"/>
    <dgm:cxn modelId="{10E1FCB6-372E-A94E-848B-6AECE0FF44B8}" type="presParOf" srcId="{27165E75-D39A-B640-AAF2-6F8D575C61EC}" destId="{D50CDD92-D783-B94B-B7E5-419B39E9B76B}" srcOrd="14" destOrd="0" presId="urn:microsoft.com/office/officeart/2005/8/layout/hierarchy3"/>
    <dgm:cxn modelId="{C01803E2-D13E-204B-B7A2-CA2CD3397205}" type="presParOf" srcId="{27165E75-D39A-B640-AAF2-6F8D575C61EC}" destId="{6CF2C425-BD87-6845-BA98-55F1396A15F9}" srcOrd="1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2D2459-A571-4348-A410-8555EA36230A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85610-3E51-7E44-B31F-64D37D2F9448}">
      <dgm:prSet phldrT="[Text]"/>
      <dgm:spPr/>
      <dgm:t>
        <a:bodyPr/>
        <a:lstStyle/>
        <a:p>
          <a:r>
            <a:rPr lang="en-US" dirty="0" err="1" smtClean="0"/>
            <a:t>Attenuation_Map</a:t>
          </a:r>
          <a:endParaRPr lang="en-US" dirty="0" smtClean="0"/>
        </a:p>
        <a:p>
          <a:r>
            <a:rPr lang="en-US" dirty="0" smtClean="0"/>
            <a:t>(functions called)</a:t>
          </a:r>
        </a:p>
      </dgm:t>
    </dgm:pt>
    <dgm:pt modelId="{90A3B0E4-1489-AB4C-91DD-24E76AD17B68}" type="parTrans" cxnId="{0ED915B8-674B-3442-AAB6-0B6AD618C154}">
      <dgm:prSet/>
      <dgm:spPr/>
      <dgm:t>
        <a:bodyPr/>
        <a:lstStyle/>
        <a:p>
          <a:endParaRPr lang="en-US"/>
        </a:p>
      </dgm:t>
    </dgm:pt>
    <dgm:pt modelId="{141F336B-973F-D442-94BE-F1117ACF3683}" type="sibTrans" cxnId="{0ED915B8-674B-3442-AAB6-0B6AD618C154}">
      <dgm:prSet/>
      <dgm:spPr/>
      <dgm:t>
        <a:bodyPr/>
        <a:lstStyle/>
        <a:p>
          <a:endParaRPr lang="en-US"/>
        </a:p>
      </dgm:t>
    </dgm:pt>
    <dgm:pt modelId="{06F92EFD-625B-EF4F-B283-B8A28A245429}">
      <dgm:prSet phldrT="[Text]" custT="1"/>
      <dgm:spPr/>
      <dgm:t>
        <a:bodyPr tIns="0" bIns="0"/>
        <a:lstStyle/>
        <a:p>
          <a:r>
            <a:rPr lang="en-US" sz="900" dirty="0" err="1" smtClean="0"/>
            <a:t>RayCrownIntersection</a:t>
          </a:r>
          <a:endParaRPr lang="en-US" sz="900" dirty="0"/>
        </a:p>
      </dgm:t>
    </dgm:pt>
    <dgm:pt modelId="{9B8EB2A1-5B30-DC48-8887-4C627A5A9421}" type="parTrans" cxnId="{4E68EC3B-A860-094E-BAFE-4ED16FEEDC15}">
      <dgm:prSet/>
      <dgm:spPr/>
      <dgm:t>
        <a:bodyPr/>
        <a:lstStyle/>
        <a:p>
          <a:endParaRPr lang="en-US"/>
        </a:p>
      </dgm:t>
    </dgm:pt>
    <dgm:pt modelId="{15B7CCB8-9A15-364E-A5E4-3E25C7257C1B}" type="sibTrans" cxnId="{4E68EC3B-A860-094E-BAFE-4ED16FEEDC15}">
      <dgm:prSet/>
      <dgm:spPr/>
      <dgm:t>
        <a:bodyPr/>
        <a:lstStyle/>
        <a:p>
          <a:endParaRPr lang="en-US"/>
        </a:p>
      </dgm:t>
    </dgm:pt>
    <dgm:pt modelId="{2718E3A9-8785-9B4C-872C-5A7F3EC1A331}">
      <dgm:prSet phldrT="[Text]" custT="1"/>
      <dgm:spPr>
        <a:solidFill>
          <a:schemeClr val="bg2">
            <a:lumMod val="90000"/>
          </a:schemeClr>
        </a:solidFill>
      </dgm:spPr>
      <dgm:t>
        <a:bodyPr tIns="0" bIns="0"/>
        <a:lstStyle/>
        <a:p>
          <a:r>
            <a:rPr lang="en-US" sz="900" dirty="0" err="1" smtClean="0"/>
            <a:t>Realise_Tree_Crown_Only</a:t>
          </a:r>
          <a:endParaRPr lang="en-US" sz="900" dirty="0"/>
        </a:p>
      </dgm:t>
    </dgm:pt>
    <dgm:pt modelId="{D426177C-C338-374E-A646-A8B0A84845A6}" type="parTrans" cxnId="{39E10AA1-9D60-C64E-8060-CB90CC951F25}">
      <dgm:prSet/>
      <dgm:spPr/>
      <dgm:t>
        <a:bodyPr/>
        <a:lstStyle/>
        <a:p>
          <a:endParaRPr lang="en-US"/>
        </a:p>
      </dgm:t>
    </dgm:pt>
    <dgm:pt modelId="{7B84FC08-514E-F448-A9B9-50AD00FC07B6}" type="sibTrans" cxnId="{39E10AA1-9D60-C64E-8060-CB90CC951F25}">
      <dgm:prSet/>
      <dgm:spPr/>
      <dgm:t>
        <a:bodyPr/>
        <a:lstStyle/>
        <a:p>
          <a:endParaRPr lang="en-US"/>
        </a:p>
      </dgm:t>
    </dgm:pt>
    <dgm:pt modelId="{26D6DBFF-3D61-7948-955B-16114A4B05E3}">
      <dgm:prSet custT="1"/>
      <dgm:spPr/>
      <dgm:t>
        <a:bodyPr tIns="0" bIns="0"/>
        <a:lstStyle/>
        <a:p>
          <a:r>
            <a:rPr lang="en-US" sz="900" dirty="0" err="1" smtClean="0"/>
            <a:t>Create_SIM_Record</a:t>
          </a:r>
          <a:endParaRPr lang="en-US" sz="900" dirty="0"/>
        </a:p>
      </dgm:t>
    </dgm:pt>
    <dgm:pt modelId="{9DF1D349-24E3-3046-90DE-D30C05C17495}" type="parTrans" cxnId="{C198196C-CC5B-1D4F-81DF-D8C564B39C2D}">
      <dgm:prSet/>
      <dgm:spPr/>
      <dgm:t>
        <a:bodyPr/>
        <a:lstStyle/>
        <a:p>
          <a:endParaRPr lang="en-US"/>
        </a:p>
      </dgm:t>
    </dgm:pt>
    <dgm:pt modelId="{7E0C9EF5-DA13-314F-BB65-11DAC65CB5FD}" type="sibTrans" cxnId="{C198196C-CC5B-1D4F-81DF-D8C564B39C2D}">
      <dgm:prSet/>
      <dgm:spPr/>
      <dgm:t>
        <a:bodyPr/>
        <a:lstStyle/>
        <a:p>
          <a:endParaRPr lang="en-US"/>
        </a:p>
      </dgm:t>
    </dgm:pt>
    <dgm:pt modelId="{7F98D14E-9BFE-5648-BF40-C6B40D863403}">
      <dgm:prSet custT="1"/>
      <dgm:spPr/>
      <dgm:t>
        <a:bodyPr tIns="0" bIns="0"/>
        <a:lstStyle/>
        <a:p>
          <a:r>
            <a:rPr lang="en-US" sz="900" dirty="0" err="1" smtClean="0"/>
            <a:t>Initialize_SIM_Record</a:t>
          </a:r>
          <a:endParaRPr lang="en-US" sz="900" dirty="0"/>
        </a:p>
      </dgm:t>
    </dgm:pt>
    <dgm:pt modelId="{FDF2D4C4-5983-AC43-AC71-059FC1629295}" type="parTrans" cxnId="{0EFFE533-D7C1-BA42-9FEE-0BD651AB2975}">
      <dgm:prSet/>
      <dgm:spPr/>
      <dgm:t>
        <a:bodyPr/>
        <a:lstStyle/>
        <a:p>
          <a:endParaRPr lang="en-US"/>
        </a:p>
      </dgm:t>
    </dgm:pt>
    <dgm:pt modelId="{3438EAEE-1993-BC4F-9A2A-EEC8F0A75C42}" type="sibTrans" cxnId="{0EFFE533-D7C1-BA42-9FEE-0BD651AB2975}">
      <dgm:prSet/>
      <dgm:spPr/>
      <dgm:t>
        <a:bodyPr/>
        <a:lstStyle/>
        <a:p>
          <a:endParaRPr lang="en-US"/>
        </a:p>
      </dgm:t>
    </dgm:pt>
    <dgm:pt modelId="{7D8D3657-DA61-0641-8328-F42D67E087B0}">
      <dgm:prSet custT="1"/>
      <dgm:spPr/>
      <dgm:t>
        <a:bodyPr tIns="0" bIns="0"/>
        <a:lstStyle/>
        <a:p>
          <a:r>
            <a:rPr lang="en-US" sz="900" dirty="0" err="1" smtClean="0"/>
            <a:t>PutSIMPixel</a:t>
          </a:r>
          <a:endParaRPr lang="en-US" sz="900" dirty="0"/>
        </a:p>
      </dgm:t>
    </dgm:pt>
    <dgm:pt modelId="{AC051385-0C55-B544-9102-4972E479FBAC}" type="parTrans" cxnId="{FA2D6826-568D-3D49-B087-99B7DE3F237D}">
      <dgm:prSet/>
      <dgm:spPr/>
      <dgm:t>
        <a:bodyPr/>
        <a:lstStyle/>
        <a:p>
          <a:endParaRPr lang="en-US"/>
        </a:p>
      </dgm:t>
    </dgm:pt>
    <dgm:pt modelId="{2444B8D6-FC1F-F641-81B3-2747B72C4C28}" type="sibTrans" cxnId="{FA2D6826-568D-3D49-B087-99B7DE3F237D}">
      <dgm:prSet/>
      <dgm:spPr/>
      <dgm:t>
        <a:bodyPr/>
        <a:lstStyle/>
        <a:p>
          <a:endParaRPr lang="en-US"/>
        </a:p>
      </dgm:t>
    </dgm:pt>
    <dgm:pt modelId="{FED71A22-0C65-B946-AD9D-5AEEE5342FB3}">
      <dgm:prSet custT="1"/>
      <dgm:spPr/>
      <dgm:t>
        <a:bodyPr tIns="0" bIns="0"/>
        <a:lstStyle/>
        <a:p>
          <a:r>
            <a:rPr lang="en-US" sz="900" dirty="0" err="1" smtClean="0"/>
            <a:t>Write_SIM_Record</a:t>
          </a:r>
          <a:endParaRPr lang="en-US" sz="900" dirty="0"/>
        </a:p>
      </dgm:t>
    </dgm:pt>
    <dgm:pt modelId="{A2005465-DF70-A545-932E-CFD7A44EBAAE}" type="parTrans" cxnId="{2F408482-353B-0E45-A175-597D334DDBA6}">
      <dgm:prSet/>
      <dgm:spPr/>
      <dgm:t>
        <a:bodyPr/>
        <a:lstStyle/>
        <a:p>
          <a:endParaRPr lang="en-US"/>
        </a:p>
      </dgm:t>
    </dgm:pt>
    <dgm:pt modelId="{BC0EC901-6FC6-1949-8DC6-3225E86C9A75}" type="sibTrans" cxnId="{2F408482-353B-0E45-A175-597D334DDBA6}">
      <dgm:prSet/>
      <dgm:spPr/>
      <dgm:t>
        <a:bodyPr/>
        <a:lstStyle/>
        <a:p>
          <a:endParaRPr lang="en-US"/>
        </a:p>
      </dgm:t>
    </dgm:pt>
    <dgm:pt modelId="{5D2B1061-B9C5-614E-BDED-2707E30F60BC}">
      <dgm:prSet custT="1"/>
      <dgm:spPr/>
      <dgm:t>
        <a:bodyPr tIns="0" bIns="0"/>
        <a:lstStyle/>
        <a:p>
          <a:r>
            <a:rPr lang="en-US" sz="900" dirty="0" err="1" smtClean="0"/>
            <a:t>Rename_SIM_Record</a:t>
          </a:r>
          <a:endParaRPr lang="en-US" sz="900" dirty="0"/>
        </a:p>
      </dgm:t>
    </dgm:pt>
    <dgm:pt modelId="{7AE130D3-D97C-734A-8CBC-EF7032231E4E}" type="parTrans" cxnId="{63269F37-01EC-DF40-8B14-BB848DAB2102}">
      <dgm:prSet/>
      <dgm:spPr/>
      <dgm:t>
        <a:bodyPr/>
        <a:lstStyle/>
        <a:p>
          <a:endParaRPr lang="en-US"/>
        </a:p>
      </dgm:t>
    </dgm:pt>
    <dgm:pt modelId="{455CD98D-4F8C-024B-99DC-FD089C53BDFA}" type="sibTrans" cxnId="{63269F37-01EC-DF40-8B14-BB848DAB2102}">
      <dgm:prSet/>
      <dgm:spPr/>
      <dgm:t>
        <a:bodyPr/>
        <a:lstStyle/>
        <a:p>
          <a:endParaRPr lang="en-US"/>
        </a:p>
      </dgm:t>
    </dgm:pt>
    <dgm:pt modelId="{937E0AB9-07CC-E94B-A81B-C9EBEAF9B3DF}">
      <dgm:prSet custT="1"/>
      <dgm:spPr/>
      <dgm:t>
        <a:bodyPr tIns="0" bIns="0"/>
        <a:lstStyle/>
        <a:p>
          <a:r>
            <a:rPr lang="en-US" sz="900" smtClean="0"/>
            <a:t>Destroy_SIM_Record</a:t>
          </a:r>
          <a:endParaRPr lang="en-US" sz="900" dirty="0"/>
        </a:p>
      </dgm:t>
    </dgm:pt>
    <dgm:pt modelId="{FEBB0B6C-3A18-A84E-A075-D379A1AA16A8}" type="parTrans" cxnId="{F429254C-9A99-484C-9EE3-C7C4EE3FAA37}">
      <dgm:prSet/>
      <dgm:spPr/>
      <dgm:t>
        <a:bodyPr/>
        <a:lstStyle/>
        <a:p>
          <a:endParaRPr lang="en-US"/>
        </a:p>
      </dgm:t>
    </dgm:pt>
    <dgm:pt modelId="{770452A0-A299-F24F-898B-1C3D9C69F030}" type="sibTrans" cxnId="{F429254C-9A99-484C-9EE3-C7C4EE3FAA37}">
      <dgm:prSet/>
      <dgm:spPr/>
      <dgm:t>
        <a:bodyPr/>
        <a:lstStyle/>
        <a:p>
          <a:endParaRPr lang="en-US"/>
        </a:p>
      </dgm:t>
    </dgm:pt>
    <dgm:pt modelId="{630D8ABB-4ACE-2147-9180-0C390A766011}" type="pres">
      <dgm:prSet presAssocID="{642D2459-A571-4348-A410-8555EA3623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EF96C98-FF24-3446-B12C-67DE2F8DAF2A}" type="pres">
      <dgm:prSet presAssocID="{E7F85610-3E51-7E44-B31F-64D37D2F9448}" presName="root" presStyleCnt="0"/>
      <dgm:spPr/>
    </dgm:pt>
    <dgm:pt modelId="{7441F287-60DA-834B-A2A6-2C143324BBFD}" type="pres">
      <dgm:prSet presAssocID="{E7F85610-3E51-7E44-B31F-64D37D2F9448}" presName="rootComposite" presStyleCnt="0"/>
      <dgm:spPr/>
    </dgm:pt>
    <dgm:pt modelId="{3F26272A-C36D-AB43-81D5-C215B877207C}" type="pres">
      <dgm:prSet presAssocID="{E7F85610-3E51-7E44-B31F-64D37D2F9448}" presName="rootText" presStyleLbl="node1" presStyleIdx="0" presStyleCnt="1" custScaleX="213029" custLinFactNeighborX="2510" custLinFactNeighborY="-96"/>
      <dgm:spPr/>
      <dgm:t>
        <a:bodyPr/>
        <a:lstStyle/>
        <a:p>
          <a:endParaRPr lang="en-US"/>
        </a:p>
      </dgm:t>
    </dgm:pt>
    <dgm:pt modelId="{9708F603-055F-2345-94D0-38D89D3C736F}" type="pres">
      <dgm:prSet presAssocID="{E7F85610-3E51-7E44-B31F-64D37D2F9448}" presName="rootConnector" presStyleLbl="node1" presStyleIdx="0" presStyleCnt="1"/>
      <dgm:spPr/>
      <dgm:t>
        <a:bodyPr/>
        <a:lstStyle/>
        <a:p>
          <a:endParaRPr lang="en-US"/>
        </a:p>
      </dgm:t>
    </dgm:pt>
    <dgm:pt modelId="{27165E75-D39A-B640-AAF2-6F8D575C61EC}" type="pres">
      <dgm:prSet presAssocID="{E7F85610-3E51-7E44-B31F-64D37D2F9448}" presName="childShape" presStyleCnt="0"/>
      <dgm:spPr/>
    </dgm:pt>
    <dgm:pt modelId="{FE4D680E-33F5-FD4B-8D2D-4FFE21165441}" type="pres">
      <dgm:prSet presAssocID="{9B8EB2A1-5B30-DC48-8887-4C627A5A9421}" presName="Name13" presStyleLbl="parChTrans1D2" presStyleIdx="0" presStyleCnt="8"/>
      <dgm:spPr/>
      <dgm:t>
        <a:bodyPr/>
        <a:lstStyle/>
        <a:p>
          <a:endParaRPr lang="en-US"/>
        </a:p>
      </dgm:t>
    </dgm:pt>
    <dgm:pt modelId="{98541C6B-4F28-BF4D-BED2-30B107C2DE84}" type="pres">
      <dgm:prSet presAssocID="{06F92EFD-625B-EF4F-B283-B8A28A245429}" presName="childText" presStyleLbl="bgAcc1" presStyleIdx="0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D901B-68D2-BC4B-A86D-5484874784DD}" type="pres">
      <dgm:prSet presAssocID="{D426177C-C338-374E-A646-A8B0A84845A6}" presName="Name13" presStyleLbl="parChTrans1D2" presStyleIdx="1" presStyleCnt="8"/>
      <dgm:spPr/>
      <dgm:t>
        <a:bodyPr/>
        <a:lstStyle/>
        <a:p>
          <a:endParaRPr lang="en-US"/>
        </a:p>
      </dgm:t>
    </dgm:pt>
    <dgm:pt modelId="{0A51FE53-5F18-4B4E-99EC-F298E7AD7BC5}" type="pres">
      <dgm:prSet presAssocID="{2718E3A9-8785-9B4C-872C-5A7F3EC1A331}" presName="childText" presStyleLbl="bgAcc1" presStyleIdx="1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45388D-4C60-1E48-8A3A-D2C0641AB0E8}" type="pres">
      <dgm:prSet presAssocID="{9DF1D349-24E3-3046-90DE-D30C05C17495}" presName="Name13" presStyleLbl="parChTrans1D2" presStyleIdx="2" presStyleCnt="8"/>
      <dgm:spPr/>
      <dgm:t>
        <a:bodyPr/>
        <a:lstStyle/>
        <a:p>
          <a:endParaRPr lang="en-US"/>
        </a:p>
      </dgm:t>
    </dgm:pt>
    <dgm:pt modelId="{01D77E86-9302-CA4D-B661-1F1EB238281C}" type="pres">
      <dgm:prSet presAssocID="{26D6DBFF-3D61-7948-955B-16114A4B05E3}" presName="childText" presStyleLbl="bgAcc1" presStyleIdx="2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6D8C31-8BF5-FD40-B063-8B1D119D55AB}" type="pres">
      <dgm:prSet presAssocID="{FDF2D4C4-5983-AC43-AC71-059FC1629295}" presName="Name13" presStyleLbl="parChTrans1D2" presStyleIdx="3" presStyleCnt="8"/>
      <dgm:spPr/>
      <dgm:t>
        <a:bodyPr/>
        <a:lstStyle/>
        <a:p>
          <a:endParaRPr lang="en-US"/>
        </a:p>
      </dgm:t>
    </dgm:pt>
    <dgm:pt modelId="{C0C4CA25-90DB-9242-B6D6-3531C6E0D3AD}" type="pres">
      <dgm:prSet presAssocID="{7F98D14E-9BFE-5648-BF40-C6B40D863403}" presName="childText" presStyleLbl="bgAcc1" presStyleIdx="3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345030-7320-3347-A3D4-7D540D82E4C8}" type="pres">
      <dgm:prSet presAssocID="{AC051385-0C55-B544-9102-4972E479FBAC}" presName="Name13" presStyleLbl="parChTrans1D2" presStyleIdx="4" presStyleCnt="8"/>
      <dgm:spPr/>
      <dgm:t>
        <a:bodyPr/>
        <a:lstStyle/>
        <a:p>
          <a:endParaRPr lang="en-US"/>
        </a:p>
      </dgm:t>
    </dgm:pt>
    <dgm:pt modelId="{8FADE39E-3F05-994B-9820-7DC70F5723B3}" type="pres">
      <dgm:prSet presAssocID="{7D8D3657-DA61-0641-8328-F42D67E087B0}" presName="childText" presStyleLbl="bgAcc1" presStyleIdx="4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72A11-DD5A-7343-9EE8-284761DDDBAA}" type="pres">
      <dgm:prSet presAssocID="{A2005465-DF70-A545-932E-CFD7A44EBAAE}" presName="Name13" presStyleLbl="parChTrans1D2" presStyleIdx="5" presStyleCnt="8"/>
      <dgm:spPr/>
      <dgm:t>
        <a:bodyPr/>
        <a:lstStyle/>
        <a:p>
          <a:endParaRPr lang="en-US"/>
        </a:p>
      </dgm:t>
    </dgm:pt>
    <dgm:pt modelId="{3EA27104-E1E0-9E47-B2ED-2BAD8F71CF7F}" type="pres">
      <dgm:prSet presAssocID="{FED71A22-0C65-B946-AD9D-5AEEE5342FB3}" presName="childText" presStyleLbl="bgAcc1" presStyleIdx="5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6FA63A-92BB-3D4C-AF24-E45B09301601}" type="pres">
      <dgm:prSet presAssocID="{7AE130D3-D97C-734A-8CBC-EF7032231E4E}" presName="Name13" presStyleLbl="parChTrans1D2" presStyleIdx="6" presStyleCnt="8"/>
      <dgm:spPr/>
      <dgm:t>
        <a:bodyPr/>
        <a:lstStyle/>
        <a:p>
          <a:endParaRPr lang="en-US"/>
        </a:p>
      </dgm:t>
    </dgm:pt>
    <dgm:pt modelId="{B810A85A-86DC-2D41-8234-8CD0C5879BCF}" type="pres">
      <dgm:prSet presAssocID="{5D2B1061-B9C5-614E-BDED-2707E30F60BC}" presName="childText" presStyleLbl="bgAcc1" presStyleIdx="6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0CDD92-D783-B94B-B7E5-419B39E9B76B}" type="pres">
      <dgm:prSet presAssocID="{FEBB0B6C-3A18-A84E-A075-D379A1AA16A8}" presName="Name13" presStyleLbl="parChTrans1D2" presStyleIdx="7" presStyleCnt="8"/>
      <dgm:spPr/>
      <dgm:t>
        <a:bodyPr/>
        <a:lstStyle/>
        <a:p>
          <a:endParaRPr lang="en-US"/>
        </a:p>
      </dgm:t>
    </dgm:pt>
    <dgm:pt modelId="{6CF2C425-BD87-6845-BA98-55F1396A15F9}" type="pres">
      <dgm:prSet presAssocID="{937E0AB9-07CC-E94B-A81B-C9EBEAF9B3DF}" presName="childText" presStyleLbl="bgAcc1" presStyleIdx="7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35999DB-6C38-0C4C-AE72-4759056A19E1}" type="presOf" srcId="{D426177C-C338-374E-A646-A8B0A84845A6}" destId="{2C7D901B-68D2-BC4B-A86D-5484874784DD}" srcOrd="0" destOrd="0" presId="urn:microsoft.com/office/officeart/2005/8/layout/hierarchy3"/>
    <dgm:cxn modelId="{C3BDE54C-2843-F341-8D55-49DB95C0F2B7}" type="presOf" srcId="{642D2459-A571-4348-A410-8555EA36230A}" destId="{630D8ABB-4ACE-2147-9180-0C390A766011}" srcOrd="0" destOrd="0" presId="urn:microsoft.com/office/officeart/2005/8/layout/hierarchy3"/>
    <dgm:cxn modelId="{7856F89C-8470-A347-B30E-075170532E0C}" type="presOf" srcId="{9B8EB2A1-5B30-DC48-8887-4C627A5A9421}" destId="{FE4D680E-33F5-FD4B-8D2D-4FFE21165441}" srcOrd="0" destOrd="0" presId="urn:microsoft.com/office/officeart/2005/8/layout/hierarchy3"/>
    <dgm:cxn modelId="{3D6EB780-C181-2745-8356-16AD7E5E0DA4}" type="presOf" srcId="{FEBB0B6C-3A18-A84E-A075-D379A1AA16A8}" destId="{D50CDD92-D783-B94B-B7E5-419B39E9B76B}" srcOrd="0" destOrd="0" presId="urn:microsoft.com/office/officeart/2005/8/layout/hierarchy3"/>
    <dgm:cxn modelId="{7CB9611E-19FA-CA48-9971-FC9B285DC873}" type="presOf" srcId="{7F98D14E-9BFE-5648-BF40-C6B40D863403}" destId="{C0C4CA25-90DB-9242-B6D6-3531C6E0D3AD}" srcOrd="0" destOrd="0" presId="urn:microsoft.com/office/officeart/2005/8/layout/hierarchy3"/>
    <dgm:cxn modelId="{2C391CD3-6380-FE46-98FE-EC286EDBF629}" type="presOf" srcId="{7D8D3657-DA61-0641-8328-F42D67E087B0}" destId="{8FADE39E-3F05-994B-9820-7DC70F5723B3}" srcOrd="0" destOrd="0" presId="urn:microsoft.com/office/officeart/2005/8/layout/hierarchy3"/>
    <dgm:cxn modelId="{15FD313D-9EC3-E04A-BED0-337D9EE493C4}" type="presOf" srcId="{937E0AB9-07CC-E94B-A81B-C9EBEAF9B3DF}" destId="{6CF2C425-BD87-6845-BA98-55F1396A15F9}" srcOrd="0" destOrd="0" presId="urn:microsoft.com/office/officeart/2005/8/layout/hierarchy3"/>
    <dgm:cxn modelId="{8FA1E8E7-5B0C-8F48-9EC3-E6F743A800F0}" type="presOf" srcId="{7AE130D3-D97C-734A-8CBC-EF7032231E4E}" destId="{9A6FA63A-92BB-3D4C-AF24-E45B09301601}" srcOrd="0" destOrd="0" presId="urn:microsoft.com/office/officeart/2005/8/layout/hierarchy3"/>
    <dgm:cxn modelId="{39E10AA1-9D60-C64E-8060-CB90CC951F25}" srcId="{E7F85610-3E51-7E44-B31F-64D37D2F9448}" destId="{2718E3A9-8785-9B4C-872C-5A7F3EC1A331}" srcOrd="1" destOrd="0" parTransId="{D426177C-C338-374E-A646-A8B0A84845A6}" sibTransId="{7B84FC08-514E-F448-A9B9-50AD00FC07B6}"/>
    <dgm:cxn modelId="{CE0DB7C4-546B-AD44-AF3C-3193C1004DC1}" type="presOf" srcId="{AC051385-0C55-B544-9102-4972E479FBAC}" destId="{3F345030-7320-3347-A3D4-7D540D82E4C8}" srcOrd="0" destOrd="0" presId="urn:microsoft.com/office/officeart/2005/8/layout/hierarchy3"/>
    <dgm:cxn modelId="{0BAA2F80-02FA-B445-8A26-6D20B6A0CAE5}" type="presOf" srcId="{E7F85610-3E51-7E44-B31F-64D37D2F9448}" destId="{9708F603-055F-2345-94D0-38D89D3C736F}" srcOrd="1" destOrd="0" presId="urn:microsoft.com/office/officeart/2005/8/layout/hierarchy3"/>
    <dgm:cxn modelId="{F429254C-9A99-484C-9EE3-C7C4EE3FAA37}" srcId="{E7F85610-3E51-7E44-B31F-64D37D2F9448}" destId="{937E0AB9-07CC-E94B-A81B-C9EBEAF9B3DF}" srcOrd="7" destOrd="0" parTransId="{FEBB0B6C-3A18-A84E-A075-D379A1AA16A8}" sibTransId="{770452A0-A299-F24F-898B-1C3D9C69F030}"/>
    <dgm:cxn modelId="{63269F37-01EC-DF40-8B14-BB848DAB2102}" srcId="{E7F85610-3E51-7E44-B31F-64D37D2F9448}" destId="{5D2B1061-B9C5-614E-BDED-2707E30F60BC}" srcOrd="6" destOrd="0" parTransId="{7AE130D3-D97C-734A-8CBC-EF7032231E4E}" sibTransId="{455CD98D-4F8C-024B-99DC-FD089C53BDFA}"/>
    <dgm:cxn modelId="{DFC29853-3D02-C441-935E-E542EE4E1F6D}" type="presOf" srcId="{5D2B1061-B9C5-614E-BDED-2707E30F60BC}" destId="{B810A85A-86DC-2D41-8234-8CD0C5879BCF}" srcOrd="0" destOrd="0" presId="urn:microsoft.com/office/officeart/2005/8/layout/hierarchy3"/>
    <dgm:cxn modelId="{0EFFE533-D7C1-BA42-9FEE-0BD651AB2975}" srcId="{E7F85610-3E51-7E44-B31F-64D37D2F9448}" destId="{7F98D14E-9BFE-5648-BF40-C6B40D863403}" srcOrd="3" destOrd="0" parTransId="{FDF2D4C4-5983-AC43-AC71-059FC1629295}" sibTransId="{3438EAEE-1993-BC4F-9A2A-EEC8F0A75C42}"/>
    <dgm:cxn modelId="{FA2D6826-568D-3D49-B087-99B7DE3F237D}" srcId="{E7F85610-3E51-7E44-B31F-64D37D2F9448}" destId="{7D8D3657-DA61-0641-8328-F42D67E087B0}" srcOrd="4" destOrd="0" parTransId="{AC051385-0C55-B544-9102-4972E479FBAC}" sibTransId="{2444B8D6-FC1F-F641-81B3-2747B72C4C28}"/>
    <dgm:cxn modelId="{8C8C891E-53CD-0A4F-8DC4-B0D809462D43}" type="presOf" srcId="{E7F85610-3E51-7E44-B31F-64D37D2F9448}" destId="{3F26272A-C36D-AB43-81D5-C215B877207C}" srcOrd="0" destOrd="0" presId="urn:microsoft.com/office/officeart/2005/8/layout/hierarchy3"/>
    <dgm:cxn modelId="{2174C18D-2924-E340-86BE-83B6624328EB}" type="presOf" srcId="{26D6DBFF-3D61-7948-955B-16114A4B05E3}" destId="{01D77E86-9302-CA4D-B661-1F1EB238281C}" srcOrd="0" destOrd="0" presId="urn:microsoft.com/office/officeart/2005/8/layout/hierarchy3"/>
    <dgm:cxn modelId="{CC5748C7-3530-F149-BB8E-FCD664E297AC}" type="presOf" srcId="{2718E3A9-8785-9B4C-872C-5A7F3EC1A331}" destId="{0A51FE53-5F18-4B4E-99EC-F298E7AD7BC5}" srcOrd="0" destOrd="0" presId="urn:microsoft.com/office/officeart/2005/8/layout/hierarchy3"/>
    <dgm:cxn modelId="{C198196C-CC5B-1D4F-81DF-D8C564B39C2D}" srcId="{E7F85610-3E51-7E44-B31F-64D37D2F9448}" destId="{26D6DBFF-3D61-7948-955B-16114A4B05E3}" srcOrd="2" destOrd="0" parTransId="{9DF1D349-24E3-3046-90DE-D30C05C17495}" sibTransId="{7E0C9EF5-DA13-314F-BB65-11DAC65CB5FD}"/>
    <dgm:cxn modelId="{B7C09EF7-3A0B-5640-91E5-00947113EDB2}" type="presOf" srcId="{FED71A22-0C65-B946-AD9D-5AEEE5342FB3}" destId="{3EA27104-E1E0-9E47-B2ED-2BAD8F71CF7F}" srcOrd="0" destOrd="0" presId="urn:microsoft.com/office/officeart/2005/8/layout/hierarchy3"/>
    <dgm:cxn modelId="{2F408482-353B-0E45-A175-597D334DDBA6}" srcId="{E7F85610-3E51-7E44-B31F-64D37D2F9448}" destId="{FED71A22-0C65-B946-AD9D-5AEEE5342FB3}" srcOrd="5" destOrd="0" parTransId="{A2005465-DF70-A545-932E-CFD7A44EBAAE}" sibTransId="{BC0EC901-6FC6-1949-8DC6-3225E86C9A75}"/>
    <dgm:cxn modelId="{4E68EC3B-A860-094E-BAFE-4ED16FEEDC15}" srcId="{E7F85610-3E51-7E44-B31F-64D37D2F9448}" destId="{06F92EFD-625B-EF4F-B283-B8A28A245429}" srcOrd="0" destOrd="0" parTransId="{9B8EB2A1-5B30-DC48-8887-4C627A5A9421}" sibTransId="{15B7CCB8-9A15-364E-A5E4-3E25C7257C1B}"/>
    <dgm:cxn modelId="{3FE57893-8F69-BD40-84DA-1A210D56BEE1}" type="presOf" srcId="{06F92EFD-625B-EF4F-B283-B8A28A245429}" destId="{98541C6B-4F28-BF4D-BED2-30B107C2DE84}" srcOrd="0" destOrd="0" presId="urn:microsoft.com/office/officeart/2005/8/layout/hierarchy3"/>
    <dgm:cxn modelId="{61171C35-CC8C-4048-ADFE-B1CDD3E20F3E}" type="presOf" srcId="{9DF1D349-24E3-3046-90DE-D30C05C17495}" destId="{D045388D-4C60-1E48-8A3A-D2C0641AB0E8}" srcOrd="0" destOrd="0" presId="urn:microsoft.com/office/officeart/2005/8/layout/hierarchy3"/>
    <dgm:cxn modelId="{0ED915B8-674B-3442-AAB6-0B6AD618C154}" srcId="{642D2459-A571-4348-A410-8555EA36230A}" destId="{E7F85610-3E51-7E44-B31F-64D37D2F9448}" srcOrd="0" destOrd="0" parTransId="{90A3B0E4-1489-AB4C-91DD-24E76AD17B68}" sibTransId="{141F336B-973F-D442-94BE-F1117ACF3683}"/>
    <dgm:cxn modelId="{980C272C-05A2-3C4F-9152-9B717CB6051D}" type="presOf" srcId="{A2005465-DF70-A545-932E-CFD7A44EBAAE}" destId="{A8A72A11-DD5A-7343-9EE8-284761DDDBAA}" srcOrd="0" destOrd="0" presId="urn:microsoft.com/office/officeart/2005/8/layout/hierarchy3"/>
    <dgm:cxn modelId="{0E2FBB16-F85F-A240-9CBE-1E5696511592}" type="presOf" srcId="{FDF2D4C4-5983-AC43-AC71-059FC1629295}" destId="{806D8C31-8BF5-FD40-B063-8B1D119D55AB}" srcOrd="0" destOrd="0" presId="urn:microsoft.com/office/officeart/2005/8/layout/hierarchy3"/>
    <dgm:cxn modelId="{DE215896-1A88-FA48-8ADE-53D98AB94376}" type="presParOf" srcId="{630D8ABB-4ACE-2147-9180-0C390A766011}" destId="{9EF96C98-FF24-3446-B12C-67DE2F8DAF2A}" srcOrd="0" destOrd="0" presId="urn:microsoft.com/office/officeart/2005/8/layout/hierarchy3"/>
    <dgm:cxn modelId="{589CCABF-6EFA-5F41-9533-D9E5D6767ED3}" type="presParOf" srcId="{9EF96C98-FF24-3446-B12C-67DE2F8DAF2A}" destId="{7441F287-60DA-834B-A2A6-2C143324BBFD}" srcOrd="0" destOrd="0" presId="urn:microsoft.com/office/officeart/2005/8/layout/hierarchy3"/>
    <dgm:cxn modelId="{77C3E9BD-1486-054A-8719-22F2E40130F8}" type="presParOf" srcId="{7441F287-60DA-834B-A2A6-2C143324BBFD}" destId="{3F26272A-C36D-AB43-81D5-C215B877207C}" srcOrd="0" destOrd="0" presId="urn:microsoft.com/office/officeart/2005/8/layout/hierarchy3"/>
    <dgm:cxn modelId="{5901E22C-68AB-794E-BAB7-EB031BCCC903}" type="presParOf" srcId="{7441F287-60DA-834B-A2A6-2C143324BBFD}" destId="{9708F603-055F-2345-94D0-38D89D3C736F}" srcOrd="1" destOrd="0" presId="urn:microsoft.com/office/officeart/2005/8/layout/hierarchy3"/>
    <dgm:cxn modelId="{2971CE79-3B10-8241-B644-9784435BE6FA}" type="presParOf" srcId="{9EF96C98-FF24-3446-B12C-67DE2F8DAF2A}" destId="{27165E75-D39A-B640-AAF2-6F8D575C61EC}" srcOrd="1" destOrd="0" presId="urn:microsoft.com/office/officeart/2005/8/layout/hierarchy3"/>
    <dgm:cxn modelId="{EE3D5B3C-6AE0-B444-B891-2A0B9C10607F}" type="presParOf" srcId="{27165E75-D39A-B640-AAF2-6F8D575C61EC}" destId="{FE4D680E-33F5-FD4B-8D2D-4FFE21165441}" srcOrd="0" destOrd="0" presId="urn:microsoft.com/office/officeart/2005/8/layout/hierarchy3"/>
    <dgm:cxn modelId="{12DBC43D-E3D4-DA42-B53F-CE184597C439}" type="presParOf" srcId="{27165E75-D39A-B640-AAF2-6F8D575C61EC}" destId="{98541C6B-4F28-BF4D-BED2-30B107C2DE84}" srcOrd="1" destOrd="0" presId="urn:microsoft.com/office/officeart/2005/8/layout/hierarchy3"/>
    <dgm:cxn modelId="{B45FBED2-8BB1-B24C-AF1F-8AC4EF390225}" type="presParOf" srcId="{27165E75-D39A-B640-AAF2-6F8D575C61EC}" destId="{2C7D901B-68D2-BC4B-A86D-5484874784DD}" srcOrd="2" destOrd="0" presId="urn:microsoft.com/office/officeart/2005/8/layout/hierarchy3"/>
    <dgm:cxn modelId="{6F216B0A-F4BB-E24A-AA12-A9E4B32C3936}" type="presParOf" srcId="{27165E75-D39A-B640-AAF2-6F8D575C61EC}" destId="{0A51FE53-5F18-4B4E-99EC-F298E7AD7BC5}" srcOrd="3" destOrd="0" presId="urn:microsoft.com/office/officeart/2005/8/layout/hierarchy3"/>
    <dgm:cxn modelId="{413DFEBE-3096-0547-AD6D-DAE0B1F1AE2D}" type="presParOf" srcId="{27165E75-D39A-B640-AAF2-6F8D575C61EC}" destId="{D045388D-4C60-1E48-8A3A-D2C0641AB0E8}" srcOrd="4" destOrd="0" presId="urn:microsoft.com/office/officeart/2005/8/layout/hierarchy3"/>
    <dgm:cxn modelId="{354B1AE4-E993-BC49-99A5-70A758C4D2A5}" type="presParOf" srcId="{27165E75-D39A-B640-AAF2-6F8D575C61EC}" destId="{01D77E86-9302-CA4D-B661-1F1EB238281C}" srcOrd="5" destOrd="0" presId="urn:microsoft.com/office/officeart/2005/8/layout/hierarchy3"/>
    <dgm:cxn modelId="{5E3AB255-EBF6-0947-9C97-80067A8D3BB4}" type="presParOf" srcId="{27165E75-D39A-B640-AAF2-6F8D575C61EC}" destId="{806D8C31-8BF5-FD40-B063-8B1D119D55AB}" srcOrd="6" destOrd="0" presId="urn:microsoft.com/office/officeart/2005/8/layout/hierarchy3"/>
    <dgm:cxn modelId="{E26C9728-8440-D64A-971F-B3505605D4EF}" type="presParOf" srcId="{27165E75-D39A-B640-AAF2-6F8D575C61EC}" destId="{C0C4CA25-90DB-9242-B6D6-3531C6E0D3AD}" srcOrd="7" destOrd="0" presId="urn:microsoft.com/office/officeart/2005/8/layout/hierarchy3"/>
    <dgm:cxn modelId="{5EA1A7E6-7F85-6640-A5B6-517126D6774C}" type="presParOf" srcId="{27165E75-D39A-B640-AAF2-6F8D575C61EC}" destId="{3F345030-7320-3347-A3D4-7D540D82E4C8}" srcOrd="8" destOrd="0" presId="urn:microsoft.com/office/officeart/2005/8/layout/hierarchy3"/>
    <dgm:cxn modelId="{39A01D74-2DCF-DE44-B66C-D0D52D880584}" type="presParOf" srcId="{27165E75-D39A-B640-AAF2-6F8D575C61EC}" destId="{8FADE39E-3F05-994B-9820-7DC70F5723B3}" srcOrd="9" destOrd="0" presId="urn:microsoft.com/office/officeart/2005/8/layout/hierarchy3"/>
    <dgm:cxn modelId="{98C01E63-0B20-9E4C-A33C-CB022F28A397}" type="presParOf" srcId="{27165E75-D39A-B640-AAF2-6F8D575C61EC}" destId="{A8A72A11-DD5A-7343-9EE8-284761DDDBAA}" srcOrd="10" destOrd="0" presId="urn:microsoft.com/office/officeart/2005/8/layout/hierarchy3"/>
    <dgm:cxn modelId="{AA99B538-3D9B-5848-9349-94AD6C47AAC1}" type="presParOf" srcId="{27165E75-D39A-B640-AAF2-6F8D575C61EC}" destId="{3EA27104-E1E0-9E47-B2ED-2BAD8F71CF7F}" srcOrd="11" destOrd="0" presId="urn:microsoft.com/office/officeart/2005/8/layout/hierarchy3"/>
    <dgm:cxn modelId="{E8752E4E-038B-8541-802A-2C361977B17A}" type="presParOf" srcId="{27165E75-D39A-B640-AAF2-6F8D575C61EC}" destId="{9A6FA63A-92BB-3D4C-AF24-E45B09301601}" srcOrd="12" destOrd="0" presId="urn:microsoft.com/office/officeart/2005/8/layout/hierarchy3"/>
    <dgm:cxn modelId="{A95EE656-E318-204F-BF1A-CBA6244C15C2}" type="presParOf" srcId="{27165E75-D39A-B640-AAF2-6F8D575C61EC}" destId="{B810A85A-86DC-2D41-8234-8CD0C5879BCF}" srcOrd="13" destOrd="0" presId="urn:microsoft.com/office/officeart/2005/8/layout/hierarchy3"/>
    <dgm:cxn modelId="{B31101DA-3F28-C34A-875A-1E3430CB4D2A}" type="presParOf" srcId="{27165E75-D39A-B640-AAF2-6F8D575C61EC}" destId="{D50CDD92-D783-B94B-B7E5-419B39E9B76B}" srcOrd="14" destOrd="0" presId="urn:microsoft.com/office/officeart/2005/8/layout/hierarchy3"/>
    <dgm:cxn modelId="{955B054E-06B3-1B44-B2CE-D27289731134}" type="presParOf" srcId="{27165E75-D39A-B640-AAF2-6F8D575C61EC}" destId="{6CF2C425-BD87-6845-BA98-55F1396A15F9}" srcOrd="1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2D2459-A571-4348-A410-8555EA36230A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85610-3E51-7E44-B31F-64D37D2F9448}">
      <dgm:prSet phldrT="[Text]"/>
      <dgm:spPr/>
      <dgm:t>
        <a:bodyPr/>
        <a:lstStyle/>
        <a:p>
          <a:r>
            <a:rPr lang="en-US" dirty="0" err="1" smtClean="0"/>
            <a:t>PolSARproSim_Direct_Ground</a:t>
          </a:r>
          <a:endParaRPr lang="en-US" dirty="0" smtClean="0"/>
        </a:p>
        <a:p>
          <a:r>
            <a:rPr lang="en-US" dirty="0" smtClean="0"/>
            <a:t>(functions called)</a:t>
          </a:r>
        </a:p>
      </dgm:t>
    </dgm:pt>
    <dgm:pt modelId="{90A3B0E4-1489-AB4C-91DD-24E76AD17B68}" type="parTrans" cxnId="{0ED915B8-674B-3442-AAB6-0B6AD618C154}">
      <dgm:prSet/>
      <dgm:spPr/>
      <dgm:t>
        <a:bodyPr/>
        <a:lstStyle/>
        <a:p>
          <a:endParaRPr lang="en-US"/>
        </a:p>
      </dgm:t>
    </dgm:pt>
    <dgm:pt modelId="{141F336B-973F-D442-94BE-F1117ACF3683}" type="sibTrans" cxnId="{0ED915B8-674B-3442-AAB6-0B6AD618C154}">
      <dgm:prSet/>
      <dgm:spPr/>
      <dgm:t>
        <a:bodyPr/>
        <a:lstStyle/>
        <a:p>
          <a:endParaRPr lang="en-US"/>
        </a:p>
      </dgm:t>
    </dgm:pt>
    <dgm:pt modelId="{06F92EFD-625B-EF4F-B283-B8A28A245429}">
      <dgm:prSet phldrT="[Text]" custT="1"/>
      <dgm:spPr/>
      <dgm:t>
        <a:bodyPr tIns="0" bIns="0"/>
        <a:lstStyle/>
        <a:p>
          <a:r>
            <a:rPr lang="en-US" sz="900" dirty="0" err="1" smtClean="0"/>
            <a:t>Facet_init_list</a:t>
          </a:r>
          <a:endParaRPr lang="en-US" sz="900" dirty="0"/>
        </a:p>
      </dgm:t>
    </dgm:pt>
    <dgm:pt modelId="{9B8EB2A1-5B30-DC48-8887-4C627A5A9421}" type="parTrans" cxnId="{4E68EC3B-A860-094E-BAFE-4ED16FEEDC15}">
      <dgm:prSet/>
      <dgm:spPr/>
      <dgm:t>
        <a:bodyPr/>
        <a:lstStyle/>
        <a:p>
          <a:endParaRPr lang="en-US"/>
        </a:p>
      </dgm:t>
    </dgm:pt>
    <dgm:pt modelId="{15B7CCB8-9A15-364E-A5E4-3E25C7257C1B}" type="sibTrans" cxnId="{4E68EC3B-A860-094E-BAFE-4ED16FEEDC15}">
      <dgm:prSet/>
      <dgm:spPr/>
      <dgm:t>
        <a:bodyPr/>
        <a:lstStyle/>
        <a:p>
          <a:endParaRPr lang="en-US"/>
        </a:p>
      </dgm:t>
    </dgm:pt>
    <dgm:pt modelId="{2718E3A9-8785-9B4C-872C-5A7F3EC1A331}">
      <dgm:prSet phldrT="[Text]" custT="1"/>
      <dgm:spPr>
        <a:solidFill>
          <a:schemeClr val="bg1"/>
        </a:solidFill>
      </dgm:spPr>
      <dgm:t>
        <a:bodyPr tIns="0" bIns="0"/>
        <a:lstStyle/>
        <a:p>
          <a:r>
            <a:rPr lang="en-US" sz="900" dirty="0" smtClean="0"/>
            <a:t>monostatic_soil_sigma0HH</a:t>
          </a:r>
        </a:p>
        <a:p>
          <a:r>
            <a:rPr lang="en-US" sz="900" dirty="0" smtClean="0"/>
            <a:t>nonostatic_soil_sigma0VV</a:t>
          </a:r>
          <a:endParaRPr lang="en-US" sz="900" dirty="0"/>
        </a:p>
      </dgm:t>
    </dgm:pt>
    <dgm:pt modelId="{D426177C-C338-374E-A646-A8B0A84845A6}" type="parTrans" cxnId="{39E10AA1-9D60-C64E-8060-CB90CC951F25}">
      <dgm:prSet/>
      <dgm:spPr/>
      <dgm:t>
        <a:bodyPr/>
        <a:lstStyle/>
        <a:p>
          <a:endParaRPr lang="en-US"/>
        </a:p>
      </dgm:t>
    </dgm:pt>
    <dgm:pt modelId="{7B84FC08-514E-F448-A9B9-50AD00FC07B6}" type="sibTrans" cxnId="{39E10AA1-9D60-C64E-8060-CB90CC951F25}">
      <dgm:prSet/>
      <dgm:spPr/>
      <dgm:t>
        <a:bodyPr/>
        <a:lstStyle/>
        <a:p>
          <a:endParaRPr lang="en-US"/>
        </a:p>
      </dgm:t>
    </dgm:pt>
    <dgm:pt modelId="{26D6DBFF-3D61-7948-955B-16114A4B05E3}">
      <dgm:prSet custT="1"/>
      <dgm:spPr/>
      <dgm:t>
        <a:bodyPr tIns="0" bIns="0"/>
        <a:lstStyle/>
        <a:p>
          <a:r>
            <a:rPr lang="en-US" sz="900" dirty="0" err="1" smtClean="0"/>
            <a:t>facet_area</a:t>
          </a:r>
          <a:endParaRPr lang="en-US" sz="900" dirty="0"/>
        </a:p>
      </dgm:t>
    </dgm:pt>
    <dgm:pt modelId="{9DF1D349-24E3-3046-90DE-D30C05C17495}" type="parTrans" cxnId="{C198196C-CC5B-1D4F-81DF-D8C564B39C2D}">
      <dgm:prSet/>
      <dgm:spPr/>
      <dgm:t>
        <a:bodyPr/>
        <a:lstStyle/>
        <a:p>
          <a:endParaRPr lang="en-US"/>
        </a:p>
      </dgm:t>
    </dgm:pt>
    <dgm:pt modelId="{7E0C9EF5-DA13-314F-BB65-11DAC65CB5FD}" type="sibTrans" cxnId="{C198196C-CC5B-1D4F-81DF-D8C564B39C2D}">
      <dgm:prSet/>
      <dgm:spPr/>
      <dgm:t>
        <a:bodyPr/>
        <a:lstStyle/>
        <a:p>
          <a:endParaRPr lang="en-US"/>
        </a:p>
      </dgm:t>
    </dgm:pt>
    <dgm:pt modelId="{7F98D14E-9BFE-5648-BF40-C6B40D863403}">
      <dgm:prSet custT="1"/>
      <dgm:spPr/>
      <dgm:t>
        <a:bodyPr tIns="0" bIns="0"/>
        <a:lstStyle/>
        <a:p>
          <a:r>
            <a:rPr lang="en-US" sz="900" dirty="0" err="1" smtClean="0"/>
            <a:t>Lookup_Direct_Attenuation</a:t>
          </a:r>
          <a:endParaRPr lang="en-US" sz="900" dirty="0"/>
        </a:p>
      </dgm:t>
    </dgm:pt>
    <dgm:pt modelId="{FDF2D4C4-5983-AC43-AC71-059FC1629295}" type="parTrans" cxnId="{0EFFE533-D7C1-BA42-9FEE-0BD651AB2975}">
      <dgm:prSet/>
      <dgm:spPr/>
      <dgm:t>
        <a:bodyPr/>
        <a:lstStyle/>
        <a:p>
          <a:endParaRPr lang="en-US"/>
        </a:p>
      </dgm:t>
    </dgm:pt>
    <dgm:pt modelId="{3438EAEE-1993-BC4F-9A2A-EEC8F0A75C42}" type="sibTrans" cxnId="{0EFFE533-D7C1-BA42-9FEE-0BD651AB2975}">
      <dgm:prSet/>
      <dgm:spPr/>
      <dgm:t>
        <a:bodyPr/>
        <a:lstStyle/>
        <a:p>
          <a:endParaRPr lang="en-US"/>
        </a:p>
      </dgm:t>
    </dgm:pt>
    <dgm:pt modelId="{7D8D3657-DA61-0641-8328-F42D67E087B0}">
      <dgm:prSet custT="1"/>
      <dgm:spPr/>
      <dgm:t>
        <a:bodyPr tIns="0" bIns="0"/>
        <a:lstStyle/>
        <a:p>
          <a:r>
            <a:rPr lang="en-US" sz="900" dirty="0" err="1" smtClean="0"/>
            <a:t>Accumulate_SAR_Contribution</a:t>
          </a:r>
          <a:endParaRPr lang="en-US" sz="900" dirty="0"/>
        </a:p>
      </dgm:t>
    </dgm:pt>
    <dgm:pt modelId="{AC051385-0C55-B544-9102-4972E479FBAC}" type="parTrans" cxnId="{FA2D6826-568D-3D49-B087-99B7DE3F237D}">
      <dgm:prSet/>
      <dgm:spPr/>
      <dgm:t>
        <a:bodyPr/>
        <a:lstStyle/>
        <a:p>
          <a:endParaRPr lang="en-US"/>
        </a:p>
      </dgm:t>
    </dgm:pt>
    <dgm:pt modelId="{2444B8D6-FC1F-F641-81B3-2747B72C4C28}" type="sibTrans" cxnId="{FA2D6826-568D-3D49-B087-99B7DE3F237D}">
      <dgm:prSet/>
      <dgm:spPr/>
      <dgm:t>
        <a:bodyPr/>
        <a:lstStyle/>
        <a:p>
          <a:endParaRPr lang="en-US"/>
        </a:p>
      </dgm:t>
    </dgm:pt>
    <dgm:pt modelId="{FED71A22-0C65-B946-AD9D-5AEEE5342FB3}">
      <dgm:prSet custT="1"/>
      <dgm:spPr/>
      <dgm:t>
        <a:bodyPr tIns="0" bIns="0"/>
        <a:lstStyle/>
        <a:p>
          <a:r>
            <a:rPr lang="en-US" sz="900" dirty="0" err="1" smtClean="0"/>
            <a:t>getSIMpixel</a:t>
          </a:r>
          <a:endParaRPr lang="en-US" sz="900" dirty="0"/>
        </a:p>
      </dgm:t>
    </dgm:pt>
    <dgm:pt modelId="{A2005465-DF70-A545-932E-CFD7A44EBAAE}" type="parTrans" cxnId="{2F408482-353B-0E45-A175-597D334DDBA6}">
      <dgm:prSet/>
      <dgm:spPr/>
      <dgm:t>
        <a:bodyPr/>
        <a:lstStyle/>
        <a:p>
          <a:endParaRPr lang="en-US"/>
        </a:p>
      </dgm:t>
    </dgm:pt>
    <dgm:pt modelId="{BC0EC901-6FC6-1949-8DC6-3225E86C9A75}" type="sibTrans" cxnId="{2F408482-353B-0E45-A175-597D334DDBA6}">
      <dgm:prSet/>
      <dgm:spPr/>
      <dgm:t>
        <a:bodyPr/>
        <a:lstStyle/>
        <a:p>
          <a:endParaRPr lang="en-US"/>
        </a:p>
      </dgm:t>
    </dgm:pt>
    <dgm:pt modelId="{5D2B1061-B9C5-614E-BDED-2707E30F60BC}">
      <dgm:prSet custT="1"/>
      <dgm:spPr/>
      <dgm:t>
        <a:bodyPr tIns="0" bIns="0"/>
        <a:lstStyle/>
        <a:p>
          <a:r>
            <a:rPr lang="en-US" sz="900" dirty="0" err="1" smtClean="0"/>
            <a:t>Rescale_SIM_Record</a:t>
          </a:r>
          <a:endParaRPr lang="en-US" sz="900" dirty="0"/>
        </a:p>
      </dgm:t>
    </dgm:pt>
    <dgm:pt modelId="{7AE130D3-D97C-734A-8CBC-EF7032231E4E}" type="parTrans" cxnId="{63269F37-01EC-DF40-8B14-BB848DAB2102}">
      <dgm:prSet/>
      <dgm:spPr/>
      <dgm:t>
        <a:bodyPr/>
        <a:lstStyle/>
        <a:p>
          <a:endParaRPr lang="en-US"/>
        </a:p>
      </dgm:t>
    </dgm:pt>
    <dgm:pt modelId="{455CD98D-4F8C-024B-99DC-FD089C53BDFA}" type="sibTrans" cxnId="{63269F37-01EC-DF40-8B14-BB848DAB2102}">
      <dgm:prSet/>
      <dgm:spPr/>
      <dgm:t>
        <a:bodyPr/>
        <a:lstStyle/>
        <a:p>
          <a:endParaRPr lang="en-US"/>
        </a:p>
      </dgm:t>
    </dgm:pt>
    <dgm:pt modelId="{630D8ABB-4ACE-2147-9180-0C390A766011}" type="pres">
      <dgm:prSet presAssocID="{642D2459-A571-4348-A410-8555EA3623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EF96C98-FF24-3446-B12C-67DE2F8DAF2A}" type="pres">
      <dgm:prSet presAssocID="{E7F85610-3E51-7E44-B31F-64D37D2F9448}" presName="root" presStyleCnt="0"/>
      <dgm:spPr/>
    </dgm:pt>
    <dgm:pt modelId="{7441F287-60DA-834B-A2A6-2C143324BBFD}" type="pres">
      <dgm:prSet presAssocID="{E7F85610-3E51-7E44-B31F-64D37D2F9448}" presName="rootComposite" presStyleCnt="0"/>
      <dgm:spPr/>
    </dgm:pt>
    <dgm:pt modelId="{3F26272A-C36D-AB43-81D5-C215B877207C}" type="pres">
      <dgm:prSet presAssocID="{E7F85610-3E51-7E44-B31F-64D37D2F9448}" presName="rootText" presStyleLbl="node1" presStyleIdx="0" presStyleCnt="1" custScaleX="213029" custLinFactNeighborX="2510" custLinFactNeighborY="-96"/>
      <dgm:spPr/>
      <dgm:t>
        <a:bodyPr/>
        <a:lstStyle/>
        <a:p>
          <a:endParaRPr lang="en-US"/>
        </a:p>
      </dgm:t>
    </dgm:pt>
    <dgm:pt modelId="{9708F603-055F-2345-94D0-38D89D3C736F}" type="pres">
      <dgm:prSet presAssocID="{E7F85610-3E51-7E44-B31F-64D37D2F9448}" presName="rootConnector" presStyleLbl="node1" presStyleIdx="0" presStyleCnt="1"/>
      <dgm:spPr/>
      <dgm:t>
        <a:bodyPr/>
        <a:lstStyle/>
        <a:p>
          <a:endParaRPr lang="en-US"/>
        </a:p>
      </dgm:t>
    </dgm:pt>
    <dgm:pt modelId="{27165E75-D39A-B640-AAF2-6F8D575C61EC}" type="pres">
      <dgm:prSet presAssocID="{E7F85610-3E51-7E44-B31F-64D37D2F9448}" presName="childShape" presStyleCnt="0"/>
      <dgm:spPr/>
    </dgm:pt>
    <dgm:pt modelId="{FE4D680E-33F5-FD4B-8D2D-4FFE21165441}" type="pres">
      <dgm:prSet presAssocID="{9B8EB2A1-5B30-DC48-8887-4C627A5A9421}" presName="Name13" presStyleLbl="parChTrans1D2" presStyleIdx="0" presStyleCnt="7"/>
      <dgm:spPr/>
      <dgm:t>
        <a:bodyPr/>
        <a:lstStyle/>
        <a:p>
          <a:endParaRPr lang="en-US"/>
        </a:p>
      </dgm:t>
    </dgm:pt>
    <dgm:pt modelId="{98541C6B-4F28-BF4D-BED2-30B107C2DE84}" type="pres">
      <dgm:prSet presAssocID="{06F92EFD-625B-EF4F-B283-B8A28A245429}" presName="childText" presStyleLbl="bgAcc1" presStyleIdx="0" presStyleCnt="7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D901B-68D2-BC4B-A86D-5484874784DD}" type="pres">
      <dgm:prSet presAssocID="{D426177C-C338-374E-A646-A8B0A84845A6}" presName="Name13" presStyleLbl="parChTrans1D2" presStyleIdx="1" presStyleCnt="7"/>
      <dgm:spPr/>
      <dgm:t>
        <a:bodyPr/>
        <a:lstStyle/>
        <a:p>
          <a:endParaRPr lang="en-US"/>
        </a:p>
      </dgm:t>
    </dgm:pt>
    <dgm:pt modelId="{0A51FE53-5F18-4B4E-99EC-F298E7AD7BC5}" type="pres">
      <dgm:prSet presAssocID="{2718E3A9-8785-9B4C-872C-5A7F3EC1A331}" presName="childText" presStyleLbl="bgAcc1" presStyleIdx="1" presStyleCnt="7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45388D-4C60-1E48-8A3A-D2C0641AB0E8}" type="pres">
      <dgm:prSet presAssocID="{9DF1D349-24E3-3046-90DE-D30C05C17495}" presName="Name13" presStyleLbl="parChTrans1D2" presStyleIdx="2" presStyleCnt="7"/>
      <dgm:spPr/>
      <dgm:t>
        <a:bodyPr/>
        <a:lstStyle/>
        <a:p>
          <a:endParaRPr lang="en-US"/>
        </a:p>
      </dgm:t>
    </dgm:pt>
    <dgm:pt modelId="{01D77E86-9302-CA4D-B661-1F1EB238281C}" type="pres">
      <dgm:prSet presAssocID="{26D6DBFF-3D61-7948-955B-16114A4B05E3}" presName="childText" presStyleLbl="bgAcc1" presStyleIdx="2" presStyleCnt="7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6D8C31-8BF5-FD40-B063-8B1D119D55AB}" type="pres">
      <dgm:prSet presAssocID="{FDF2D4C4-5983-AC43-AC71-059FC1629295}" presName="Name13" presStyleLbl="parChTrans1D2" presStyleIdx="3" presStyleCnt="7"/>
      <dgm:spPr/>
      <dgm:t>
        <a:bodyPr/>
        <a:lstStyle/>
        <a:p>
          <a:endParaRPr lang="en-US"/>
        </a:p>
      </dgm:t>
    </dgm:pt>
    <dgm:pt modelId="{C0C4CA25-90DB-9242-B6D6-3531C6E0D3AD}" type="pres">
      <dgm:prSet presAssocID="{7F98D14E-9BFE-5648-BF40-C6B40D863403}" presName="childText" presStyleLbl="bgAcc1" presStyleIdx="3" presStyleCnt="7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345030-7320-3347-A3D4-7D540D82E4C8}" type="pres">
      <dgm:prSet presAssocID="{AC051385-0C55-B544-9102-4972E479FBAC}" presName="Name13" presStyleLbl="parChTrans1D2" presStyleIdx="4" presStyleCnt="7"/>
      <dgm:spPr/>
      <dgm:t>
        <a:bodyPr/>
        <a:lstStyle/>
        <a:p>
          <a:endParaRPr lang="en-US"/>
        </a:p>
      </dgm:t>
    </dgm:pt>
    <dgm:pt modelId="{8FADE39E-3F05-994B-9820-7DC70F5723B3}" type="pres">
      <dgm:prSet presAssocID="{7D8D3657-DA61-0641-8328-F42D67E087B0}" presName="childText" presStyleLbl="bgAcc1" presStyleIdx="4" presStyleCnt="7" custScaleX="2153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72A11-DD5A-7343-9EE8-284761DDDBAA}" type="pres">
      <dgm:prSet presAssocID="{A2005465-DF70-A545-932E-CFD7A44EBAAE}" presName="Name13" presStyleLbl="parChTrans1D2" presStyleIdx="5" presStyleCnt="7"/>
      <dgm:spPr/>
      <dgm:t>
        <a:bodyPr/>
        <a:lstStyle/>
        <a:p>
          <a:endParaRPr lang="en-US"/>
        </a:p>
      </dgm:t>
    </dgm:pt>
    <dgm:pt modelId="{3EA27104-E1E0-9E47-B2ED-2BAD8F71CF7F}" type="pres">
      <dgm:prSet presAssocID="{FED71A22-0C65-B946-AD9D-5AEEE5342FB3}" presName="childText" presStyleLbl="bgAcc1" presStyleIdx="5" presStyleCnt="7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6FA63A-92BB-3D4C-AF24-E45B09301601}" type="pres">
      <dgm:prSet presAssocID="{7AE130D3-D97C-734A-8CBC-EF7032231E4E}" presName="Name13" presStyleLbl="parChTrans1D2" presStyleIdx="6" presStyleCnt="7"/>
      <dgm:spPr/>
      <dgm:t>
        <a:bodyPr/>
        <a:lstStyle/>
        <a:p>
          <a:endParaRPr lang="en-US"/>
        </a:p>
      </dgm:t>
    </dgm:pt>
    <dgm:pt modelId="{B810A85A-86DC-2D41-8234-8CD0C5879BCF}" type="pres">
      <dgm:prSet presAssocID="{5D2B1061-B9C5-614E-BDED-2707E30F60BC}" presName="childText" presStyleLbl="bgAcc1" presStyleIdx="6" presStyleCnt="7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778AF5-5BAE-1249-95C3-FEDBAF8781F7}" type="presOf" srcId="{642D2459-A571-4348-A410-8555EA36230A}" destId="{630D8ABB-4ACE-2147-9180-0C390A766011}" srcOrd="0" destOrd="0" presId="urn:microsoft.com/office/officeart/2005/8/layout/hierarchy3"/>
    <dgm:cxn modelId="{F01F975C-97A2-944C-B185-4157CE0F86A2}" type="presOf" srcId="{7D8D3657-DA61-0641-8328-F42D67E087B0}" destId="{8FADE39E-3F05-994B-9820-7DC70F5723B3}" srcOrd="0" destOrd="0" presId="urn:microsoft.com/office/officeart/2005/8/layout/hierarchy3"/>
    <dgm:cxn modelId="{27EE8E10-5D07-824D-AC82-E45F1C7C1578}" type="presOf" srcId="{9B8EB2A1-5B30-DC48-8887-4C627A5A9421}" destId="{FE4D680E-33F5-FD4B-8D2D-4FFE21165441}" srcOrd="0" destOrd="0" presId="urn:microsoft.com/office/officeart/2005/8/layout/hierarchy3"/>
    <dgm:cxn modelId="{B018DF23-1F22-2F46-BB03-895DA3C35FE6}" type="presOf" srcId="{FED71A22-0C65-B946-AD9D-5AEEE5342FB3}" destId="{3EA27104-E1E0-9E47-B2ED-2BAD8F71CF7F}" srcOrd="0" destOrd="0" presId="urn:microsoft.com/office/officeart/2005/8/layout/hierarchy3"/>
    <dgm:cxn modelId="{53956286-C941-3F40-A34D-7DA08110BCDC}" type="presOf" srcId="{2718E3A9-8785-9B4C-872C-5A7F3EC1A331}" destId="{0A51FE53-5F18-4B4E-99EC-F298E7AD7BC5}" srcOrd="0" destOrd="0" presId="urn:microsoft.com/office/officeart/2005/8/layout/hierarchy3"/>
    <dgm:cxn modelId="{1DA5656D-4AD0-E34D-9BF9-0D2BDEDB0C66}" type="presOf" srcId="{06F92EFD-625B-EF4F-B283-B8A28A245429}" destId="{98541C6B-4F28-BF4D-BED2-30B107C2DE84}" srcOrd="0" destOrd="0" presId="urn:microsoft.com/office/officeart/2005/8/layout/hierarchy3"/>
    <dgm:cxn modelId="{74DC6553-E47C-5C4F-B1BB-6107521D5257}" type="presOf" srcId="{E7F85610-3E51-7E44-B31F-64D37D2F9448}" destId="{3F26272A-C36D-AB43-81D5-C215B877207C}" srcOrd="0" destOrd="0" presId="urn:microsoft.com/office/officeart/2005/8/layout/hierarchy3"/>
    <dgm:cxn modelId="{39E10AA1-9D60-C64E-8060-CB90CC951F25}" srcId="{E7F85610-3E51-7E44-B31F-64D37D2F9448}" destId="{2718E3A9-8785-9B4C-872C-5A7F3EC1A331}" srcOrd="1" destOrd="0" parTransId="{D426177C-C338-374E-A646-A8B0A84845A6}" sibTransId="{7B84FC08-514E-F448-A9B9-50AD00FC07B6}"/>
    <dgm:cxn modelId="{587084C9-3F66-504E-B997-D9DB20E40097}" type="presOf" srcId="{7F98D14E-9BFE-5648-BF40-C6B40D863403}" destId="{C0C4CA25-90DB-9242-B6D6-3531C6E0D3AD}" srcOrd="0" destOrd="0" presId="urn:microsoft.com/office/officeart/2005/8/layout/hierarchy3"/>
    <dgm:cxn modelId="{BFE86AF2-813C-CA41-93A0-7F40AABC1D7C}" type="presOf" srcId="{D426177C-C338-374E-A646-A8B0A84845A6}" destId="{2C7D901B-68D2-BC4B-A86D-5484874784DD}" srcOrd="0" destOrd="0" presId="urn:microsoft.com/office/officeart/2005/8/layout/hierarchy3"/>
    <dgm:cxn modelId="{63269F37-01EC-DF40-8B14-BB848DAB2102}" srcId="{E7F85610-3E51-7E44-B31F-64D37D2F9448}" destId="{5D2B1061-B9C5-614E-BDED-2707E30F60BC}" srcOrd="6" destOrd="0" parTransId="{7AE130D3-D97C-734A-8CBC-EF7032231E4E}" sibTransId="{455CD98D-4F8C-024B-99DC-FD089C53BDFA}"/>
    <dgm:cxn modelId="{84CEFE57-AACD-3F4F-AB7E-AB7F9D38A002}" type="presOf" srcId="{AC051385-0C55-B544-9102-4972E479FBAC}" destId="{3F345030-7320-3347-A3D4-7D540D82E4C8}" srcOrd="0" destOrd="0" presId="urn:microsoft.com/office/officeart/2005/8/layout/hierarchy3"/>
    <dgm:cxn modelId="{0EFFE533-D7C1-BA42-9FEE-0BD651AB2975}" srcId="{E7F85610-3E51-7E44-B31F-64D37D2F9448}" destId="{7F98D14E-9BFE-5648-BF40-C6B40D863403}" srcOrd="3" destOrd="0" parTransId="{FDF2D4C4-5983-AC43-AC71-059FC1629295}" sibTransId="{3438EAEE-1993-BC4F-9A2A-EEC8F0A75C42}"/>
    <dgm:cxn modelId="{FA2D6826-568D-3D49-B087-99B7DE3F237D}" srcId="{E7F85610-3E51-7E44-B31F-64D37D2F9448}" destId="{7D8D3657-DA61-0641-8328-F42D67E087B0}" srcOrd="4" destOrd="0" parTransId="{AC051385-0C55-B544-9102-4972E479FBAC}" sibTransId="{2444B8D6-FC1F-F641-81B3-2747B72C4C28}"/>
    <dgm:cxn modelId="{971ED92D-E16C-8040-AF43-D87445396C1D}" type="presOf" srcId="{9DF1D349-24E3-3046-90DE-D30C05C17495}" destId="{D045388D-4C60-1E48-8A3A-D2C0641AB0E8}" srcOrd="0" destOrd="0" presId="urn:microsoft.com/office/officeart/2005/8/layout/hierarchy3"/>
    <dgm:cxn modelId="{D644653C-00D3-C847-9A6F-80CB2554D66D}" type="presOf" srcId="{7AE130D3-D97C-734A-8CBC-EF7032231E4E}" destId="{9A6FA63A-92BB-3D4C-AF24-E45B09301601}" srcOrd="0" destOrd="0" presId="urn:microsoft.com/office/officeart/2005/8/layout/hierarchy3"/>
    <dgm:cxn modelId="{C198196C-CC5B-1D4F-81DF-D8C564B39C2D}" srcId="{E7F85610-3E51-7E44-B31F-64D37D2F9448}" destId="{26D6DBFF-3D61-7948-955B-16114A4B05E3}" srcOrd="2" destOrd="0" parTransId="{9DF1D349-24E3-3046-90DE-D30C05C17495}" sibTransId="{7E0C9EF5-DA13-314F-BB65-11DAC65CB5FD}"/>
    <dgm:cxn modelId="{B9076B6C-B36C-1640-B4BC-25528F506454}" type="presOf" srcId="{26D6DBFF-3D61-7948-955B-16114A4B05E3}" destId="{01D77E86-9302-CA4D-B661-1F1EB238281C}" srcOrd="0" destOrd="0" presId="urn:microsoft.com/office/officeart/2005/8/layout/hierarchy3"/>
    <dgm:cxn modelId="{140471C8-2C6E-624D-9E95-027CDD784810}" type="presOf" srcId="{A2005465-DF70-A545-932E-CFD7A44EBAAE}" destId="{A8A72A11-DD5A-7343-9EE8-284761DDDBAA}" srcOrd="0" destOrd="0" presId="urn:microsoft.com/office/officeart/2005/8/layout/hierarchy3"/>
    <dgm:cxn modelId="{D06A499A-84AC-7D44-950E-4ED5358079B9}" type="presOf" srcId="{FDF2D4C4-5983-AC43-AC71-059FC1629295}" destId="{806D8C31-8BF5-FD40-B063-8B1D119D55AB}" srcOrd="0" destOrd="0" presId="urn:microsoft.com/office/officeart/2005/8/layout/hierarchy3"/>
    <dgm:cxn modelId="{2F408482-353B-0E45-A175-597D334DDBA6}" srcId="{E7F85610-3E51-7E44-B31F-64D37D2F9448}" destId="{FED71A22-0C65-B946-AD9D-5AEEE5342FB3}" srcOrd="5" destOrd="0" parTransId="{A2005465-DF70-A545-932E-CFD7A44EBAAE}" sibTransId="{BC0EC901-6FC6-1949-8DC6-3225E86C9A75}"/>
    <dgm:cxn modelId="{4E68EC3B-A860-094E-BAFE-4ED16FEEDC15}" srcId="{E7F85610-3E51-7E44-B31F-64D37D2F9448}" destId="{06F92EFD-625B-EF4F-B283-B8A28A245429}" srcOrd="0" destOrd="0" parTransId="{9B8EB2A1-5B30-DC48-8887-4C627A5A9421}" sibTransId="{15B7CCB8-9A15-364E-A5E4-3E25C7257C1B}"/>
    <dgm:cxn modelId="{0ED915B8-674B-3442-AAB6-0B6AD618C154}" srcId="{642D2459-A571-4348-A410-8555EA36230A}" destId="{E7F85610-3E51-7E44-B31F-64D37D2F9448}" srcOrd="0" destOrd="0" parTransId="{90A3B0E4-1489-AB4C-91DD-24E76AD17B68}" sibTransId="{141F336B-973F-D442-94BE-F1117ACF3683}"/>
    <dgm:cxn modelId="{5288106B-26AB-9342-8126-B9E10C779242}" type="presOf" srcId="{E7F85610-3E51-7E44-B31F-64D37D2F9448}" destId="{9708F603-055F-2345-94D0-38D89D3C736F}" srcOrd="1" destOrd="0" presId="urn:microsoft.com/office/officeart/2005/8/layout/hierarchy3"/>
    <dgm:cxn modelId="{E8D2DAFC-CD7E-5349-8F3E-E667C6AD00E1}" type="presOf" srcId="{5D2B1061-B9C5-614E-BDED-2707E30F60BC}" destId="{B810A85A-86DC-2D41-8234-8CD0C5879BCF}" srcOrd="0" destOrd="0" presId="urn:microsoft.com/office/officeart/2005/8/layout/hierarchy3"/>
    <dgm:cxn modelId="{D7AEF7CF-2595-954E-928A-9C0578625077}" type="presParOf" srcId="{630D8ABB-4ACE-2147-9180-0C390A766011}" destId="{9EF96C98-FF24-3446-B12C-67DE2F8DAF2A}" srcOrd="0" destOrd="0" presId="urn:microsoft.com/office/officeart/2005/8/layout/hierarchy3"/>
    <dgm:cxn modelId="{2C948FDC-908D-8248-A3DD-3FCE300AC5FB}" type="presParOf" srcId="{9EF96C98-FF24-3446-B12C-67DE2F8DAF2A}" destId="{7441F287-60DA-834B-A2A6-2C143324BBFD}" srcOrd="0" destOrd="0" presId="urn:microsoft.com/office/officeart/2005/8/layout/hierarchy3"/>
    <dgm:cxn modelId="{51DE11C3-BBDC-3143-B8D4-A0AC948280B8}" type="presParOf" srcId="{7441F287-60DA-834B-A2A6-2C143324BBFD}" destId="{3F26272A-C36D-AB43-81D5-C215B877207C}" srcOrd="0" destOrd="0" presId="urn:microsoft.com/office/officeart/2005/8/layout/hierarchy3"/>
    <dgm:cxn modelId="{89685C0E-0206-7845-AD4A-0006C87EA68B}" type="presParOf" srcId="{7441F287-60DA-834B-A2A6-2C143324BBFD}" destId="{9708F603-055F-2345-94D0-38D89D3C736F}" srcOrd="1" destOrd="0" presId="urn:microsoft.com/office/officeart/2005/8/layout/hierarchy3"/>
    <dgm:cxn modelId="{51A899C6-C1A5-DB4F-A098-10A69A37D329}" type="presParOf" srcId="{9EF96C98-FF24-3446-B12C-67DE2F8DAF2A}" destId="{27165E75-D39A-B640-AAF2-6F8D575C61EC}" srcOrd="1" destOrd="0" presId="urn:microsoft.com/office/officeart/2005/8/layout/hierarchy3"/>
    <dgm:cxn modelId="{554D17A4-9734-D841-A852-5CBB6305EB3B}" type="presParOf" srcId="{27165E75-D39A-B640-AAF2-6F8D575C61EC}" destId="{FE4D680E-33F5-FD4B-8D2D-4FFE21165441}" srcOrd="0" destOrd="0" presId="urn:microsoft.com/office/officeart/2005/8/layout/hierarchy3"/>
    <dgm:cxn modelId="{759B5897-FF0F-5C40-B469-480C10E49A17}" type="presParOf" srcId="{27165E75-D39A-B640-AAF2-6F8D575C61EC}" destId="{98541C6B-4F28-BF4D-BED2-30B107C2DE84}" srcOrd="1" destOrd="0" presId="urn:microsoft.com/office/officeart/2005/8/layout/hierarchy3"/>
    <dgm:cxn modelId="{B58B5A3A-A6EE-7641-A507-C78218210FFF}" type="presParOf" srcId="{27165E75-D39A-B640-AAF2-6F8D575C61EC}" destId="{2C7D901B-68D2-BC4B-A86D-5484874784DD}" srcOrd="2" destOrd="0" presId="urn:microsoft.com/office/officeart/2005/8/layout/hierarchy3"/>
    <dgm:cxn modelId="{4C4CAAC3-3493-194D-B98D-71F254CA9CE9}" type="presParOf" srcId="{27165E75-D39A-B640-AAF2-6F8D575C61EC}" destId="{0A51FE53-5F18-4B4E-99EC-F298E7AD7BC5}" srcOrd="3" destOrd="0" presId="urn:microsoft.com/office/officeart/2005/8/layout/hierarchy3"/>
    <dgm:cxn modelId="{6B01A700-8DFB-1046-A1C1-87D483B4CF45}" type="presParOf" srcId="{27165E75-D39A-B640-AAF2-6F8D575C61EC}" destId="{D045388D-4C60-1E48-8A3A-D2C0641AB0E8}" srcOrd="4" destOrd="0" presId="urn:microsoft.com/office/officeart/2005/8/layout/hierarchy3"/>
    <dgm:cxn modelId="{A0D6AB7D-4651-6E42-A685-57F458084EEF}" type="presParOf" srcId="{27165E75-D39A-B640-AAF2-6F8D575C61EC}" destId="{01D77E86-9302-CA4D-B661-1F1EB238281C}" srcOrd="5" destOrd="0" presId="urn:microsoft.com/office/officeart/2005/8/layout/hierarchy3"/>
    <dgm:cxn modelId="{FA35111E-75E8-934F-A3E1-1715F7F38B01}" type="presParOf" srcId="{27165E75-D39A-B640-AAF2-6F8D575C61EC}" destId="{806D8C31-8BF5-FD40-B063-8B1D119D55AB}" srcOrd="6" destOrd="0" presId="urn:microsoft.com/office/officeart/2005/8/layout/hierarchy3"/>
    <dgm:cxn modelId="{DFBE1531-3FE4-084D-A32E-2E762504F1B3}" type="presParOf" srcId="{27165E75-D39A-B640-AAF2-6F8D575C61EC}" destId="{C0C4CA25-90DB-9242-B6D6-3531C6E0D3AD}" srcOrd="7" destOrd="0" presId="urn:microsoft.com/office/officeart/2005/8/layout/hierarchy3"/>
    <dgm:cxn modelId="{7D2A8167-E523-C54C-841F-0F34877DD4BD}" type="presParOf" srcId="{27165E75-D39A-B640-AAF2-6F8D575C61EC}" destId="{3F345030-7320-3347-A3D4-7D540D82E4C8}" srcOrd="8" destOrd="0" presId="urn:microsoft.com/office/officeart/2005/8/layout/hierarchy3"/>
    <dgm:cxn modelId="{C6D877FF-000F-F640-8B56-17A76CF6B359}" type="presParOf" srcId="{27165E75-D39A-B640-AAF2-6F8D575C61EC}" destId="{8FADE39E-3F05-994B-9820-7DC70F5723B3}" srcOrd="9" destOrd="0" presId="urn:microsoft.com/office/officeart/2005/8/layout/hierarchy3"/>
    <dgm:cxn modelId="{D22376E7-8F92-B149-95BA-8897235C9308}" type="presParOf" srcId="{27165E75-D39A-B640-AAF2-6F8D575C61EC}" destId="{A8A72A11-DD5A-7343-9EE8-284761DDDBAA}" srcOrd="10" destOrd="0" presId="urn:microsoft.com/office/officeart/2005/8/layout/hierarchy3"/>
    <dgm:cxn modelId="{F4BE8989-594C-D844-BB72-62B826A9C824}" type="presParOf" srcId="{27165E75-D39A-B640-AAF2-6F8D575C61EC}" destId="{3EA27104-E1E0-9E47-B2ED-2BAD8F71CF7F}" srcOrd="11" destOrd="0" presId="urn:microsoft.com/office/officeart/2005/8/layout/hierarchy3"/>
    <dgm:cxn modelId="{4E2AB7A8-D88F-004A-B1B1-A0AEEB133258}" type="presParOf" srcId="{27165E75-D39A-B640-AAF2-6F8D575C61EC}" destId="{9A6FA63A-92BB-3D4C-AF24-E45B09301601}" srcOrd="12" destOrd="0" presId="urn:microsoft.com/office/officeart/2005/8/layout/hierarchy3"/>
    <dgm:cxn modelId="{DF9BB02F-2D71-1641-9824-1332B6847E26}" type="presParOf" srcId="{27165E75-D39A-B640-AAF2-6F8D575C61EC}" destId="{B810A85A-86DC-2D41-8234-8CD0C5879BCF}" srcOrd="1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2D2459-A571-4348-A410-8555EA36230A}" type="doc">
      <dgm:prSet loTypeId="urn:microsoft.com/office/officeart/2009/3/layout/HorizontalOrganizationChart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85610-3E51-7E44-B31F-64D37D2F9448}">
      <dgm:prSet phldrT="[Text]"/>
      <dgm:spPr/>
      <dgm:t>
        <a:bodyPr/>
        <a:lstStyle/>
        <a:p>
          <a:r>
            <a:rPr lang="en-US" smtClean="0"/>
            <a:t>PolSARproSim_Forest_Bounce</a:t>
          </a:r>
        </a:p>
        <a:p>
          <a:r>
            <a:rPr lang="en-US" smtClean="0"/>
            <a:t>(functions called)</a:t>
          </a:r>
          <a:endParaRPr lang="en-US" dirty="0" smtClean="0"/>
        </a:p>
      </dgm:t>
    </dgm:pt>
    <dgm:pt modelId="{90A3B0E4-1489-AB4C-91DD-24E76AD17B68}" type="parTrans" cxnId="{0ED915B8-674B-3442-AAB6-0B6AD618C154}">
      <dgm:prSet/>
      <dgm:spPr/>
      <dgm:t>
        <a:bodyPr/>
        <a:lstStyle/>
        <a:p>
          <a:endParaRPr lang="en-US"/>
        </a:p>
      </dgm:t>
    </dgm:pt>
    <dgm:pt modelId="{141F336B-973F-D442-94BE-F1117ACF3683}" type="sibTrans" cxnId="{0ED915B8-674B-3442-AAB6-0B6AD618C154}">
      <dgm:prSet/>
      <dgm:spPr/>
      <dgm:t>
        <a:bodyPr/>
        <a:lstStyle/>
        <a:p>
          <a:endParaRPr lang="en-US"/>
        </a:p>
      </dgm:t>
    </dgm:pt>
    <dgm:pt modelId="{06F92EFD-625B-EF4F-B283-B8A28A245429}">
      <dgm:prSet phldrT="[Text]"/>
      <dgm:spPr/>
      <dgm:t>
        <a:bodyPr/>
        <a:lstStyle/>
        <a:p>
          <a:r>
            <a:rPr lang="en-US" smtClean="0"/>
            <a:t>Initialize_SAR_Geometry</a:t>
          </a:r>
          <a:endParaRPr lang="en-US" dirty="0"/>
        </a:p>
      </dgm:t>
    </dgm:pt>
    <dgm:pt modelId="{9B8EB2A1-5B30-DC48-8887-4C627A5A9421}" type="parTrans" cxnId="{4E68EC3B-A860-094E-BAFE-4ED16FEEDC1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5B7CCB8-9A15-364E-A5E4-3E25C7257C1B}" type="sibTrans" cxnId="{4E68EC3B-A860-094E-BAFE-4ED16FEEDC15}">
      <dgm:prSet/>
      <dgm:spPr/>
      <dgm:t>
        <a:bodyPr/>
        <a:lstStyle/>
        <a:p>
          <a:endParaRPr lang="en-US"/>
        </a:p>
      </dgm:t>
    </dgm:pt>
    <dgm:pt modelId="{2718E3A9-8785-9B4C-872C-5A7F3EC1A331}">
      <dgm:prSet phldrT="[Text]"/>
      <dgm:spPr/>
      <dgm:t>
        <a:bodyPr/>
        <a:lstStyle/>
        <a:p>
          <a:r>
            <a:rPr lang="en-US" smtClean="0"/>
            <a:t>Realise_Tree</a:t>
          </a:r>
          <a:endParaRPr lang="en-US" dirty="0"/>
        </a:p>
      </dgm:t>
    </dgm:pt>
    <dgm:pt modelId="{D426177C-C338-374E-A646-A8B0A84845A6}" type="parTrans" cxnId="{39E10AA1-9D60-C64E-8060-CB90CC951F2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B84FC08-514E-F448-A9B9-50AD00FC07B6}" type="sibTrans" cxnId="{39E10AA1-9D60-C64E-8060-CB90CC951F25}">
      <dgm:prSet/>
      <dgm:spPr/>
      <dgm:t>
        <a:bodyPr/>
        <a:lstStyle/>
        <a:p>
          <a:endParaRPr lang="en-US"/>
        </a:p>
      </dgm:t>
    </dgm:pt>
    <dgm:pt modelId="{26D6DBFF-3D61-7948-955B-16114A4B05E3}">
      <dgm:prSet/>
      <dgm:spPr/>
      <dgm:t>
        <a:bodyPr/>
        <a:lstStyle/>
        <a:p>
          <a:r>
            <a:rPr lang="en-US" smtClean="0"/>
            <a:t>Image_Tree_Bounce</a:t>
          </a:r>
          <a:endParaRPr lang="en-US" dirty="0" smtClean="0"/>
        </a:p>
      </dgm:t>
    </dgm:pt>
    <dgm:pt modelId="{9DF1D349-24E3-3046-90DE-D30C05C17495}" type="parTrans" cxnId="{C198196C-CC5B-1D4F-81DF-D8C564B39C2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E0C9EF5-DA13-314F-BB65-11DAC65CB5FD}" type="sibTrans" cxnId="{C198196C-CC5B-1D4F-81DF-D8C564B39C2D}">
      <dgm:prSet/>
      <dgm:spPr/>
      <dgm:t>
        <a:bodyPr/>
        <a:lstStyle/>
        <a:p>
          <a:endParaRPr lang="en-US"/>
        </a:p>
      </dgm:t>
    </dgm:pt>
    <dgm:pt modelId="{3CFF56B6-C7B2-6040-AC63-5FA51B8EEC21}">
      <dgm:prSet/>
      <dgm:spPr/>
      <dgm:t>
        <a:bodyPr/>
        <a:lstStyle/>
        <a:p>
          <a:r>
            <a:rPr lang="en-US" dirty="0" smtClean="0"/>
            <a:t> Cylinder_from_Branch</a:t>
          </a:r>
          <a:endParaRPr lang="en-US" dirty="0"/>
        </a:p>
      </dgm:t>
    </dgm:pt>
    <dgm:pt modelId="{C8451105-6096-C74A-8EE5-406DE0499770}" type="parTrans" cxnId="{5D504BC2-BF75-3442-8B2E-58BB1B3E4FB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CD5761A-1B36-2345-8C1B-E4C8848D71EE}" type="sibTrans" cxnId="{5D504BC2-BF75-3442-8B2E-58BB1B3E4FB0}">
      <dgm:prSet/>
      <dgm:spPr/>
      <dgm:t>
        <a:bodyPr/>
        <a:lstStyle/>
        <a:p>
          <a:endParaRPr lang="en-US"/>
        </a:p>
      </dgm:t>
    </dgm:pt>
    <dgm:pt modelId="{FF99F59B-8549-F646-97CF-EB299CD5A858}">
      <dgm:prSet/>
      <dgm:spPr/>
      <dgm:t>
        <a:bodyPr/>
        <a:lstStyle/>
        <a:p>
          <a:r>
            <a:rPr lang="en-US" smtClean="0"/>
            <a:t>Image_Cylinder_Bounce</a:t>
          </a:r>
          <a:endParaRPr lang="en-US" dirty="0"/>
        </a:p>
      </dgm:t>
    </dgm:pt>
    <dgm:pt modelId="{089D0B2A-9B6B-F84B-9E4A-07E505CBD20C}" type="parTrans" cxnId="{945ACB03-EE90-3548-9548-500E77AB875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9BDE181-EF3D-B445-B67E-E4DDBB7B783D}" type="sibTrans" cxnId="{945ACB03-EE90-3548-9548-500E77AB875E}">
      <dgm:prSet/>
      <dgm:spPr/>
      <dgm:t>
        <a:bodyPr/>
        <a:lstStyle/>
        <a:p>
          <a:endParaRPr lang="en-US"/>
        </a:p>
      </dgm:t>
    </dgm:pt>
    <dgm:pt modelId="{A7FCFFDD-3203-8341-A965-8433A715FF30}">
      <dgm:prSet/>
      <dgm:spPr/>
      <dgm:t>
        <a:bodyPr/>
        <a:lstStyle/>
        <a:p>
          <a:r>
            <a:rPr lang="en-US" smtClean="0"/>
            <a:t>Estimate_SAR_Tertiaries</a:t>
          </a:r>
          <a:endParaRPr lang="en-US" dirty="0"/>
        </a:p>
      </dgm:t>
    </dgm:pt>
    <dgm:pt modelId="{670602E3-9573-5C4A-975B-3C9D4CE70F18}" type="parTrans" cxnId="{725DCCB6-87E9-7340-9E87-7DF67D976EF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B8BF09C-9737-DE46-B52F-16F9E706C9C0}" type="sibTrans" cxnId="{725DCCB6-87E9-7340-9E87-7DF67D976EF1}">
      <dgm:prSet/>
      <dgm:spPr/>
      <dgm:t>
        <a:bodyPr/>
        <a:lstStyle/>
        <a:p>
          <a:endParaRPr lang="en-US"/>
        </a:p>
      </dgm:t>
    </dgm:pt>
    <dgm:pt modelId="{2959E870-F316-B745-8F91-3F4063B8B21C}">
      <dgm:prSet/>
      <dgm:spPr/>
      <dgm:t>
        <a:bodyPr/>
        <a:lstStyle/>
        <a:p>
          <a:r>
            <a:rPr lang="en-US" smtClean="0"/>
            <a:t>Tertiary_Branch_Moisture</a:t>
          </a:r>
          <a:endParaRPr lang="en-US" dirty="0"/>
        </a:p>
      </dgm:t>
    </dgm:pt>
    <dgm:pt modelId="{E11C5A02-0A13-9A48-A822-7662B849029E}" type="sibTrans" cxnId="{66C40755-55D1-AF4C-8E79-100B943ED1FE}">
      <dgm:prSet/>
      <dgm:spPr/>
      <dgm:t>
        <a:bodyPr/>
        <a:lstStyle/>
        <a:p>
          <a:endParaRPr lang="en-US"/>
        </a:p>
      </dgm:t>
    </dgm:pt>
    <dgm:pt modelId="{7AA570B4-FCF8-3D41-A79A-8200DCED1AAF}" type="parTrans" cxnId="{66C40755-55D1-AF4C-8E79-100B943ED1F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7F030A1-A9AC-0A49-8EF2-2135BD338678}">
      <dgm:prSet/>
      <dgm:spPr/>
      <dgm:t>
        <a:bodyPr/>
        <a:lstStyle/>
        <a:p>
          <a:r>
            <a:rPr lang="en-US" smtClean="0"/>
            <a:t>vegetation_permittivity</a:t>
          </a:r>
          <a:endParaRPr lang="en-US" dirty="0"/>
        </a:p>
      </dgm:t>
    </dgm:pt>
    <dgm:pt modelId="{8621E044-3358-044F-B524-C5220FFF188C}" type="parTrans" cxnId="{AAEDAE1F-7D9C-7E4C-9C17-CA584718335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6A16067-6213-2440-B40A-AC5EB7773697}" type="sibTrans" cxnId="{AAEDAE1F-7D9C-7E4C-9C17-CA584718335B}">
      <dgm:prSet/>
      <dgm:spPr/>
      <dgm:t>
        <a:bodyPr/>
        <a:lstStyle/>
        <a:p>
          <a:endParaRPr lang="en-US"/>
        </a:p>
      </dgm:t>
    </dgm:pt>
    <dgm:pt modelId="{5D57CC7C-34C6-314E-940A-7902B1A4725B}">
      <dgm:prSet/>
      <dgm:spPr/>
      <dgm:t>
        <a:bodyPr/>
        <a:lstStyle/>
        <a:p>
          <a:r>
            <a:rPr lang="en-US" smtClean="0"/>
            <a:t>Realise_Tertiary_Branch</a:t>
          </a:r>
          <a:endParaRPr lang="en-US" dirty="0"/>
        </a:p>
      </dgm:t>
    </dgm:pt>
    <dgm:pt modelId="{8A3EF570-4886-3745-A9A6-8C4607522D1F}" type="parTrans" cxnId="{93C8266C-FC60-0043-8F00-69AB5A94668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F56E60F-EE61-A849-AEEA-237F3520B911}" type="sibTrans" cxnId="{93C8266C-FC60-0043-8F00-69AB5A94668B}">
      <dgm:prSet/>
      <dgm:spPr/>
      <dgm:t>
        <a:bodyPr/>
        <a:lstStyle/>
        <a:p>
          <a:endParaRPr lang="en-US"/>
        </a:p>
      </dgm:t>
    </dgm:pt>
    <dgm:pt modelId="{58D642A1-E409-FC47-922F-110F5DCA274C}">
      <dgm:prSet/>
      <dgm:spPr/>
      <dgm:t>
        <a:bodyPr/>
        <a:lstStyle/>
        <a:p>
          <a:r>
            <a:rPr lang="en-US" smtClean="0"/>
            <a:t>Image_Foliage_Bounce</a:t>
          </a:r>
          <a:endParaRPr lang="en-US" dirty="0"/>
        </a:p>
      </dgm:t>
    </dgm:pt>
    <dgm:pt modelId="{D9A2F111-C6CB-194A-88BF-3E76E1C37624}" type="parTrans" cxnId="{602E0D57-BB3F-604D-86F8-6FF1A32B5E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071A0BA-80E1-2F4F-B420-FCA083233002}" type="sibTrans" cxnId="{602E0D57-BB3F-604D-86F8-6FF1A32B5E78}">
      <dgm:prSet/>
      <dgm:spPr/>
      <dgm:t>
        <a:bodyPr/>
        <a:lstStyle/>
        <a:p>
          <a:endParaRPr lang="en-US"/>
        </a:p>
      </dgm:t>
    </dgm:pt>
    <dgm:pt modelId="{AF5C32FC-AFBB-2142-99D3-A06DB04E8A94}">
      <dgm:prSet/>
      <dgm:spPr/>
      <dgm:t>
        <a:bodyPr/>
        <a:lstStyle/>
        <a:p>
          <a:r>
            <a:rPr lang="en-US" smtClean="0"/>
            <a:t>Accumulate_SAR_Contribution</a:t>
          </a:r>
          <a:endParaRPr lang="en-US" dirty="0"/>
        </a:p>
      </dgm:t>
    </dgm:pt>
    <dgm:pt modelId="{82B59EAE-9FE7-A547-9FDF-DC8177B8208F}" type="parTrans" cxnId="{F3937065-82D2-E041-9DD2-0F40891A9BA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BEA64E0-4EB9-374C-8B1F-5ABEDA3FA809}" type="sibTrans" cxnId="{F3937065-82D2-E041-9DD2-0F40891A9BA1}">
      <dgm:prSet/>
      <dgm:spPr/>
      <dgm:t>
        <a:bodyPr/>
        <a:lstStyle/>
        <a:p>
          <a:endParaRPr lang="en-US"/>
        </a:p>
      </dgm:t>
    </dgm:pt>
    <dgm:pt modelId="{A843432F-B350-C24E-A738-5784D71E00BE}">
      <dgm:prSet/>
      <dgm:spPr/>
      <dgm:t>
        <a:bodyPr/>
        <a:lstStyle/>
        <a:p>
          <a:r>
            <a:rPr lang="en-US" smtClean="0"/>
            <a:t>Estimate_SAR_Foliage</a:t>
          </a:r>
          <a:endParaRPr lang="en-US" dirty="0"/>
        </a:p>
      </dgm:t>
    </dgm:pt>
    <dgm:pt modelId="{1C119CA0-BA8F-F14F-B0CE-98E727F6997E}" type="parTrans" cxnId="{FD16ACD3-263D-7A4F-AED8-B80F1B7BE96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9A7A36-904C-AF4C-947B-E2515C5A370F}" type="sibTrans" cxnId="{FD16ACD3-263D-7A4F-AED8-B80F1B7BE969}">
      <dgm:prSet/>
      <dgm:spPr/>
      <dgm:t>
        <a:bodyPr/>
        <a:lstStyle/>
        <a:p>
          <a:endParaRPr lang="en-US"/>
        </a:p>
      </dgm:t>
    </dgm:pt>
    <dgm:pt modelId="{6861D540-6EA7-CB4D-9722-8816448CB368}">
      <dgm:prSet/>
      <dgm:spPr/>
      <dgm:t>
        <a:bodyPr/>
        <a:lstStyle/>
        <a:p>
          <a:r>
            <a:rPr lang="en-US" smtClean="0"/>
            <a:t>Cylinder_from_Branch</a:t>
          </a:r>
          <a:endParaRPr lang="en-US" dirty="0"/>
        </a:p>
      </dgm:t>
    </dgm:pt>
    <dgm:pt modelId="{CF2B4FA1-2317-8046-A77F-012600D95E0C}" type="parTrans" cxnId="{7910AC7E-E398-D54F-9A67-C8D9E95D1DD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6C78BDC-325A-EB48-8D97-DE81E73FE3F7}" type="sibTrans" cxnId="{7910AC7E-E398-D54F-9A67-C8D9E95D1DD8}">
      <dgm:prSet/>
      <dgm:spPr/>
      <dgm:t>
        <a:bodyPr/>
        <a:lstStyle/>
        <a:p>
          <a:endParaRPr lang="en-US"/>
        </a:p>
      </dgm:t>
    </dgm:pt>
    <dgm:pt modelId="{E8B6730C-912F-2B4C-8E84-60266236E53D}">
      <dgm:prSet/>
      <dgm:spPr/>
      <dgm:t>
        <a:bodyPr/>
        <a:lstStyle/>
        <a:p>
          <a:r>
            <a:rPr lang="en-US" smtClean="0"/>
            <a:t>Image_Cylinder_Bounce</a:t>
          </a:r>
          <a:endParaRPr lang="en-US" dirty="0"/>
        </a:p>
      </dgm:t>
    </dgm:pt>
    <dgm:pt modelId="{515C6F25-0753-4C41-A243-92DA7EADA7A6}" type="parTrans" cxnId="{EBA6DD0B-D9B8-C549-9A88-63CDF210422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3DAD0F5-E084-EB4D-BD26-0B9664E98792}" type="sibTrans" cxnId="{EBA6DD0B-D9B8-C549-9A88-63CDF2104223}">
      <dgm:prSet/>
      <dgm:spPr/>
      <dgm:t>
        <a:bodyPr/>
        <a:lstStyle/>
        <a:p>
          <a:endParaRPr lang="en-US"/>
        </a:p>
      </dgm:t>
    </dgm:pt>
    <dgm:pt modelId="{F23A2AB0-E9A7-C146-AAA3-35B0DE8739D8}">
      <dgm:prSet/>
      <dgm:spPr/>
      <dgm:t>
        <a:bodyPr/>
        <a:lstStyle/>
        <a:p>
          <a:r>
            <a:rPr lang="en-US" smtClean="0"/>
            <a:t>Accumulate_SAR_Contribution</a:t>
          </a:r>
          <a:endParaRPr lang="en-US" dirty="0"/>
        </a:p>
      </dgm:t>
    </dgm:pt>
    <dgm:pt modelId="{F6FA8CB4-C9C0-1945-94A3-F47DE5D0E600}" type="parTrans" cxnId="{F66DB18B-C42E-A04C-87FA-04E9DBC6871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D7AA183-3E00-6945-961D-E25A41E4F818}" type="sibTrans" cxnId="{F66DB18B-C42E-A04C-87FA-04E9DBC6871A}">
      <dgm:prSet/>
      <dgm:spPr/>
      <dgm:t>
        <a:bodyPr/>
        <a:lstStyle/>
        <a:p>
          <a:endParaRPr lang="en-US"/>
        </a:p>
      </dgm:t>
    </dgm:pt>
    <dgm:pt modelId="{0370D590-AADB-4746-A737-78EBB511D56A}">
      <dgm:prSet/>
      <dgm:spPr/>
      <dgm:t>
        <a:bodyPr/>
        <a:lstStyle/>
        <a:p>
          <a:r>
            <a:rPr lang="en-US" smtClean="0"/>
            <a:t>Cylinder_from_Branch</a:t>
          </a:r>
          <a:endParaRPr lang="en-US" dirty="0"/>
        </a:p>
      </dgm:t>
    </dgm:pt>
    <dgm:pt modelId="{773F1763-F5B0-B242-AE22-FDEF768042D1}" type="parTrans" cxnId="{A7E20152-1B55-AA4E-B16E-9D80DF54AEF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E467608-E0CA-B649-8CAB-A20DE2FF0BD9}" type="sibTrans" cxnId="{A7E20152-1B55-AA4E-B16E-9D80DF54AEF7}">
      <dgm:prSet/>
      <dgm:spPr/>
      <dgm:t>
        <a:bodyPr/>
        <a:lstStyle/>
        <a:p>
          <a:endParaRPr lang="en-US"/>
        </a:p>
      </dgm:t>
    </dgm:pt>
    <dgm:pt modelId="{447172F0-A800-DE41-BDF9-F181B0F1D2E8}">
      <dgm:prSet/>
      <dgm:spPr/>
      <dgm:t>
        <a:bodyPr/>
        <a:lstStyle/>
        <a:p>
          <a:r>
            <a:rPr lang="en-US" smtClean="0"/>
            <a:t>Image_Cylinder_Bounce</a:t>
          </a:r>
          <a:endParaRPr lang="en-US" dirty="0"/>
        </a:p>
      </dgm:t>
    </dgm:pt>
    <dgm:pt modelId="{76571F14-D431-D747-B607-6138CE2DE30C}" type="parTrans" cxnId="{1D403BCD-872D-454E-B266-E04AE4705E2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C3A3DB1-9593-EE4B-9ED5-6605088041C5}" type="sibTrans" cxnId="{1D403BCD-872D-454E-B266-E04AE4705E20}">
      <dgm:prSet/>
      <dgm:spPr/>
      <dgm:t>
        <a:bodyPr/>
        <a:lstStyle/>
        <a:p>
          <a:endParaRPr lang="en-US"/>
        </a:p>
      </dgm:t>
    </dgm:pt>
    <dgm:pt modelId="{3E2D0B24-8316-8F48-ABFD-05AFFB98155E}">
      <dgm:prSet/>
      <dgm:spPr/>
      <dgm:t>
        <a:bodyPr/>
        <a:lstStyle/>
        <a:p>
          <a:r>
            <a:rPr lang="en-US" smtClean="0"/>
            <a:t>Accumulate_SAR_Contribution</a:t>
          </a:r>
          <a:endParaRPr lang="en-US" dirty="0"/>
        </a:p>
      </dgm:t>
    </dgm:pt>
    <dgm:pt modelId="{6796A2C3-7FC6-D941-A2E1-A0C3D704F6DF}" type="parTrans" cxnId="{CE8AF909-A50D-9A40-A5CC-98D1026107C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3B363C5-C56C-254C-85CC-023E4271E39F}" type="sibTrans" cxnId="{CE8AF909-A50D-9A40-A5CC-98D1026107C7}">
      <dgm:prSet/>
      <dgm:spPr/>
      <dgm:t>
        <a:bodyPr/>
        <a:lstStyle/>
        <a:p>
          <a:endParaRPr lang="en-US"/>
        </a:p>
      </dgm:t>
    </dgm:pt>
    <dgm:pt modelId="{A1FA0A8A-2464-4C4A-8AB9-CB1CDCD5B617}">
      <dgm:prSet/>
      <dgm:spPr/>
      <dgm:t>
        <a:bodyPr/>
        <a:lstStyle/>
        <a:p>
          <a:r>
            <a:rPr lang="en-US" smtClean="0"/>
            <a:t>Cylinder_from_Branch</a:t>
          </a:r>
          <a:endParaRPr lang="en-US" dirty="0"/>
        </a:p>
      </dgm:t>
    </dgm:pt>
    <dgm:pt modelId="{AF860BB8-883E-2041-B3AA-2842560CB64A}" type="parTrans" cxnId="{35E3C5B4-F9CE-C947-AA62-F2989247AF4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41B1A1F-B5A8-944C-901F-90CFCF3C6699}" type="sibTrans" cxnId="{35E3C5B4-F9CE-C947-AA62-F2989247AF45}">
      <dgm:prSet/>
      <dgm:spPr/>
      <dgm:t>
        <a:bodyPr/>
        <a:lstStyle/>
        <a:p>
          <a:endParaRPr lang="en-US"/>
        </a:p>
      </dgm:t>
    </dgm:pt>
    <dgm:pt modelId="{2DCDE3FC-36BA-824B-B96D-C4646845B288}">
      <dgm:prSet/>
      <dgm:spPr/>
      <dgm:t>
        <a:bodyPr/>
        <a:lstStyle/>
        <a:p>
          <a:r>
            <a:rPr lang="en-US" smtClean="0"/>
            <a:t>Image_Cylinder_Bounce</a:t>
          </a:r>
          <a:endParaRPr lang="en-US" dirty="0"/>
        </a:p>
      </dgm:t>
    </dgm:pt>
    <dgm:pt modelId="{377B3B4A-F3AF-8444-96E3-767C5CEEF2FA}" type="parTrans" cxnId="{D843C365-FE4A-F54F-8F2E-FD61F153AF2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44E3202-772E-8748-BA30-24CF70A2F4B5}" type="sibTrans" cxnId="{D843C365-FE4A-F54F-8F2E-FD61F153AF26}">
      <dgm:prSet/>
      <dgm:spPr/>
      <dgm:t>
        <a:bodyPr/>
        <a:lstStyle/>
        <a:p>
          <a:endParaRPr lang="en-US"/>
        </a:p>
      </dgm:t>
    </dgm:pt>
    <dgm:pt modelId="{C112D960-8BD1-5C47-9EF8-9986844D5157}">
      <dgm:prSet/>
      <dgm:spPr/>
      <dgm:t>
        <a:bodyPr/>
        <a:lstStyle/>
        <a:p>
          <a:r>
            <a:rPr lang="en-US" smtClean="0"/>
            <a:t>Accumulate_SAR_Contribution</a:t>
          </a:r>
          <a:endParaRPr lang="en-US" dirty="0"/>
        </a:p>
      </dgm:t>
    </dgm:pt>
    <dgm:pt modelId="{3FD08966-6997-CD49-AE5E-F0FE021DCCBA}" type="parTrans" cxnId="{326AFFEE-FE60-8749-89FA-05CB7C89B01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1B4DD20-94B4-6740-A5E3-683225DED043}" type="sibTrans" cxnId="{326AFFEE-FE60-8749-89FA-05CB7C89B013}">
      <dgm:prSet/>
      <dgm:spPr/>
      <dgm:t>
        <a:bodyPr/>
        <a:lstStyle/>
        <a:p>
          <a:endParaRPr lang="en-US"/>
        </a:p>
      </dgm:t>
    </dgm:pt>
    <dgm:pt modelId="{081ADA65-42FA-9F45-8837-1A3B6FF13B8A}">
      <dgm:prSet/>
      <dgm:spPr/>
      <dgm:t>
        <a:bodyPr/>
        <a:lstStyle/>
        <a:p>
          <a:r>
            <a:rPr lang="en-US" smtClean="0"/>
            <a:t>Realise_Foliage_Element</a:t>
          </a:r>
          <a:endParaRPr lang="en-US" dirty="0"/>
        </a:p>
      </dgm:t>
    </dgm:pt>
    <dgm:pt modelId="{A932CDF9-2A07-214B-BDE8-1A30F1FA3F3D}" type="parTrans" cxnId="{C89C140A-52B0-B542-B7CF-651633E038A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03FF3A9-840A-1A4F-A33E-DFBF314A4B73}" type="sibTrans" cxnId="{C89C140A-52B0-B542-B7CF-651633E038A3}">
      <dgm:prSet/>
      <dgm:spPr/>
      <dgm:t>
        <a:bodyPr/>
        <a:lstStyle/>
        <a:p>
          <a:endParaRPr lang="en-US"/>
        </a:p>
      </dgm:t>
    </dgm:pt>
    <dgm:pt modelId="{FCDCCAA7-13E7-E64F-AACF-DA50D58BD90C}">
      <dgm:prSet/>
      <dgm:spPr/>
      <dgm:t>
        <a:bodyPr/>
        <a:lstStyle/>
        <a:p>
          <a:r>
            <a:rPr lang="en-US" dirty="0" err="1" smtClean="0"/>
            <a:t>Accumulate_SAR_Conribution</a:t>
          </a:r>
          <a:endParaRPr lang="en-US" dirty="0"/>
        </a:p>
      </dgm:t>
    </dgm:pt>
    <dgm:pt modelId="{ADEC9EB0-DBA3-594F-B4FC-F3F8AA8203D2}" type="parTrans" cxnId="{07D4D93B-DE4F-F344-B64B-D9895ECA52D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9CA501A-E6E7-FC43-BB5A-EB29FC0B411A}" type="sibTrans" cxnId="{07D4D93B-DE4F-F344-B64B-D9895ECA52DF}">
      <dgm:prSet/>
      <dgm:spPr/>
      <dgm:t>
        <a:bodyPr/>
        <a:lstStyle/>
        <a:p>
          <a:endParaRPr lang="en-US"/>
        </a:p>
      </dgm:t>
    </dgm:pt>
    <dgm:pt modelId="{12C457D5-38CF-3246-A606-C11F88826652}" type="pres">
      <dgm:prSet presAssocID="{642D2459-A571-4348-A410-8555EA36230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74A281C-25FC-E643-BFAB-4BFB778767B6}" type="pres">
      <dgm:prSet presAssocID="{E7F85610-3E51-7E44-B31F-64D37D2F9448}" presName="hierRoot1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BD83DFDD-C73D-8B4B-8A44-FB49A4EC8954}" type="pres">
      <dgm:prSet presAssocID="{E7F85610-3E51-7E44-B31F-64D37D2F9448}" presName="rootComposite1" presStyleCnt="0"/>
      <dgm:spPr/>
      <dgm:t>
        <a:bodyPr/>
        <a:lstStyle/>
        <a:p>
          <a:endParaRPr lang="en-US"/>
        </a:p>
      </dgm:t>
    </dgm:pt>
    <dgm:pt modelId="{46FF754F-E0FA-F846-A1F3-3D21E2D0805B}" type="pres">
      <dgm:prSet presAssocID="{E7F85610-3E51-7E44-B31F-64D37D2F9448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D7F2B1-FD15-EC41-BB13-D6ADF6183E96}" type="pres">
      <dgm:prSet presAssocID="{E7F85610-3E51-7E44-B31F-64D37D2F9448}" presName="rootConnector1" presStyleLbl="node1" presStyleIdx="0" presStyleCnt="0"/>
      <dgm:spPr/>
      <dgm:t>
        <a:bodyPr/>
        <a:lstStyle/>
        <a:p>
          <a:endParaRPr lang="en-US"/>
        </a:p>
      </dgm:t>
    </dgm:pt>
    <dgm:pt modelId="{5DC0074C-D2C3-AE42-8380-B5337D4A1F16}" type="pres">
      <dgm:prSet presAssocID="{E7F85610-3E51-7E44-B31F-64D37D2F9448}" presName="hierChild2" presStyleCnt="0"/>
      <dgm:spPr/>
      <dgm:t>
        <a:bodyPr/>
        <a:lstStyle/>
        <a:p>
          <a:endParaRPr lang="en-US"/>
        </a:p>
      </dgm:t>
    </dgm:pt>
    <dgm:pt modelId="{035CB775-19FC-EF40-B5EB-5B800065A430}" type="pres">
      <dgm:prSet presAssocID="{9B8EB2A1-5B30-DC48-8887-4C627A5A9421}" presName="Name64" presStyleLbl="parChTrans1D2" presStyleIdx="0" presStyleCnt="3"/>
      <dgm:spPr/>
      <dgm:t>
        <a:bodyPr/>
        <a:lstStyle/>
        <a:p>
          <a:endParaRPr lang="en-US"/>
        </a:p>
      </dgm:t>
    </dgm:pt>
    <dgm:pt modelId="{4DFAD13E-7157-CF46-86C5-DF82829AA2C7}" type="pres">
      <dgm:prSet presAssocID="{06F92EFD-625B-EF4F-B283-B8A28A245429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3DD8887-91B0-084F-8AA9-E2E6C3EB3973}" type="pres">
      <dgm:prSet presAssocID="{06F92EFD-625B-EF4F-B283-B8A28A245429}" presName="rootComposite" presStyleCnt="0"/>
      <dgm:spPr/>
      <dgm:t>
        <a:bodyPr/>
        <a:lstStyle/>
        <a:p>
          <a:endParaRPr lang="en-US"/>
        </a:p>
      </dgm:t>
    </dgm:pt>
    <dgm:pt modelId="{C80157DB-C82A-174D-BCE5-2323C1A81D75}" type="pres">
      <dgm:prSet presAssocID="{06F92EFD-625B-EF4F-B283-B8A28A245429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6543FD-307C-DC47-B596-AD2C0BAF1B7B}" type="pres">
      <dgm:prSet presAssocID="{06F92EFD-625B-EF4F-B283-B8A28A245429}" presName="rootConnector" presStyleLbl="node2" presStyleIdx="0" presStyleCnt="3"/>
      <dgm:spPr/>
      <dgm:t>
        <a:bodyPr/>
        <a:lstStyle/>
        <a:p>
          <a:endParaRPr lang="en-US"/>
        </a:p>
      </dgm:t>
    </dgm:pt>
    <dgm:pt modelId="{719FC7BD-BAD0-0A49-80D2-CA231F9A9587}" type="pres">
      <dgm:prSet presAssocID="{06F92EFD-625B-EF4F-B283-B8A28A245429}" presName="hierChild4" presStyleCnt="0"/>
      <dgm:spPr/>
      <dgm:t>
        <a:bodyPr/>
        <a:lstStyle/>
        <a:p>
          <a:endParaRPr lang="en-US"/>
        </a:p>
      </dgm:t>
    </dgm:pt>
    <dgm:pt modelId="{39A392EC-2CDA-ED40-B4A7-27CC1C75191B}" type="pres">
      <dgm:prSet presAssocID="{06F92EFD-625B-EF4F-B283-B8A28A245429}" presName="hierChild5" presStyleCnt="0"/>
      <dgm:spPr/>
      <dgm:t>
        <a:bodyPr/>
        <a:lstStyle/>
        <a:p>
          <a:endParaRPr lang="en-US"/>
        </a:p>
      </dgm:t>
    </dgm:pt>
    <dgm:pt modelId="{DF24FCF8-EA6E-954A-BC6B-A7745D59770E}" type="pres">
      <dgm:prSet presAssocID="{D426177C-C338-374E-A646-A8B0A84845A6}" presName="Name64" presStyleLbl="parChTrans1D2" presStyleIdx="1" presStyleCnt="3"/>
      <dgm:spPr/>
      <dgm:t>
        <a:bodyPr/>
        <a:lstStyle/>
        <a:p>
          <a:endParaRPr lang="en-US"/>
        </a:p>
      </dgm:t>
    </dgm:pt>
    <dgm:pt modelId="{F668E030-CF55-BC43-8BC8-B0ED08CD4A4C}" type="pres">
      <dgm:prSet presAssocID="{2718E3A9-8785-9B4C-872C-5A7F3EC1A331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B50862D4-E759-8441-BC43-397450EBD4CD}" type="pres">
      <dgm:prSet presAssocID="{2718E3A9-8785-9B4C-872C-5A7F3EC1A331}" presName="rootComposite" presStyleCnt="0"/>
      <dgm:spPr/>
      <dgm:t>
        <a:bodyPr/>
        <a:lstStyle/>
        <a:p>
          <a:endParaRPr lang="en-US"/>
        </a:p>
      </dgm:t>
    </dgm:pt>
    <dgm:pt modelId="{EE70E7A6-5153-304C-849B-29B955F9362D}" type="pres">
      <dgm:prSet presAssocID="{2718E3A9-8785-9B4C-872C-5A7F3EC1A331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A5CE656-DB59-0D46-9613-A17271A80BB8}" type="pres">
      <dgm:prSet presAssocID="{2718E3A9-8785-9B4C-872C-5A7F3EC1A331}" presName="rootConnector" presStyleLbl="node2" presStyleIdx="1" presStyleCnt="3"/>
      <dgm:spPr/>
      <dgm:t>
        <a:bodyPr/>
        <a:lstStyle/>
        <a:p>
          <a:endParaRPr lang="en-US"/>
        </a:p>
      </dgm:t>
    </dgm:pt>
    <dgm:pt modelId="{54A9F5A4-039E-DC4D-BD75-782CA33467B3}" type="pres">
      <dgm:prSet presAssocID="{2718E3A9-8785-9B4C-872C-5A7F3EC1A331}" presName="hierChild4" presStyleCnt="0"/>
      <dgm:spPr/>
      <dgm:t>
        <a:bodyPr/>
        <a:lstStyle/>
        <a:p>
          <a:endParaRPr lang="en-US"/>
        </a:p>
      </dgm:t>
    </dgm:pt>
    <dgm:pt modelId="{2EE8C315-CF2B-1A4A-8994-4101F5A2193F}" type="pres">
      <dgm:prSet presAssocID="{2718E3A9-8785-9B4C-872C-5A7F3EC1A331}" presName="hierChild5" presStyleCnt="0"/>
      <dgm:spPr/>
      <dgm:t>
        <a:bodyPr/>
        <a:lstStyle/>
        <a:p>
          <a:endParaRPr lang="en-US"/>
        </a:p>
      </dgm:t>
    </dgm:pt>
    <dgm:pt modelId="{E6E4D54B-75E3-F947-A288-864AED5DE6B2}" type="pres">
      <dgm:prSet presAssocID="{9DF1D349-24E3-3046-90DE-D30C05C17495}" presName="Name64" presStyleLbl="parChTrans1D2" presStyleIdx="2" presStyleCnt="3"/>
      <dgm:spPr/>
      <dgm:t>
        <a:bodyPr/>
        <a:lstStyle/>
        <a:p>
          <a:endParaRPr lang="en-US"/>
        </a:p>
      </dgm:t>
    </dgm:pt>
    <dgm:pt modelId="{6625744B-97A3-1247-A76F-F293BED0CEE0}" type="pres">
      <dgm:prSet presAssocID="{26D6DBFF-3D61-7948-955B-16114A4B05E3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20EEC7FB-3CC7-8E40-8A0B-24CC2F8F67B8}" type="pres">
      <dgm:prSet presAssocID="{26D6DBFF-3D61-7948-955B-16114A4B05E3}" presName="rootComposite" presStyleCnt="0"/>
      <dgm:spPr/>
      <dgm:t>
        <a:bodyPr/>
        <a:lstStyle/>
        <a:p>
          <a:endParaRPr lang="en-US"/>
        </a:p>
      </dgm:t>
    </dgm:pt>
    <dgm:pt modelId="{16A458F0-7789-EB4F-9D04-37074DBD21B3}" type="pres">
      <dgm:prSet presAssocID="{26D6DBFF-3D61-7948-955B-16114A4B05E3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46102B-2F2C-2D48-9086-528FE0BA42A2}" type="pres">
      <dgm:prSet presAssocID="{26D6DBFF-3D61-7948-955B-16114A4B05E3}" presName="rootConnector" presStyleLbl="node2" presStyleIdx="2" presStyleCnt="3"/>
      <dgm:spPr/>
      <dgm:t>
        <a:bodyPr/>
        <a:lstStyle/>
        <a:p>
          <a:endParaRPr lang="en-US"/>
        </a:p>
      </dgm:t>
    </dgm:pt>
    <dgm:pt modelId="{A936B770-3F01-BC4E-8DE5-224447B8D32C}" type="pres">
      <dgm:prSet presAssocID="{26D6DBFF-3D61-7948-955B-16114A4B05E3}" presName="hierChild4" presStyleCnt="0"/>
      <dgm:spPr/>
      <dgm:t>
        <a:bodyPr/>
        <a:lstStyle/>
        <a:p>
          <a:endParaRPr lang="en-US"/>
        </a:p>
      </dgm:t>
    </dgm:pt>
    <dgm:pt modelId="{01074E26-E7A6-1540-8D2B-DDC17A7D8D05}" type="pres">
      <dgm:prSet presAssocID="{C8451105-6096-C74A-8EE5-406DE0499770}" presName="Name64" presStyleLbl="parChTrans1D3" presStyleIdx="0" presStyleCnt="15"/>
      <dgm:spPr/>
      <dgm:t>
        <a:bodyPr/>
        <a:lstStyle/>
        <a:p>
          <a:endParaRPr lang="en-US"/>
        </a:p>
      </dgm:t>
    </dgm:pt>
    <dgm:pt modelId="{9D571FE9-3AE4-7C4B-B441-FD5CE31E93E0}" type="pres">
      <dgm:prSet presAssocID="{3CFF56B6-C7B2-6040-AC63-5FA51B8EEC21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EDCCD610-4549-2C43-AE26-85FEE03CD4E8}" type="pres">
      <dgm:prSet presAssocID="{3CFF56B6-C7B2-6040-AC63-5FA51B8EEC21}" presName="rootComposite" presStyleCnt="0"/>
      <dgm:spPr/>
      <dgm:t>
        <a:bodyPr/>
        <a:lstStyle/>
        <a:p>
          <a:endParaRPr lang="en-US"/>
        </a:p>
      </dgm:t>
    </dgm:pt>
    <dgm:pt modelId="{E25DC713-2F58-7247-8FB4-474FC5007034}" type="pres">
      <dgm:prSet presAssocID="{3CFF56B6-C7B2-6040-AC63-5FA51B8EEC21}" presName="rootText" presStyleLbl="node3" presStyleIdx="0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5340062-701E-B845-84E6-E2745DCE2F64}" type="pres">
      <dgm:prSet presAssocID="{3CFF56B6-C7B2-6040-AC63-5FA51B8EEC21}" presName="rootConnector" presStyleLbl="node3" presStyleIdx="0" presStyleCnt="15"/>
      <dgm:spPr/>
      <dgm:t>
        <a:bodyPr/>
        <a:lstStyle/>
        <a:p>
          <a:endParaRPr lang="en-US"/>
        </a:p>
      </dgm:t>
    </dgm:pt>
    <dgm:pt modelId="{D8F9A46D-4BE2-434B-96C1-15CB54287B97}" type="pres">
      <dgm:prSet presAssocID="{3CFF56B6-C7B2-6040-AC63-5FA51B8EEC21}" presName="hierChild4" presStyleCnt="0"/>
      <dgm:spPr/>
      <dgm:t>
        <a:bodyPr/>
        <a:lstStyle/>
        <a:p>
          <a:endParaRPr lang="en-US"/>
        </a:p>
      </dgm:t>
    </dgm:pt>
    <dgm:pt modelId="{06AFC9CE-36ED-4F40-ADAB-5250D2BCA91A}" type="pres">
      <dgm:prSet presAssocID="{3CFF56B6-C7B2-6040-AC63-5FA51B8EEC21}" presName="hierChild5" presStyleCnt="0"/>
      <dgm:spPr/>
      <dgm:t>
        <a:bodyPr/>
        <a:lstStyle/>
        <a:p>
          <a:endParaRPr lang="en-US"/>
        </a:p>
      </dgm:t>
    </dgm:pt>
    <dgm:pt modelId="{138D96DA-81EC-8946-8750-DF12D8403A65}" type="pres">
      <dgm:prSet presAssocID="{089D0B2A-9B6B-F84B-9E4A-07E505CBD20C}" presName="Name64" presStyleLbl="parChTrans1D3" presStyleIdx="1" presStyleCnt="15"/>
      <dgm:spPr/>
      <dgm:t>
        <a:bodyPr/>
        <a:lstStyle/>
        <a:p>
          <a:endParaRPr lang="en-US"/>
        </a:p>
      </dgm:t>
    </dgm:pt>
    <dgm:pt modelId="{84871D3A-9604-CC4F-A7C4-A3DDE3983463}" type="pres">
      <dgm:prSet presAssocID="{FF99F59B-8549-F646-97CF-EB299CD5A85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3494803-7EDB-0E48-96E6-D1E18E662FB8}" type="pres">
      <dgm:prSet presAssocID="{FF99F59B-8549-F646-97CF-EB299CD5A858}" presName="rootComposite" presStyleCnt="0"/>
      <dgm:spPr/>
      <dgm:t>
        <a:bodyPr/>
        <a:lstStyle/>
        <a:p>
          <a:endParaRPr lang="en-US"/>
        </a:p>
      </dgm:t>
    </dgm:pt>
    <dgm:pt modelId="{93E0D3C1-D97C-5947-9E2B-CE463D1D3B72}" type="pres">
      <dgm:prSet presAssocID="{FF99F59B-8549-F646-97CF-EB299CD5A858}" presName="rootText" presStyleLbl="node3" presStyleIdx="1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1447DC-7184-4241-8C5C-6C25D6D841D7}" type="pres">
      <dgm:prSet presAssocID="{FF99F59B-8549-F646-97CF-EB299CD5A858}" presName="rootConnector" presStyleLbl="node3" presStyleIdx="1" presStyleCnt="15"/>
      <dgm:spPr/>
      <dgm:t>
        <a:bodyPr/>
        <a:lstStyle/>
        <a:p>
          <a:endParaRPr lang="en-US"/>
        </a:p>
      </dgm:t>
    </dgm:pt>
    <dgm:pt modelId="{86490BF6-0BBA-104B-8AA2-AA22ECF03B81}" type="pres">
      <dgm:prSet presAssocID="{FF99F59B-8549-F646-97CF-EB299CD5A858}" presName="hierChild4" presStyleCnt="0"/>
      <dgm:spPr/>
      <dgm:t>
        <a:bodyPr/>
        <a:lstStyle/>
        <a:p>
          <a:endParaRPr lang="en-US"/>
        </a:p>
      </dgm:t>
    </dgm:pt>
    <dgm:pt modelId="{C5B28E5E-963B-4F4B-85D4-AF97A0AD7D37}" type="pres">
      <dgm:prSet presAssocID="{82B59EAE-9FE7-A547-9FDF-DC8177B8208F}" presName="Name64" presStyleLbl="parChTrans1D4" presStyleIdx="0" presStyleCnt="5"/>
      <dgm:spPr/>
      <dgm:t>
        <a:bodyPr/>
        <a:lstStyle/>
        <a:p>
          <a:endParaRPr lang="en-US"/>
        </a:p>
      </dgm:t>
    </dgm:pt>
    <dgm:pt modelId="{EAC8DBF0-8DE7-D44D-93B8-14A6A99F3113}" type="pres">
      <dgm:prSet presAssocID="{AF5C32FC-AFBB-2142-99D3-A06DB04E8A94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E35D0A63-E96A-5849-8E17-A02095410E30}" type="pres">
      <dgm:prSet presAssocID="{AF5C32FC-AFBB-2142-99D3-A06DB04E8A94}" presName="rootComposite" presStyleCnt="0"/>
      <dgm:spPr/>
      <dgm:t>
        <a:bodyPr/>
        <a:lstStyle/>
        <a:p>
          <a:endParaRPr lang="en-US"/>
        </a:p>
      </dgm:t>
    </dgm:pt>
    <dgm:pt modelId="{472F86CC-A14D-C94B-A7DF-E231F40D1956}" type="pres">
      <dgm:prSet presAssocID="{AF5C32FC-AFBB-2142-99D3-A06DB04E8A94}" presName="rootText" presStyleLbl="node4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107377-11A0-1144-8455-99921472A5B9}" type="pres">
      <dgm:prSet presAssocID="{AF5C32FC-AFBB-2142-99D3-A06DB04E8A94}" presName="rootConnector" presStyleLbl="node4" presStyleIdx="0" presStyleCnt="5"/>
      <dgm:spPr/>
      <dgm:t>
        <a:bodyPr/>
        <a:lstStyle/>
        <a:p>
          <a:endParaRPr lang="en-US"/>
        </a:p>
      </dgm:t>
    </dgm:pt>
    <dgm:pt modelId="{222D4EA5-A40B-184F-A2A3-858EB260506D}" type="pres">
      <dgm:prSet presAssocID="{AF5C32FC-AFBB-2142-99D3-A06DB04E8A94}" presName="hierChild4" presStyleCnt="0"/>
      <dgm:spPr/>
      <dgm:t>
        <a:bodyPr/>
        <a:lstStyle/>
        <a:p>
          <a:endParaRPr lang="en-US"/>
        </a:p>
      </dgm:t>
    </dgm:pt>
    <dgm:pt modelId="{6F746A85-EF39-A642-8BD8-E18B6AF3F3AB}" type="pres">
      <dgm:prSet presAssocID="{AF5C32FC-AFBB-2142-99D3-A06DB04E8A94}" presName="hierChild5" presStyleCnt="0"/>
      <dgm:spPr/>
      <dgm:t>
        <a:bodyPr/>
        <a:lstStyle/>
        <a:p>
          <a:endParaRPr lang="en-US"/>
        </a:p>
      </dgm:t>
    </dgm:pt>
    <dgm:pt modelId="{623D783B-A801-1D4E-BD77-3E2E06E22D95}" type="pres">
      <dgm:prSet presAssocID="{FF99F59B-8549-F646-97CF-EB299CD5A858}" presName="hierChild5" presStyleCnt="0"/>
      <dgm:spPr/>
      <dgm:t>
        <a:bodyPr/>
        <a:lstStyle/>
        <a:p>
          <a:endParaRPr lang="en-US"/>
        </a:p>
      </dgm:t>
    </dgm:pt>
    <dgm:pt modelId="{C4991153-149A-BA45-AA12-599AD1F324E3}" type="pres">
      <dgm:prSet presAssocID="{CF2B4FA1-2317-8046-A77F-012600D95E0C}" presName="Name64" presStyleLbl="parChTrans1D3" presStyleIdx="2" presStyleCnt="15"/>
      <dgm:spPr/>
      <dgm:t>
        <a:bodyPr/>
        <a:lstStyle/>
        <a:p>
          <a:endParaRPr lang="en-US"/>
        </a:p>
      </dgm:t>
    </dgm:pt>
    <dgm:pt modelId="{22A687A5-B265-D045-BC8E-A6EA8E5E63CF}" type="pres">
      <dgm:prSet presAssocID="{6861D540-6EA7-CB4D-9722-8816448CB36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44D94B3-1B2E-724B-A410-734B15CC1C19}" type="pres">
      <dgm:prSet presAssocID="{6861D540-6EA7-CB4D-9722-8816448CB368}" presName="rootComposite" presStyleCnt="0"/>
      <dgm:spPr/>
      <dgm:t>
        <a:bodyPr/>
        <a:lstStyle/>
        <a:p>
          <a:endParaRPr lang="en-US"/>
        </a:p>
      </dgm:t>
    </dgm:pt>
    <dgm:pt modelId="{1541F5FF-A39A-D844-A2FD-B6A4CA43D481}" type="pres">
      <dgm:prSet presAssocID="{6861D540-6EA7-CB4D-9722-8816448CB368}" presName="rootText" presStyleLbl="node3" presStyleIdx="2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F6EF36-219B-9146-9BE0-1498F503771B}" type="pres">
      <dgm:prSet presAssocID="{6861D540-6EA7-CB4D-9722-8816448CB368}" presName="rootConnector" presStyleLbl="node3" presStyleIdx="2" presStyleCnt="15"/>
      <dgm:spPr/>
      <dgm:t>
        <a:bodyPr/>
        <a:lstStyle/>
        <a:p>
          <a:endParaRPr lang="en-US"/>
        </a:p>
      </dgm:t>
    </dgm:pt>
    <dgm:pt modelId="{F39460DD-9012-9244-94ED-1BB84BD7B6DD}" type="pres">
      <dgm:prSet presAssocID="{6861D540-6EA7-CB4D-9722-8816448CB368}" presName="hierChild4" presStyleCnt="0"/>
      <dgm:spPr/>
      <dgm:t>
        <a:bodyPr/>
        <a:lstStyle/>
        <a:p>
          <a:endParaRPr lang="en-US"/>
        </a:p>
      </dgm:t>
    </dgm:pt>
    <dgm:pt modelId="{1D0217C1-FDB1-1C46-BB0A-256D1F5A9F91}" type="pres">
      <dgm:prSet presAssocID="{6861D540-6EA7-CB4D-9722-8816448CB368}" presName="hierChild5" presStyleCnt="0"/>
      <dgm:spPr/>
      <dgm:t>
        <a:bodyPr/>
        <a:lstStyle/>
        <a:p>
          <a:endParaRPr lang="en-US"/>
        </a:p>
      </dgm:t>
    </dgm:pt>
    <dgm:pt modelId="{B0D0A3E7-9F07-BE48-BB23-1C3A0B5E862B}" type="pres">
      <dgm:prSet presAssocID="{515C6F25-0753-4C41-A243-92DA7EADA7A6}" presName="Name64" presStyleLbl="parChTrans1D3" presStyleIdx="3" presStyleCnt="15"/>
      <dgm:spPr/>
      <dgm:t>
        <a:bodyPr/>
        <a:lstStyle/>
        <a:p>
          <a:endParaRPr lang="en-US"/>
        </a:p>
      </dgm:t>
    </dgm:pt>
    <dgm:pt modelId="{7563BCCF-D024-F14A-9BE0-8D3A3F41D74C}" type="pres">
      <dgm:prSet presAssocID="{E8B6730C-912F-2B4C-8E84-60266236E53D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3DB4704-87B6-2246-892C-9085D9452FF9}" type="pres">
      <dgm:prSet presAssocID="{E8B6730C-912F-2B4C-8E84-60266236E53D}" presName="rootComposite" presStyleCnt="0"/>
      <dgm:spPr/>
      <dgm:t>
        <a:bodyPr/>
        <a:lstStyle/>
        <a:p>
          <a:endParaRPr lang="en-US"/>
        </a:p>
      </dgm:t>
    </dgm:pt>
    <dgm:pt modelId="{3E873A72-6726-AF4A-A57A-DFF990C6FA15}" type="pres">
      <dgm:prSet presAssocID="{E8B6730C-912F-2B4C-8E84-60266236E53D}" presName="rootText" presStyleLbl="node3" presStyleIdx="3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07ED71-99AB-B54A-ABBD-B476296148CC}" type="pres">
      <dgm:prSet presAssocID="{E8B6730C-912F-2B4C-8E84-60266236E53D}" presName="rootConnector" presStyleLbl="node3" presStyleIdx="3" presStyleCnt="15"/>
      <dgm:spPr/>
      <dgm:t>
        <a:bodyPr/>
        <a:lstStyle/>
        <a:p>
          <a:endParaRPr lang="en-US"/>
        </a:p>
      </dgm:t>
    </dgm:pt>
    <dgm:pt modelId="{AEC9A3AD-CF5D-E740-9670-7EA1BC8F3075}" type="pres">
      <dgm:prSet presAssocID="{E8B6730C-912F-2B4C-8E84-60266236E53D}" presName="hierChild4" presStyleCnt="0"/>
      <dgm:spPr/>
      <dgm:t>
        <a:bodyPr/>
        <a:lstStyle/>
        <a:p>
          <a:endParaRPr lang="en-US"/>
        </a:p>
      </dgm:t>
    </dgm:pt>
    <dgm:pt modelId="{A9CA8FA8-3865-BD44-ACC7-7D1992A689D1}" type="pres">
      <dgm:prSet presAssocID="{F6FA8CB4-C9C0-1945-94A3-F47DE5D0E600}" presName="Name64" presStyleLbl="parChTrans1D4" presStyleIdx="1" presStyleCnt="5"/>
      <dgm:spPr/>
      <dgm:t>
        <a:bodyPr/>
        <a:lstStyle/>
        <a:p>
          <a:endParaRPr lang="en-US"/>
        </a:p>
      </dgm:t>
    </dgm:pt>
    <dgm:pt modelId="{EE091BFE-6ABF-7741-BA9E-79750E2D14CA}" type="pres">
      <dgm:prSet presAssocID="{F23A2AB0-E9A7-C146-AAA3-35B0DE8739D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5CC7A632-FE3A-6345-BD25-E299430947D3}" type="pres">
      <dgm:prSet presAssocID="{F23A2AB0-E9A7-C146-AAA3-35B0DE8739D8}" presName="rootComposite" presStyleCnt="0"/>
      <dgm:spPr/>
      <dgm:t>
        <a:bodyPr/>
        <a:lstStyle/>
        <a:p>
          <a:endParaRPr lang="en-US"/>
        </a:p>
      </dgm:t>
    </dgm:pt>
    <dgm:pt modelId="{15D59980-A9C2-5640-A945-C27948745E70}" type="pres">
      <dgm:prSet presAssocID="{F23A2AB0-E9A7-C146-AAA3-35B0DE8739D8}" presName="rootText" presStyleLbl="node4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C6EFE0-B225-9D4D-9ECD-82F97F8CC0FD}" type="pres">
      <dgm:prSet presAssocID="{F23A2AB0-E9A7-C146-AAA3-35B0DE8739D8}" presName="rootConnector" presStyleLbl="node4" presStyleIdx="1" presStyleCnt="5"/>
      <dgm:spPr/>
      <dgm:t>
        <a:bodyPr/>
        <a:lstStyle/>
        <a:p>
          <a:endParaRPr lang="en-US"/>
        </a:p>
      </dgm:t>
    </dgm:pt>
    <dgm:pt modelId="{63C38D4C-D8BE-FD46-820C-C63A8BEBB8F1}" type="pres">
      <dgm:prSet presAssocID="{F23A2AB0-E9A7-C146-AAA3-35B0DE8739D8}" presName="hierChild4" presStyleCnt="0"/>
      <dgm:spPr/>
      <dgm:t>
        <a:bodyPr/>
        <a:lstStyle/>
        <a:p>
          <a:endParaRPr lang="en-US"/>
        </a:p>
      </dgm:t>
    </dgm:pt>
    <dgm:pt modelId="{9C2E3A4A-E427-8E41-945B-55B6981C90BD}" type="pres">
      <dgm:prSet presAssocID="{F23A2AB0-E9A7-C146-AAA3-35B0DE8739D8}" presName="hierChild5" presStyleCnt="0"/>
      <dgm:spPr/>
      <dgm:t>
        <a:bodyPr/>
        <a:lstStyle/>
        <a:p>
          <a:endParaRPr lang="en-US"/>
        </a:p>
      </dgm:t>
    </dgm:pt>
    <dgm:pt modelId="{06DE215A-2030-EF47-82E7-E4CFF736DF50}" type="pres">
      <dgm:prSet presAssocID="{E8B6730C-912F-2B4C-8E84-60266236E53D}" presName="hierChild5" presStyleCnt="0"/>
      <dgm:spPr/>
      <dgm:t>
        <a:bodyPr/>
        <a:lstStyle/>
        <a:p>
          <a:endParaRPr lang="en-US"/>
        </a:p>
      </dgm:t>
    </dgm:pt>
    <dgm:pt modelId="{04B43532-3AA5-4944-9BF7-6D45D36804E0}" type="pres">
      <dgm:prSet presAssocID="{773F1763-F5B0-B242-AE22-FDEF768042D1}" presName="Name64" presStyleLbl="parChTrans1D3" presStyleIdx="4" presStyleCnt="15"/>
      <dgm:spPr/>
      <dgm:t>
        <a:bodyPr/>
        <a:lstStyle/>
        <a:p>
          <a:endParaRPr lang="en-US"/>
        </a:p>
      </dgm:t>
    </dgm:pt>
    <dgm:pt modelId="{77BCED88-2B32-F347-A57F-F9E72BF91830}" type="pres">
      <dgm:prSet presAssocID="{0370D590-AADB-4746-A737-78EBB511D56A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1C7F9B25-909D-C44A-BF5E-D1B611890CBE}" type="pres">
      <dgm:prSet presAssocID="{0370D590-AADB-4746-A737-78EBB511D56A}" presName="rootComposite" presStyleCnt="0"/>
      <dgm:spPr/>
      <dgm:t>
        <a:bodyPr/>
        <a:lstStyle/>
        <a:p>
          <a:endParaRPr lang="en-US"/>
        </a:p>
      </dgm:t>
    </dgm:pt>
    <dgm:pt modelId="{4ECD0996-FE87-9340-8BBC-ED9D2F7A80AC}" type="pres">
      <dgm:prSet presAssocID="{0370D590-AADB-4746-A737-78EBB511D56A}" presName="rootText" presStyleLbl="node3" presStyleIdx="4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CB4EE32-09D2-874B-A222-0F1517337B72}" type="pres">
      <dgm:prSet presAssocID="{0370D590-AADB-4746-A737-78EBB511D56A}" presName="rootConnector" presStyleLbl="node3" presStyleIdx="4" presStyleCnt="15"/>
      <dgm:spPr/>
      <dgm:t>
        <a:bodyPr/>
        <a:lstStyle/>
        <a:p>
          <a:endParaRPr lang="en-US"/>
        </a:p>
      </dgm:t>
    </dgm:pt>
    <dgm:pt modelId="{44CAABB0-9152-1B4E-B43B-18E33C171896}" type="pres">
      <dgm:prSet presAssocID="{0370D590-AADB-4746-A737-78EBB511D56A}" presName="hierChild4" presStyleCnt="0"/>
      <dgm:spPr/>
      <dgm:t>
        <a:bodyPr/>
        <a:lstStyle/>
        <a:p>
          <a:endParaRPr lang="en-US"/>
        </a:p>
      </dgm:t>
    </dgm:pt>
    <dgm:pt modelId="{342DAFFD-64EC-4B47-B277-611CEDC7C875}" type="pres">
      <dgm:prSet presAssocID="{0370D590-AADB-4746-A737-78EBB511D56A}" presName="hierChild5" presStyleCnt="0"/>
      <dgm:spPr/>
      <dgm:t>
        <a:bodyPr/>
        <a:lstStyle/>
        <a:p>
          <a:endParaRPr lang="en-US"/>
        </a:p>
      </dgm:t>
    </dgm:pt>
    <dgm:pt modelId="{94E834B9-EB4A-A440-8118-8F0E21EBB75E}" type="pres">
      <dgm:prSet presAssocID="{76571F14-D431-D747-B607-6138CE2DE30C}" presName="Name64" presStyleLbl="parChTrans1D3" presStyleIdx="5" presStyleCnt="15"/>
      <dgm:spPr/>
      <dgm:t>
        <a:bodyPr/>
        <a:lstStyle/>
        <a:p>
          <a:endParaRPr lang="en-US"/>
        </a:p>
      </dgm:t>
    </dgm:pt>
    <dgm:pt modelId="{A6F124FD-352F-D74F-9CAD-5CC813F36192}" type="pres">
      <dgm:prSet presAssocID="{447172F0-A800-DE41-BDF9-F181B0F1D2E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17384CB-3EE0-1D40-B4DA-2F35D41B37B4}" type="pres">
      <dgm:prSet presAssocID="{447172F0-A800-DE41-BDF9-F181B0F1D2E8}" presName="rootComposite" presStyleCnt="0"/>
      <dgm:spPr/>
      <dgm:t>
        <a:bodyPr/>
        <a:lstStyle/>
        <a:p>
          <a:endParaRPr lang="en-US"/>
        </a:p>
      </dgm:t>
    </dgm:pt>
    <dgm:pt modelId="{4EA67747-D16F-B74E-95B1-456B11C70CD0}" type="pres">
      <dgm:prSet presAssocID="{447172F0-A800-DE41-BDF9-F181B0F1D2E8}" presName="rootText" presStyleLbl="node3" presStyleIdx="5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DC0B171-71E0-E245-B5CD-057CE2E27EA6}" type="pres">
      <dgm:prSet presAssocID="{447172F0-A800-DE41-BDF9-F181B0F1D2E8}" presName="rootConnector" presStyleLbl="node3" presStyleIdx="5" presStyleCnt="15"/>
      <dgm:spPr/>
      <dgm:t>
        <a:bodyPr/>
        <a:lstStyle/>
        <a:p>
          <a:endParaRPr lang="en-US"/>
        </a:p>
      </dgm:t>
    </dgm:pt>
    <dgm:pt modelId="{63921621-66B4-3548-A035-BFEAA2F44317}" type="pres">
      <dgm:prSet presAssocID="{447172F0-A800-DE41-BDF9-F181B0F1D2E8}" presName="hierChild4" presStyleCnt="0"/>
      <dgm:spPr/>
      <dgm:t>
        <a:bodyPr/>
        <a:lstStyle/>
        <a:p>
          <a:endParaRPr lang="en-US"/>
        </a:p>
      </dgm:t>
    </dgm:pt>
    <dgm:pt modelId="{48A22688-1508-CA40-A7A8-DA5232C96EF5}" type="pres">
      <dgm:prSet presAssocID="{6796A2C3-7FC6-D941-A2E1-A0C3D704F6DF}" presName="Name64" presStyleLbl="parChTrans1D4" presStyleIdx="2" presStyleCnt="5"/>
      <dgm:spPr/>
      <dgm:t>
        <a:bodyPr/>
        <a:lstStyle/>
        <a:p>
          <a:endParaRPr lang="en-US"/>
        </a:p>
      </dgm:t>
    </dgm:pt>
    <dgm:pt modelId="{B416CAC6-A0BF-234B-920F-61AD509917E7}" type="pres">
      <dgm:prSet presAssocID="{3E2D0B24-8316-8F48-ABFD-05AFFB98155E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F4F7D633-28F5-8646-8425-00E5EEFDA902}" type="pres">
      <dgm:prSet presAssocID="{3E2D0B24-8316-8F48-ABFD-05AFFB98155E}" presName="rootComposite" presStyleCnt="0"/>
      <dgm:spPr/>
      <dgm:t>
        <a:bodyPr/>
        <a:lstStyle/>
        <a:p>
          <a:endParaRPr lang="en-US"/>
        </a:p>
      </dgm:t>
    </dgm:pt>
    <dgm:pt modelId="{2F4D687B-E6A5-6348-89C7-264E41FB85B4}" type="pres">
      <dgm:prSet presAssocID="{3E2D0B24-8316-8F48-ABFD-05AFFB98155E}" presName="rootText" presStyleLbl="node4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C4CABD-96BE-134E-B3F3-FC4E4D250D8D}" type="pres">
      <dgm:prSet presAssocID="{3E2D0B24-8316-8F48-ABFD-05AFFB98155E}" presName="rootConnector" presStyleLbl="node4" presStyleIdx="2" presStyleCnt="5"/>
      <dgm:spPr/>
      <dgm:t>
        <a:bodyPr/>
        <a:lstStyle/>
        <a:p>
          <a:endParaRPr lang="en-US"/>
        </a:p>
      </dgm:t>
    </dgm:pt>
    <dgm:pt modelId="{1E86292D-C526-9241-BC39-2F97086748AD}" type="pres">
      <dgm:prSet presAssocID="{3E2D0B24-8316-8F48-ABFD-05AFFB98155E}" presName="hierChild4" presStyleCnt="0"/>
      <dgm:spPr/>
      <dgm:t>
        <a:bodyPr/>
        <a:lstStyle/>
        <a:p>
          <a:endParaRPr lang="en-US"/>
        </a:p>
      </dgm:t>
    </dgm:pt>
    <dgm:pt modelId="{53415B17-AF27-7D48-9019-452C0A9B2341}" type="pres">
      <dgm:prSet presAssocID="{3E2D0B24-8316-8F48-ABFD-05AFFB98155E}" presName="hierChild5" presStyleCnt="0"/>
      <dgm:spPr/>
      <dgm:t>
        <a:bodyPr/>
        <a:lstStyle/>
        <a:p>
          <a:endParaRPr lang="en-US"/>
        </a:p>
      </dgm:t>
    </dgm:pt>
    <dgm:pt modelId="{FD43D5DB-8827-7E4C-A495-44D8276201C0}" type="pres">
      <dgm:prSet presAssocID="{447172F0-A800-DE41-BDF9-F181B0F1D2E8}" presName="hierChild5" presStyleCnt="0"/>
      <dgm:spPr/>
      <dgm:t>
        <a:bodyPr/>
        <a:lstStyle/>
        <a:p>
          <a:endParaRPr lang="en-US"/>
        </a:p>
      </dgm:t>
    </dgm:pt>
    <dgm:pt modelId="{C6AEE945-0681-4D45-A7FA-C4D0A60CB09F}" type="pres">
      <dgm:prSet presAssocID="{670602E3-9573-5C4A-975B-3C9D4CE70F18}" presName="Name64" presStyleLbl="parChTrans1D3" presStyleIdx="6" presStyleCnt="15"/>
      <dgm:spPr/>
      <dgm:t>
        <a:bodyPr/>
        <a:lstStyle/>
        <a:p>
          <a:endParaRPr lang="en-US"/>
        </a:p>
      </dgm:t>
    </dgm:pt>
    <dgm:pt modelId="{C3CDEEAD-4F76-C24A-BC72-0355B0DA712B}" type="pres">
      <dgm:prSet presAssocID="{A7FCFFDD-3203-8341-A965-8433A715FF30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700E6C24-3E02-DB4B-9FBB-57BD605A0AB1}" type="pres">
      <dgm:prSet presAssocID="{A7FCFFDD-3203-8341-A965-8433A715FF30}" presName="rootComposite" presStyleCnt="0"/>
      <dgm:spPr/>
      <dgm:t>
        <a:bodyPr/>
        <a:lstStyle/>
        <a:p>
          <a:endParaRPr lang="en-US"/>
        </a:p>
      </dgm:t>
    </dgm:pt>
    <dgm:pt modelId="{9FDB89F8-A55D-F943-8D98-927B0CE1A494}" type="pres">
      <dgm:prSet presAssocID="{A7FCFFDD-3203-8341-A965-8433A715FF30}" presName="rootText" presStyleLbl="node3" presStyleIdx="6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5106CEC-EE1B-9249-8FBE-DC9D8038ED96}" type="pres">
      <dgm:prSet presAssocID="{A7FCFFDD-3203-8341-A965-8433A715FF30}" presName="rootConnector" presStyleLbl="node3" presStyleIdx="6" presStyleCnt="15"/>
      <dgm:spPr/>
      <dgm:t>
        <a:bodyPr/>
        <a:lstStyle/>
        <a:p>
          <a:endParaRPr lang="en-US"/>
        </a:p>
      </dgm:t>
    </dgm:pt>
    <dgm:pt modelId="{489F61D9-7B53-5249-9D98-D5BF8BA6EF6F}" type="pres">
      <dgm:prSet presAssocID="{A7FCFFDD-3203-8341-A965-8433A715FF30}" presName="hierChild4" presStyleCnt="0"/>
      <dgm:spPr/>
      <dgm:t>
        <a:bodyPr/>
        <a:lstStyle/>
        <a:p>
          <a:endParaRPr lang="en-US"/>
        </a:p>
      </dgm:t>
    </dgm:pt>
    <dgm:pt modelId="{EBCDA220-55BE-6248-95CE-6E0B7D855069}" type="pres">
      <dgm:prSet presAssocID="{A7FCFFDD-3203-8341-A965-8433A715FF30}" presName="hierChild5" presStyleCnt="0"/>
      <dgm:spPr/>
      <dgm:t>
        <a:bodyPr/>
        <a:lstStyle/>
        <a:p>
          <a:endParaRPr lang="en-US"/>
        </a:p>
      </dgm:t>
    </dgm:pt>
    <dgm:pt modelId="{40B65F74-ED15-0549-81CA-DE5FFA1E0846}" type="pres">
      <dgm:prSet presAssocID="{7AA570B4-FCF8-3D41-A79A-8200DCED1AAF}" presName="Name64" presStyleLbl="parChTrans1D3" presStyleIdx="7" presStyleCnt="15"/>
      <dgm:spPr/>
      <dgm:t>
        <a:bodyPr/>
        <a:lstStyle/>
        <a:p>
          <a:endParaRPr lang="en-US"/>
        </a:p>
      </dgm:t>
    </dgm:pt>
    <dgm:pt modelId="{81EFF914-F23E-814C-B45F-96B4BEC92A8A}" type="pres">
      <dgm:prSet presAssocID="{2959E870-F316-B745-8F91-3F4063B8B21C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1C8D326-5F4F-7940-A388-65769D7445AF}" type="pres">
      <dgm:prSet presAssocID="{2959E870-F316-B745-8F91-3F4063B8B21C}" presName="rootComposite" presStyleCnt="0"/>
      <dgm:spPr/>
      <dgm:t>
        <a:bodyPr/>
        <a:lstStyle/>
        <a:p>
          <a:endParaRPr lang="en-US"/>
        </a:p>
      </dgm:t>
    </dgm:pt>
    <dgm:pt modelId="{7FB1C97C-1BFB-1448-A8B4-13296E096E46}" type="pres">
      <dgm:prSet presAssocID="{2959E870-F316-B745-8F91-3F4063B8B21C}" presName="rootText" presStyleLbl="node3" presStyleIdx="7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5A916B-981A-5640-A56F-E5267DF81935}" type="pres">
      <dgm:prSet presAssocID="{2959E870-F316-B745-8F91-3F4063B8B21C}" presName="rootConnector" presStyleLbl="node3" presStyleIdx="7" presStyleCnt="15"/>
      <dgm:spPr/>
      <dgm:t>
        <a:bodyPr/>
        <a:lstStyle/>
        <a:p>
          <a:endParaRPr lang="en-US"/>
        </a:p>
      </dgm:t>
    </dgm:pt>
    <dgm:pt modelId="{D70890DF-FB2F-AC4F-96BC-043159E099E4}" type="pres">
      <dgm:prSet presAssocID="{2959E870-F316-B745-8F91-3F4063B8B21C}" presName="hierChild4" presStyleCnt="0"/>
      <dgm:spPr/>
      <dgm:t>
        <a:bodyPr/>
        <a:lstStyle/>
        <a:p>
          <a:endParaRPr lang="en-US"/>
        </a:p>
      </dgm:t>
    </dgm:pt>
    <dgm:pt modelId="{9F105CA7-8DC6-A642-910B-B2BB6B3E4A16}" type="pres">
      <dgm:prSet presAssocID="{2959E870-F316-B745-8F91-3F4063B8B21C}" presName="hierChild5" presStyleCnt="0"/>
      <dgm:spPr/>
      <dgm:t>
        <a:bodyPr/>
        <a:lstStyle/>
        <a:p>
          <a:endParaRPr lang="en-US"/>
        </a:p>
      </dgm:t>
    </dgm:pt>
    <dgm:pt modelId="{793672F6-6A2F-F94B-B974-BFCA618E21BB}" type="pres">
      <dgm:prSet presAssocID="{8621E044-3358-044F-B524-C5220FFF188C}" presName="Name64" presStyleLbl="parChTrans1D3" presStyleIdx="8" presStyleCnt="15"/>
      <dgm:spPr/>
      <dgm:t>
        <a:bodyPr/>
        <a:lstStyle/>
        <a:p>
          <a:endParaRPr lang="en-US"/>
        </a:p>
      </dgm:t>
    </dgm:pt>
    <dgm:pt modelId="{E860C28E-14F9-294E-9489-66C2591CA489}" type="pres">
      <dgm:prSet presAssocID="{07F030A1-A9AC-0A49-8EF2-2135BD33867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F68A6AD6-9DC0-6B47-8FDD-95DA7CD766E9}" type="pres">
      <dgm:prSet presAssocID="{07F030A1-A9AC-0A49-8EF2-2135BD338678}" presName="rootComposite" presStyleCnt="0"/>
      <dgm:spPr/>
      <dgm:t>
        <a:bodyPr/>
        <a:lstStyle/>
        <a:p>
          <a:endParaRPr lang="en-US"/>
        </a:p>
      </dgm:t>
    </dgm:pt>
    <dgm:pt modelId="{B9D4CF9C-F4BC-4449-8C30-539D44D1F3FE}" type="pres">
      <dgm:prSet presAssocID="{07F030A1-A9AC-0A49-8EF2-2135BD338678}" presName="rootText" presStyleLbl="node3" presStyleIdx="8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0CC09D-A50B-574A-9288-D8FCA9A2D1E9}" type="pres">
      <dgm:prSet presAssocID="{07F030A1-A9AC-0A49-8EF2-2135BD338678}" presName="rootConnector" presStyleLbl="node3" presStyleIdx="8" presStyleCnt="15"/>
      <dgm:spPr/>
      <dgm:t>
        <a:bodyPr/>
        <a:lstStyle/>
        <a:p>
          <a:endParaRPr lang="en-US"/>
        </a:p>
      </dgm:t>
    </dgm:pt>
    <dgm:pt modelId="{07E70155-55DE-784B-BEF1-BDB2930F19D7}" type="pres">
      <dgm:prSet presAssocID="{07F030A1-A9AC-0A49-8EF2-2135BD338678}" presName="hierChild4" presStyleCnt="0"/>
      <dgm:spPr/>
      <dgm:t>
        <a:bodyPr/>
        <a:lstStyle/>
        <a:p>
          <a:endParaRPr lang="en-US"/>
        </a:p>
      </dgm:t>
    </dgm:pt>
    <dgm:pt modelId="{141F61D7-CAE6-1740-831D-6CB10C25C17A}" type="pres">
      <dgm:prSet presAssocID="{07F030A1-A9AC-0A49-8EF2-2135BD338678}" presName="hierChild5" presStyleCnt="0"/>
      <dgm:spPr/>
      <dgm:t>
        <a:bodyPr/>
        <a:lstStyle/>
        <a:p>
          <a:endParaRPr lang="en-US"/>
        </a:p>
      </dgm:t>
    </dgm:pt>
    <dgm:pt modelId="{0E5CE277-BA51-C747-A194-5626DF539842}" type="pres">
      <dgm:prSet presAssocID="{8A3EF570-4886-3745-A9A6-8C4607522D1F}" presName="Name64" presStyleLbl="parChTrans1D3" presStyleIdx="9" presStyleCnt="15"/>
      <dgm:spPr/>
      <dgm:t>
        <a:bodyPr/>
        <a:lstStyle/>
        <a:p>
          <a:endParaRPr lang="en-US"/>
        </a:p>
      </dgm:t>
    </dgm:pt>
    <dgm:pt modelId="{840A3DB5-4973-B749-B602-0C1088C27D68}" type="pres">
      <dgm:prSet presAssocID="{5D57CC7C-34C6-314E-940A-7902B1A4725B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8971A99-9184-3D4D-A989-239CAA292D76}" type="pres">
      <dgm:prSet presAssocID="{5D57CC7C-34C6-314E-940A-7902B1A4725B}" presName="rootComposite" presStyleCnt="0"/>
      <dgm:spPr/>
      <dgm:t>
        <a:bodyPr/>
        <a:lstStyle/>
        <a:p>
          <a:endParaRPr lang="en-US"/>
        </a:p>
      </dgm:t>
    </dgm:pt>
    <dgm:pt modelId="{60DA21A8-C1B6-FE45-A703-5503BAEA921D}" type="pres">
      <dgm:prSet presAssocID="{5D57CC7C-34C6-314E-940A-7902B1A4725B}" presName="rootText" presStyleLbl="node3" presStyleIdx="9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52029B2-6871-B246-B24C-2B1F643354A9}" type="pres">
      <dgm:prSet presAssocID="{5D57CC7C-34C6-314E-940A-7902B1A4725B}" presName="rootConnector" presStyleLbl="node3" presStyleIdx="9" presStyleCnt="15"/>
      <dgm:spPr/>
      <dgm:t>
        <a:bodyPr/>
        <a:lstStyle/>
        <a:p>
          <a:endParaRPr lang="en-US"/>
        </a:p>
      </dgm:t>
    </dgm:pt>
    <dgm:pt modelId="{EADB08EF-B4D4-B946-BFCC-241FAD2A7476}" type="pres">
      <dgm:prSet presAssocID="{5D57CC7C-34C6-314E-940A-7902B1A4725B}" presName="hierChild4" presStyleCnt="0"/>
      <dgm:spPr/>
      <dgm:t>
        <a:bodyPr/>
        <a:lstStyle/>
        <a:p>
          <a:endParaRPr lang="en-US"/>
        </a:p>
      </dgm:t>
    </dgm:pt>
    <dgm:pt modelId="{7CACF80F-7BCA-274D-A76B-4042C62CAEBD}" type="pres">
      <dgm:prSet presAssocID="{5D57CC7C-34C6-314E-940A-7902B1A4725B}" presName="hierChild5" presStyleCnt="0"/>
      <dgm:spPr/>
      <dgm:t>
        <a:bodyPr/>
        <a:lstStyle/>
        <a:p>
          <a:endParaRPr lang="en-US"/>
        </a:p>
      </dgm:t>
    </dgm:pt>
    <dgm:pt modelId="{5940FFA5-5537-3841-9B45-1F12AC2CEB0E}" type="pres">
      <dgm:prSet presAssocID="{AF860BB8-883E-2041-B3AA-2842560CB64A}" presName="Name64" presStyleLbl="parChTrans1D3" presStyleIdx="10" presStyleCnt="15"/>
      <dgm:spPr/>
      <dgm:t>
        <a:bodyPr/>
        <a:lstStyle/>
        <a:p>
          <a:endParaRPr lang="en-US"/>
        </a:p>
      </dgm:t>
    </dgm:pt>
    <dgm:pt modelId="{A124E40E-BABD-C547-83FA-1173C88BBE7D}" type="pres">
      <dgm:prSet presAssocID="{A1FA0A8A-2464-4C4A-8AB9-CB1CDCD5B617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3E34D1E-931E-644E-BCD8-857665F2818B}" type="pres">
      <dgm:prSet presAssocID="{A1FA0A8A-2464-4C4A-8AB9-CB1CDCD5B617}" presName="rootComposite" presStyleCnt="0"/>
      <dgm:spPr/>
      <dgm:t>
        <a:bodyPr/>
        <a:lstStyle/>
        <a:p>
          <a:endParaRPr lang="en-US"/>
        </a:p>
      </dgm:t>
    </dgm:pt>
    <dgm:pt modelId="{FA66ADA2-76AF-9B43-ABBC-84C874D792C9}" type="pres">
      <dgm:prSet presAssocID="{A1FA0A8A-2464-4C4A-8AB9-CB1CDCD5B617}" presName="rootText" presStyleLbl="node3" presStyleIdx="10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2210285-DD8D-5942-9179-4D8B77A74730}" type="pres">
      <dgm:prSet presAssocID="{A1FA0A8A-2464-4C4A-8AB9-CB1CDCD5B617}" presName="rootConnector" presStyleLbl="node3" presStyleIdx="10" presStyleCnt="15"/>
      <dgm:spPr/>
      <dgm:t>
        <a:bodyPr/>
        <a:lstStyle/>
        <a:p>
          <a:endParaRPr lang="en-US"/>
        </a:p>
      </dgm:t>
    </dgm:pt>
    <dgm:pt modelId="{13104C06-2DA9-2F44-A0DE-8C484FF3F870}" type="pres">
      <dgm:prSet presAssocID="{A1FA0A8A-2464-4C4A-8AB9-CB1CDCD5B617}" presName="hierChild4" presStyleCnt="0"/>
      <dgm:spPr/>
      <dgm:t>
        <a:bodyPr/>
        <a:lstStyle/>
        <a:p>
          <a:endParaRPr lang="en-US"/>
        </a:p>
      </dgm:t>
    </dgm:pt>
    <dgm:pt modelId="{035D46FC-E1D2-7640-A506-B6A74D109C05}" type="pres">
      <dgm:prSet presAssocID="{A1FA0A8A-2464-4C4A-8AB9-CB1CDCD5B617}" presName="hierChild5" presStyleCnt="0"/>
      <dgm:spPr/>
      <dgm:t>
        <a:bodyPr/>
        <a:lstStyle/>
        <a:p>
          <a:endParaRPr lang="en-US"/>
        </a:p>
      </dgm:t>
    </dgm:pt>
    <dgm:pt modelId="{51AF7177-DB6F-034D-9694-EA11F906C467}" type="pres">
      <dgm:prSet presAssocID="{377B3B4A-F3AF-8444-96E3-767C5CEEF2FA}" presName="Name64" presStyleLbl="parChTrans1D3" presStyleIdx="11" presStyleCnt="15"/>
      <dgm:spPr/>
      <dgm:t>
        <a:bodyPr/>
        <a:lstStyle/>
        <a:p>
          <a:endParaRPr lang="en-US"/>
        </a:p>
      </dgm:t>
    </dgm:pt>
    <dgm:pt modelId="{B6BEA337-5256-134B-9394-D37914CC4347}" type="pres">
      <dgm:prSet presAssocID="{2DCDE3FC-36BA-824B-B96D-C4646845B28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A18F8D6E-44D2-E74E-B9EF-3CFE06FF0B36}" type="pres">
      <dgm:prSet presAssocID="{2DCDE3FC-36BA-824B-B96D-C4646845B288}" presName="rootComposite" presStyleCnt="0"/>
      <dgm:spPr/>
      <dgm:t>
        <a:bodyPr/>
        <a:lstStyle/>
        <a:p>
          <a:endParaRPr lang="en-US"/>
        </a:p>
      </dgm:t>
    </dgm:pt>
    <dgm:pt modelId="{BA5581C5-2E2E-9044-8624-D731F4D9F046}" type="pres">
      <dgm:prSet presAssocID="{2DCDE3FC-36BA-824B-B96D-C4646845B288}" presName="rootText" presStyleLbl="node3" presStyleIdx="11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4185DD-7F9D-B545-80D5-7AC329137EB4}" type="pres">
      <dgm:prSet presAssocID="{2DCDE3FC-36BA-824B-B96D-C4646845B288}" presName="rootConnector" presStyleLbl="node3" presStyleIdx="11" presStyleCnt="15"/>
      <dgm:spPr/>
      <dgm:t>
        <a:bodyPr/>
        <a:lstStyle/>
        <a:p>
          <a:endParaRPr lang="en-US"/>
        </a:p>
      </dgm:t>
    </dgm:pt>
    <dgm:pt modelId="{CF37C52D-535E-9840-A1EC-28FADD34823F}" type="pres">
      <dgm:prSet presAssocID="{2DCDE3FC-36BA-824B-B96D-C4646845B288}" presName="hierChild4" presStyleCnt="0"/>
      <dgm:spPr/>
      <dgm:t>
        <a:bodyPr/>
        <a:lstStyle/>
        <a:p>
          <a:endParaRPr lang="en-US"/>
        </a:p>
      </dgm:t>
    </dgm:pt>
    <dgm:pt modelId="{4C5C0C42-1379-AA40-902D-73BFE28544F5}" type="pres">
      <dgm:prSet presAssocID="{3FD08966-6997-CD49-AE5E-F0FE021DCCBA}" presName="Name64" presStyleLbl="parChTrans1D4" presStyleIdx="3" presStyleCnt="5"/>
      <dgm:spPr/>
      <dgm:t>
        <a:bodyPr/>
        <a:lstStyle/>
        <a:p>
          <a:endParaRPr lang="en-US"/>
        </a:p>
      </dgm:t>
    </dgm:pt>
    <dgm:pt modelId="{8AB7C691-7C61-4A4C-931E-8E66B62EEDBF}" type="pres">
      <dgm:prSet presAssocID="{C112D960-8BD1-5C47-9EF8-9986844D5157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259D1BE-B204-FA4E-B8C0-E43D9056875E}" type="pres">
      <dgm:prSet presAssocID="{C112D960-8BD1-5C47-9EF8-9986844D5157}" presName="rootComposite" presStyleCnt="0"/>
      <dgm:spPr/>
      <dgm:t>
        <a:bodyPr/>
        <a:lstStyle/>
        <a:p>
          <a:endParaRPr lang="en-US"/>
        </a:p>
      </dgm:t>
    </dgm:pt>
    <dgm:pt modelId="{EDAFB112-B53C-DA49-96F1-4AA96849A707}" type="pres">
      <dgm:prSet presAssocID="{C112D960-8BD1-5C47-9EF8-9986844D5157}" presName="rootText" presStyleLbl="node4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64B475B-7AF8-E444-B20F-8C7E54CAB82A}" type="pres">
      <dgm:prSet presAssocID="{C112D960-8BD1-5C47-9EF8-9986844D5157}" presName="rootConnector" presStyleLbl="node4" presStyleIdx="3" presStyleCnt="5"/>
      <dgm:spPr/>
      <dgm:t>
        <a:bodyPr/>
        <a:lstStyle/>
        <a:p>
          <a:endParaRPr lang="en-US"/>
        </a:p>
      </dgm:t>
    </dgm:pt>
    <dgm:pt modelId="{1285FA59-7BE8-FA40-955F-3F4295AC6EE3}" type="pres">
      <dgm:prSet presAssocID="{C112D960-8BD1-5C47-9EF8-9986844D5157}" presName="hierChild4" presStyleCnt="0"/>
      <dgm:spPr/>
      <dgm:t>
        <a:bodyPr/>
        <a:lstStyle/>
        <a:p>
          <a:endParaRPr lang="en-US"/>
        </a:p>
      </dgm:t>
    </dgm:pt>
    <dgm:pt modelId="{4B7CC2CE-3323-F848-B0D3-54093AC3050F}" type="pres">
      <dgm:prSet presAssocID="{C112D960-8BD1-5C47-9EF8-9986844D5157}" presName="hierChild5" presStyleCnt="0"/>
      <dgm:spPr/>
      <dgm:t>
        <a:bodyPr/>
        <a:lstStyle/>
        <a:p>
          <a:endParaRPr lang="en-US"/>
        </a:p>
      </dgm:t>
    </dgm:pt>
    <dgm:pt modelId="{B493B9EB-B6DF-F948-80D7-F03823D3920E}" type="pres">
      <dgm:prSet presAssocID="{2DCDE3FC-36BA-824B-B96D-C4646845B288}" presName="hierChild5" presStyleCnt="0"/>
      <dgm:spPr/>
      <dgm:t>
        <a:bodyPr/>
        <a:lstStyle/>
        <a:p>
          <a:endParaRPr lang="en-US"/>
        </a:p>
      </dgm:t>
    </dgm:pt>
    <dgm:pt modelId="{28F25CF8-E69C-9F4E-A6AB-60EA8DB386BC}" type="pres">
      <dgm:prSet presAssocID="{1C119CA0-BA8F-F14F-B0CE-98E727F6997E}" presName="Name64" presStyleLbl="parChTrans1D3" presStyleIdx="12" presStyleCnt="15"/>
      <dgm:spPr/>
      <dgm:t>
        <a:bodyPr/>
        <a:lstStyle/>
        <a:p>
          <a:endParaRPr lang="en-US"/>
        </a:p>
      </dgm:t>
    </dgm:pt>
    <dgm:pt modelId="{F21DA915-85F8-0244-A0CE-FE794003AC47}" type="pres">
      <dgm:prSet presAssocID="{A843432F-B350-C24E-A738-5784D71E00BE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5B1075C9-5FC5-B741-9A87-A7273B8960D7}" type="pres">
      <dgm:prSet presAssocID="{A843432F-B350-C24E-A738-5784D71E00BE}" presName="rootComposite" presStyleCnt="0"/>
      <dgm:spPr/>
      <dgm:t>
        <a:bodyPr/>
        <a:lstStyle/>
        <a:p>
          <a:endParaRPr lang="en-US"/>
        </a:p>
      </dgm:t>
    </dgm:pt>
    <dgm:pt modelId="{64A4C167-620E-1444-B203-D85E2404467C}" type="pres">
      <dgm:prSet presAssocID="{A843432F-B350-C24E-A738-5784D71E00BE}" presName="rootText" presStyleLbl="node3" presStyleIdx="12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CB5A2F8-740D-C34A-A641-6B479E2FFDBD}" type="pres">
      <dgm:prSet presAssocID="{A843432F-B350-C24E-A738-5784D71E00BE}" presName="rootConnector" presStyleLbl="node3" presStyleIdx="12" presStyleCnt="15"/>
      <dgm:spPr/>
      <dgm:t>
        <a:bodyPr/>
        <a:lstStyle/>
        <a:p>
          <a:endParaRPr lang="en-US"/>
        </a:p>
      </dgm:t>
    </dgm:pt>
    <dgm:pt modelId="{BA513D21-6A83-8A41-8105-64ED8474C7D4}" type="pres">
      <dgm:prSet presAssocID="{A843432F-B350-C24E-A738-5784D71E00BE}" presName="hierChild4" presStyleCnt="0"/>
      <dgm:spPr/>
      <dgm:t>
        <a:bodyPr/>
        <a:lstStyle/>
        <a:p>
          <a:endParaRPr lang="en-US"/>
        </a:p>
      </dgm:t>
    </dgm:pt>
    <dgm:pt modelId="{BC232A1C-5F8E-BF4B-BB5E-018F6390411C}" type="pres">
      <dgm:prSet presAssocID="{A843432F-B350-C24E-A738-5784D71E00BE}" presName="hierChild5" presStyleCnt="0"/>
      <dgm:spPr/>
      <dgm:t>
        <a:bodyPr/>
        <a:lstStyle/>
        <a:p>
          <a:endParaRPr lang="en-US"/>
        </a:p>
      </dgm:t>
    </dgm:pt>
    <dgm:pt modelId="{F6F6B5CF-A49B-A040-9C44-A4A7F5946193}" type="pres">
      <dgm:prSet presAssocID="{A932CDF9-2A07-214B-BDE8-1A30F1FA3F3D}" presName="Name64" presStyleLbl="parChTrans1D3" presStyleIdx="13" presStyleCnt="15"/>
      <dgm:spPr/>
      <dgm:t>
        <a:bodyPr/>
        <a:lstStyle/>
        <a:p>
          <a:endParaRPr lang="en-US"/>
        </a:p>
      </dgm:t>
    </dgm:pt>
    <dgm:pt modelId="{6B785D9A-372A-064E-9BBF-2B179E1ACA70}" type="pres">
      <dgm:prSet presAssocID="{081ADA65-42FA-9F45-8837-1A3B6FF13B8A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3605FBC5-11BD-9A42-B50E-F27148A50BBB}" type="pres">
      <dgm:prSet presAssocID="{081ADA65-42FA-9F45-8837-1A3B6FF13B8A}" presName="rootComposite" presStyleCnt="0"/>
      <dgm:spPr/>
      <dgm:t>
        <a:bodyPr/>
        <a:lstStyle/>
        <a:p>
          <a:endParaRPr lang="en-US"/>
        </a:p>
      </dgm:t>
    </dgm:pt>
    <dgm:pt modelId="{250B541D-700C-3B4F-8942-0D97B4434C85}" type="pres">
      <dgm:prSet presAssocID="{081ADA65-42FA-9F45-8837-1A3B6FF13B8A}" presName="rootText" presStyleLbl="node3" presStyleIdx="13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D86C54-5C69-D044-B019-8E01158519EB}" type="pres">
      <dgm:prSet presAssocID="{081ADA65-42FA-9F45-8837-1A3B6FF13B8A}" presName="rootConnector" presStyleLbl="node3" presStyleIdx="13" presStyleCnt="15"/>
      <dgm:spPr/>
      <dgm:t>
        <a:bodyPr/>
        <a:lstStyle/>
        <a:p>
          <a:endParaRPr lang="en-US"/>
        </a:p>
      </dgm:t>
    </dgm:pt>
    <dgm:pt modelId="{EFADA40F-1E29-F745-AF9A-95DAD950B358}" type="pres">
      <dgm:prSet presAssocID="{081ADA65-42FA-9F45-8837-1A3B6FF13B8A}" presName="hierChild4" presStyleCnt="0"/>
      <dgm:spPr/>
      <dgm:t>
        <a:bodyPr/>
        <a:lstStyle/>
        <a:p>
          <a:endParaRPr lang="en-US"/>
        </a:p>
      </dgm:t>
    </dgm:pt>
    <dgm:pt modelId="{4FFD8FE1-5AA2-8240-914C-DBCA44E88580}" type="pres">
      <dgm:prSet presAssocID="{081ADA65-42FA-9F45-8837-1A3B6FF13B8A}" presName="hierChild5" presStyleCnt="0"/>
      <dgm:spPr/>
      <dgm:t>
        <a:bodyPr/>
        <a:lstStyle/>
        <a:p>
          <a:endParaRPr lang="en-US"/>
        </a:p>
      </dgm:t>
    </dgm:pt>
    <dgm:pt modelId="{E37A9FF1-8E5A-A64E-985C-5463EE817752}" type="pres">
      <dgm:prSet presAssocID="{D9A2F111-C6CB-194A-88BF-3E76E1C37624}" presName="Name64" presStyleLbl="parChTrans1D3" presStyleIdx="14" presStyleCnt="15"/>
      <dgm:spPr/>
      <dgm:t>
        <a:bodyPr/>
        <a:lstStyle/>
        <a:p>
          <a:endParaRPr lang="en-US"/>
        </a:p>
      </dgm:t>
    </dgm:pt>
    <dgm:pt modelId="{188B11DC-DCFA-4648-BB72-6107B8F247CA}" type="pres">
      <dgm:prSet presAssocID="{58D642A1-E409-FC47-922F-110F5DCA274C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2E09CEC-4FDE-9841-8F6B-7EC36631FA2D}" type="pres">
      <dgm:prSet presAssocID="{58D642A1-E409-FC47-922F-110F5DCA274C}" presName="rootComposite" presStyleCnt="0"/>
      <dgm:spPr/>
      <dgm:t>
        <a:bodyPr/>
        <a:lstStyle/>
        <a:p>
          <a:endParaRPr lang="en-US"/>
        </a:p>
      </dgm:t>
    </dgm:pt>
    <dgm:pt modelId="{4F994417-932A-7B43-8C52-B75D194C86F9}" type="pres">
      <dgm:prSet presAssocID="{58D642A1-E409-FC47-922F-110F5DCA274C}" presName="rootText" presStyleLbl="node3" presStyleIdx="14" presStyleCnt="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31EC0AE-0879-1F4D-B3D4-BD684EB26F58}" type="pres">
      <dgm:prSet presAssocID="{58D642A1-E409-FC47-922F-110F5DCA274C}" presName="rootConnector" presStyleLbl="node3" presStyleIdx="14" presStyleCnt="15"/>
      <dgm:spPr/>
      <dgm:t>
        <a:bodyPr/>
        <a:lstStyle/>
        <a:p>
          <a:endParaRPr lang="en-US"/>
        </a:p>
      </dgm:t>
    </dgm:pt>
    <dgm:pt modelId="{AC1727AA-DAA5-4549-B715-69A191E5FA4D}" type="pres">
      <dgm:prSet presAssocID="{58D642A1-E409-FC47-922F-110F5DCA274C}" presName="hierChild4" presStyleCnt="0"/>
      <dgm:spPr/>
      <dgm:t>
        <a:bodyPr/>
        <a:lstStyle/>
        <a:p>
          <a:endParaRPr lang="en-US"/>
        </a:p>
      </dgm:t>
    </dgm:pt>
    <dgm:pt modelId="{34442784-C298-8E44-B3F1-7C13841C2648}" type="pres">
      <dgm:prSet presAssocID="{ADEC9EB0-DBA3-594F-B4FC-F3F8AA8203D2}" presName="Name64" presStyleLbl="parChTrans1D4" presStyleIdx="4" presStyleCnt="5"/>
      <dgm:spPr/>
      <dgm:t>
        <a:bodyPr/>
        <a:lstStyle/>
        <a:p>
          <a:endParaRPr lang="en-US"/>
        </a:p>
      </dgm:t>
    </dgm:pt>
    <dgm:pt modelId="{EA85B817-EEFC-9E42-B125-B24A40580C41}" type="pres">
      <dgm:prSet presAssocID="{FCDCCAA7-13E7-E64F-AACF-DA50D58BD90C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99620542-E103-424F-BDC4-CE27D683F7AB}" type="pres">
      <dgm:prSet presAssocID="{FCDCCAA7-13E7-E64F-AACF-DA50D58BD90C}" presName="rootComposite" presStyleCnt="0"/>
      <dgm:spPr/>
      <dgm:t>
        <a:bodyPr/>
        <a:lstStyle/>
        <a:p>
          <a:endParaRPr lang="en-US"/>
        </a:p>
      </dgm:t>
    </dgm:pt>
    <dgm:pt modelId="{83F79F53-0865-5849-B5F7-837B44C468DC}" type="pres">
      <dgm:prSet presAssocID="{FCDCCAA7-13E7-E64F-AACF-DA50D58BD90C}" presName="rootText" presStyleLbl="node4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E35A2D-AA86-084B-AC8A-1102C74189F1}" type="pres">
      <dgm:prSet presAssocID="{FCDCCAA7-13E7-E64F-AACF-DA50D58BD90C}" presName="rootConnector" presStyleLbl="node4" presStyleIdx="4" presStyleCnt="5"/>
      <dgm:spPr/>
      <dgm:t>
        <a:bodyPr/>
        <a:lstStyle/>
        <a:p>
          <a:endParaRPr lang="en-US"/>
        </a:p>
      </dgm:t>
    </dgm:pt>
    <dgm:pt modelId="{D35569D9-2DD9-6147-86C0-BE650F0B3BA6}" type="pres">
      <dgm:prSet presAssocID="{FCDCCAA7-13E7-E64F-AACF-DA50D58BD90C}" presName="hierChild4" presStyleCnt="0"/>
      <dgm:spPr/>
      <dgm:t>
        <a:bodyPr/>
        <a:lstStyle/>
        <a:p>
          <a:endParaRPr lang="en-US"/>
        </a:p>
      </dgm:t>
    </dgm:pt>
    <dgm:pt modelId="{C7A9081D-F82D-9C4B-8596-E6F250C7D7D2}" type="pres">
      <dgm:prSet presAssocID="{FCDCCAA7-13E7-E64F-AACF-DA50D58BD90C}" presName="hierChild5" presStyleCnt="0"/>
      <dgm:spPr/>
      <dgm:t>
        <a:bodyPr/>
        <a:lstStyle/>
        <a:p>
          <a:endParaRPr lang="en-US"/>
        </a:p>
      </dgm:t>
    </dgm:pt>
    <dgm:pt modelId="{3E4C74E9-27B6-6A41-B9E1-6F53EF499B3C}" type="pres">
      <dgm:prSet presAssocID="{58D642A1-E409-FC47-922F-110F5DCA274C}" presName="hierChild5" presStyleCnt="0"/>
      <dgm:spPr/>
      <dgm:t>
        <a:bodyPr/>
        <a:lstStyle/>
        <a:p>
          <a:endParaRPr lang="en-US"/>
        </a:p>
      </dgm:t>
    </dgm:pt>
    <dgm:pt modelId="{7FB671DB-D7CD-B84F-B6D0-F31201E5E9C5}" type="pres">
      <dgm:prSet presAssocID="{26D6DBFF-3D61-7948-955B-16114A4B05E3}" presName="hierChild5" presStyleCnt="0"/>
      <dgm:spPr/>
      <dgm:t>
        <a:bodyPr/>
        <a:lstStyle/>
        <a:p>
          <a:endParaRPr lang="en-US"/>
        </a:p>
      </dgm:t>
    </dgm:pt>
    <dgm:pt modelId="{7CB47E3C-A395-7F44-B92E-FF0FC36F7551}" type="pres">
      <dgm:prSet presAssocID="{E7F85610-3E51-7E44-B31F-64D37D2F9448}" presName="hierChild3" presStyleCnt="0"/>
      <dgm:spPr/>
      <dgm:t>
        <a:bodyPr/>
        <a:lstStyle/>
        <a:p>
          <a:endParaRPr lang="en-US"/>
        </a:p>
      </dgm:t>
    </dgm:pt>
  </dgm:ptLst>
  <dgm:cxnLst>
    <dgm:cxn modelId="{F4E169C3-6BEA-5C44-8180-FB05890C0824}" type="presOf" srcId="{F23A2AB0-E9A7-C146-AAA3-35B0DE8739D8}" destId="{A4C6EFE0-B225-9D4D-9ECD-82F97F8CC0FD}" srcOrd="1" destOrd="0" presId="urn:microsoft.com/office/officeart/2009/3/layout/HorizontalOrganizationChart"/>
    <dgm:cxn modelId="{C198196C-CC5B-1D4F-81DF-D8C564B39C2D}" srcId="{E7F85610-3E51-7E44-B31F-64D37D2F9448}" destId="{26D6DBFF-3D61-7948-955B-16114A4B05E3}" srcOrd="2" destOrd="0" parTransId="{9DF1D349-24E3-3046-90DE-D30C05C17495}" sibTransId="{7E0C9EF5-DA13-314F-BB65-11DAC65CB5FD}"/>
    <dgm:cxn modelId="{4A99C506-6156-5A40-B42F-D141BE9B2AFC}" type="presOf" srcId="{CF2B4FA1-2317-8046-A77F-012600D95E0C}" destId="{C4991153-149A-BA45-AA12-599AD1F324E3}" srcOrd="0" destOrd="0" presId="urn:microsoft.com/office/officeart/2009/3/layout/HorizontalOrganizationChart"/>
    <dgm:cxn modelId="{F54FE09A-5313-254E-B24B-E32942D5A277}" type="presOf" srcId="{FF99F59B-8549-F646-97CF-EB299CD5A858}" destId="{621447DC-7184-4241-8C5C-6C25D6D841D7}" srcOrd="1" destOrd="0" presId="urn:microsoft.com/office/officeart/2009/3/layout/HorizontalOrganizationChart"/>
    <dgm:cxn modelId="{EBA6DD0B-D9B8-C549-9A88-63CDF2104223}" srcId="{26D6DBFF-3D61-7948-955B-16114A4B05E3}" destId="{E8B6730C-912F-2B4C-8E84-60266236E53D}" srcOrd="3" destOrd="0" parTransId="{515C6F25-0753-4C41-A243-92DA7EADA7A6}" sibTransId="{E3DAD0F5-E084-EB4D-BD26-0B9664E98792}"/>
    <dgm:cxn modelId="{1FD90526-6DA1-574F-B156-EEDC53422D8E}" type="presOf" srcId="{76571F14-D431-D747-B607-6138CE2DE30C}" destId="{94E834B9-EB4A-A440-8118-8F0E21EBB75E}" srcOrd="0" destOrd="0" presId="urn:microsoft.com/office/officeart/2009/3/layout/HorizontalOrganizationChart"/>
    <dgm:cxn modelId="{326AFFEE-FE60-8749-89FA-05CB7C89B013}" srcId="{2DCDE3FC-36BA-824B-B96D-C4646845B288}" destId="{C112D960-8BD1-5C47-9EF8-9986844D5157}" srcOrd="0" destOrd="0" parTransId="{3FD08966-6997-CD49-AE5E-F0FE021DCCBA}" sibTransId="{31B4DD20-94B4-6740-A5E3-683225DED043}"/>
    <dgm:cxn modelId="{87B978A3-B4D3-2740-A7B0-5FC2B66269EB}" type="presOf" srcId="{82B59EAE-9FE7-A547-9FDF-DC8177B8208F}" destId="{C5B28E5E-963B-4F4B-85D4-AF97A0AD7D37}" srcOrd="0" destOrd="0" presId="urn:microsoft.com/office/officeart/2009/3/layout/HorizontalOrganizationChart"/>
    <dgm:cxn modelId="{CE4B3E1D-129B-0F49-8932-C450A695CD05}" type="presOf" srcId="{C8451105-6096-C74A-8EE5-406DE0499770}" destId="{01074E26-E7A6-1540-8D2B-DDC17A7D8D05}" srcOrd="0" destOrd="0" presId="urn:microsoft.com/office/officeart/2009/3/layout/HorizontalOrganizationChart"/>
    <dgm:cxn modelId="{39E10AA1-9D60-C64E-8060-CB90CC951F25}" srcId="{E7F85610-3E51-7E44-B31F-64D37D2F9448}" destId="{2718E3A9-8785-9B4C-872C-5A7F3EC1A331}" srcOrd="1" destOrd="0" parTransId="{D426177C-C338-374E-A646-A8B0A84845A6}" sibTransId="{7B84FC08-514E-F448-A9B9-50AD00FC07B6}"/>
    <dgm:cxn modelId="{9A5F6817-D08D-F24F-8A64-D50AED73F200}" type="presOf" srcId="{447172F0-A800-DE41-BDF9-F181B0F1D2E8}" destId="{4EA67747-D16F-B74E-95B1-456B11C70CD0}" srcOrd="0" destOrd="0" presId="urn:microsoft.com/office/officeart/2009/3/layout/HorizontalOrganizationChart"/>
    <dgm:cxn modelId="{9194ACA9-6BFE-9D4D-A1FE-94F34FE74851}" type="presOf" srcId="{26D6DBFF-3D61-7948-955B-16114A4B05E3}" destId="{8C46102B-2F2C-2D48-9086-528FE0BA42A2}" srcOrd="1" destOrd="0" presId="urn:microsoft.com/office/officeart/2009/3/layout/HorizontalOrganizationChart"/>
    <dgm:cxn modelId="{6278E059-2FD8-A942-8176-A92BF9F60689}" type="presOf" srcId="{2959E870-F316-B745-8F91-3F4063B8B21C}" destId="{7FB1C97C-1BFB-1448-A8B4-13296E096E46}" srcOrd="0" destOrd="0" presId="urn:microsoft.com/office/officeart/2009/3/layout/HorizontalOrganizationChart"/>
    <dgm:cxn modelId="{C91CFA29-49B7-A64F-93C5-EE394440EC96}" type="presOf" srcId="{E7F85610-3E51-7E44-B31F-64D37D2F9448}" destId="{94D7F2B1-FD15-EC41-BB13-D6ADF6183E96}" srcOrd="1" destOrd="0" presId="urn:microsoft.com/office/officeart/2009/3/layout/HorizontalOrganizationChart"/>
    <dgm:cxn modelId="{A7E20152-1B55-AA4E-B16E-9D80DF54AEF7}" srcId="{26D6DBFF-3D61-7948-955B-16114A4B05E3}" destId="{0370D590-AADB-4746-A737-78EBB511D56A}" srcOrd="4" destOrd="0" parTransId="{773F1763-F5B0-B242-AE22-FDEF768042D1}" sibTransId="{8E467608-E0CA-B649-8CAB-A20DE2FF0BD9}"/>
    <dgm:cxn modelId="{30E95A59-0379-CB4C-A13E-49ECB80E957E}" type="presOf" srcId="{26D6DBFF-3D61-7948-955B-16114A4B05E3}" destId="{16A458F0-7789-EB4F-9D04-37074DBD21B3}" srcOrd="0" destOrd="0" presId="urn:microsoft.com/office/officeart/2009/3/layout/HorizontalOrganizationChart"/>
    <dgm:cxn modelId="{AAEDAE1F-7D9C-7E4C-9C17-CA584718335B}" srcId="{26D6DBFF-3D61-7948-955B-16114A4B05E3}" destId="{07F030A1-A9AC-0A49-8EF2-2135BD338678}" srcOrd="8" destOrd="0" parTransId="{8621E044-3358-044F-B524-C5220FFF188C}" sibTransId="{66A16067-6213-2440-B40A-AC5EB7773697}"/>
    <dgm:cxn modelId="{A31150EF-8398-4A43-B006-42B8DABD02E1}" type="presOf" srcId="{E8B6730C-912F-2B4C-8E84-60266236E53D}" destId="{1207ED71-99AB-B54A-ABBD-B476296148CC}" srcOrd="1" destOrd="0" presId="urn:microsoft.com/office/officeart/2009/3/layout/HorizontalOrganizationChart"/>
    <dgm:cxn modelId="{63B01087-8EFD-8649-BA35-675AE528D508}" type="presOf" srcId="{A7FCFFDD-3203-8341-A965-8433A715FF30}" destId="{9FDB89F8-A55D-F943-8D98-927B0CE1A494}" srcOrd="0" destOrd="0" presId="urn:microsoft.com/office/officeart/2009/3/layout/HorizontalOrganizationChart"/>
    <dgm:cxn modelId="{4AB29A4D-F9ED-7249-8CCA-EDBE8ABAB05D}" type="presOf" srcId="{E8B6730C-912F-2B4C-8E84-60266236E53D}" destId="{3E873A72-6726-AF4A-A57A-DFF990C6FA15}" srcOrd="0" destOrd="0" presId="urn:microsoft.com/office/officeart/2009/3/layout/HorizontalOrganizationChart"/>
    <dgm:cxn modelId="{4E68EC3B-A860-094E-BAFE-4ED16FEEDC15}" srcId="{E7F85610-3E51-7E44-B31F-64D37D2F9448}" destId="{06F92EFD-625B-EF4F-B283-B8A28A245429}" srcOrd="0" destOrd="0" parTransId="{9B8EB2A1-5B30-DC48-8887-4C627A5A9421}" sibTransId="{15B7CCB8-9A15-364E-A5E4-3E25C7257C1B}"/>
    <dgm:cxn modelId="{FD16ACD3-263D-7A4F-AED8-B80F1B7BE969}" srcId="{26D6DBFF-3D61-7948-955B-16114A4B05E3}" destId="{A843432F-B350-C24E-A738-5784D71E00BE}" srcOrd="12" destOrd="0" parTransId="{1C119CA0-BA8F-F14F-B0CE-98E727F6997E}" sibTransId="{269A7A36-904C-AF4C-947B-E2515C5A370F}"/>
    <dgm:cxn modelId="{EADA6965-384A-BE4D-88DA-A7844ACFE332}" type="presOf" srcId="{A7FCFFDD-3203-8341-A965-8433A715FF30}" destId="{D5106CEC-EE1B-9249-8FBE-DC9D8038ED96}" srcOrd="1" destOrd="0" presId="urn:microsoft.com/office/officeart/2009/3/layout/HorizontalOrganizationChart"/>
    <dgm:cxn modelId="{3802197D-D3C5-3348-9A4A-6F87B36A50FC}" type="presOf" srcId="{9DF1D349-24E3-3046-90DE-D30C05C17495}" destId="{E6E4D54B-75E3-F947-A288-864AED5DE6B2}" srcOrd="0" destOrd="0" presId="urn:microsoft.com/office/officeart/2009/3/layout/HorizontalOrganizationChart"/>
    <dgm:cxn modelId="{3C8A7F92-A431-C642-80DD-8EF9626C9D5F}" type="presOf" srcId="{FCDCCAA7-13E7-E64F-AACF-DA50D58BD90C}" destId="{5AE35A2D-AA86-084B-AC8A-1102C74189F1}" srcOrd="1" destOrd="0" presId="urn:microsoft.com/office/officeart/2009/3/layout/HorizontalOrganizationChart"/>
    <dgm:cxn modelId="{71F240AA-40DA-4B42-98AE-C868A108495F}" type="presOf" srcId="{07F030A1-A9AC-0A49-8EF2-2135BD338678}" destId="{0F0CC09D-A50B-574A-9288-D8FCA9A2D1E9}" srcOrd="1" destOrd="0" presId="urn:microsoft.com/office/officeart/2009/3/layout/HorizontalOrganizationChart"/>
    <dgm:cxn modelId="{C74F31BF-4E2D-F041-9263-8DCA9F3B6EED}" type="presOf" srcId="{AF860BB8-883E-2041-B3AA-2842560CB64A}" destId="{5940FFA5-5537-3841-9B45-1F12AC2CEB0E}" srcOrd="0" destOrd="0" presId="urn:microsoft.com/office/officeart/2009/3/layout/HorizontalOrganizationChart"/>
    <dgm:cxn modelId="{A4D41518-9390-994B-811E-25F97B21B388}" type="presOf" srcId="{515C6F25-0753-4C41-A243-92DA7EADA7A6}" destId="{B0D0A3E7-9F07-BE48-BB23-1C3A0B5E862B}" srcOrd="0" destOrd="0" presId="urn:microsoft.com/office/officeart/2009/3/layout/HorizontalOrganizationChart"/>
    <dgm:cxn modelId="{DD0A0C06-2019-C848-AEFA-DB2DD74F5AEC}" type="presOf" srcId="{ADEC9EB0-DBA3-594F-B4FC-F3F8AA8203D2}" destId="{34442784-C298-8E44-B3F1-7C13841C2648}" srcOrd="0" destOrd="0" presId="urn:microsoft.com/office/officeart/2009/3/layout/HorizontalOrganizationChart"/>
    <dgm:cxn modelId="{111F448E-4398-A342-8506-7C59D6ED1B5E}" type="presOf" srcId="{F6FA8CB4-C9C0-1945-94A3-F47DE5D0E600}" destId="{A9CA8FA8-3865-BD44-ACC7-7D1992A689D1}" srcOrd="0" destOrd="0" presId="urn:microsoft.com/office/officeart/2009/3/layout/HorizontalOrganizationChart"/>
    <dgm:cxn modelId="{FA1B583D-4A07-F44F-A9B7-2E010A3D63D8}" type="presOf" srcId="{E7F85610-3E51-7E44-B31F-64D37D2F9448}" destId="{46FF754F-E0FA-F846-A1F3-3D21E2D0805B}" srcOrd="0" destOrd="0" presId="urn:microsoft.com/office/officeart/2009/3/layout/HorizontalOrganizationChart"/>
    <dgm:cxn modelId="{E3D59327-6C61-5E41-A011-91A25984D3C4}" type="presOf" srcId="{06F92EFD-625B-EF4F-B283-B8A28A245429}" destId="{C80157DB-C82A-174D-BCE5-2323C1A81D75}" srcOrd="0" destOrd="0" presId="urn:microsoft.com/office/officeart/2009/3/layout/HorizontalOrganizationChart"/>
    <dgm:cxn modelId="{6423E495-4797-F84F-92B0-CDE69275D09A}" type="presOf" srcId="{8621E044-3358-044F-B524-C5220FFF188C}" destId="{793672F6-6A2F-F94B-B974-BFCA618E21BB}" srcOrd="0" destOrd="0" presId="urn:microsoft.com/office/officeart/2009/3/layout/HorizontalOrganizationChart"/>
    <dgm:cxn modelId="{D26B2DEB-4330-E04A-BA40-35C2DE0279F6}" type="presOf" srcId="{377B3B4A-F3AF-8444-96E3-767C5CEEF2FA}" destId="{51AF7177-DB6F-034D-9694-EA11F906C467}" srcOrd="0" destOrd="0" presId="urn:microsoft.com/office/officeart/2009/3/layout/HorizontalOrganizationChart"/>
    <dgm:cxn modelId="{0ED915B8-674B-3442-AAB6-0B6AD618C154}" srcId="{642D2459-A571-4348-A410-8555EA36230A}" destId="{E7F85610-3E51-7E44-B31F-64D37D2F9448}" srcOrd="0" destOrd="0" parTransId="{90A3B0E4-1489-AB4C-91DD-24E76AD17B68}" sibTransId="{141F336B-973F-D442-94BE-F1117ACF3683}"/>
    <dgm:cxn modelId="{888603A7-2248-7345-817C-8DBA2ADA2C99}" type="presOf" srcId="{A843432F-B350-C24E-A738-5784D71E00BE}" destId="{64A4C167-620E-1444-B203-D85E2404467C}" srcOrd="0" destOrd="0" presId="urn:microsoft.com/office/officeart/2009/3/layout/HorizontalOrganizationChart"/>
    <dgm:cxn modelId="{2637AECD-CBA7-984E-B5E6-256E91C47D4D}" type="presOf" srcId="{D9A2F111-C6CB-194A-88BF-3E76E1C37624}" destId="{E37A9FF1-8E5A-A64E-985C-5463EE817752}" srcOrd="0" destOrd="0" presId="urn:microsoft.com/office/officeart/2009/3/layout/HorizontalOrganizationChart"/>
    <dgm:cxn modelId="{F8EA1D9B-B6A8-284E-B7DF-5B9A29A64B31}" type="presOf" srcId="{2DCDE3FC-36BA-824B-B96D-C4646845B288}" destId="{BA5581C5-2E2E-9044-8624-D731F4D9F046}" srcOrd="0" destOrd="0" presId="urn:microsoft.com/office/officeart/2009/3/layout/HorizontalOrganizationChart"/>
    <dgm:cxn modelId="{602E0D57-BB3F-604D-86F8-6FF1A32B5E78}" srcId="{26D6DBFF-3D61-7948-955B-16114A4B05E3}" destId="{58D642A1-E409-FC47-922F-110F5DCA274C}" srcOrd="14" destOrd="0" parTransId="{D9A2F111-C6CB-194A-88BF-3E76E1C37624}" sibTransId="{1071A0BA-80E1-2F4F-B420-FCA083233002}"/>
    <dgm:cxn modelId="{35E3C5B4-F9CE-C947-AA62-F2989247AF45}" srcId="{26D6DBFF-3D61-7948-955B-16114A4B05E3}" destId="{A1FA0A8A-2464-4C4A-8AB9-CB1CDCD5B617}" srcOrd="10" destOrd="0" parTransId="{AF860BB8-883E-2041-B3AA-2842560CB64A}" sibTransId="{341B1A1F-B5A8-944C-901F-90CFCF3C6699}"/>
    <dgm:cxn modelId="{5BA1AF8B-49EE-6E4E-A977-916B1F3FEFD3}" type="presOf" srcId="{06F92EFD-625B-EF4F-B283-B8A28A245429}" destId="{1B6543FD-307C-DC47-B596-AD2C0BAF1B7B}" srcOrd="1" destOrd="0" presId="urn:microsoft.com/office/officeart/2009/3/layout/HorizontalOrganizationChart"/>
    <dgm:cxn modelId="{A80BCE45-D5AA-1A40-B75E-72D944FD36E1}" type="presOf" srcId="{7AA570B4-FCF8-3D41-A79A-8200DCED1AAF}" destId="{40B65F74-ED15-0549-81CA-DE5FFA1E0846}" srcOrd="0" destOrd="0" presId="urn:microsoft.com/office/officeart/2009/3/layout/HorizontalOrganizationChart"/>
    <dgm:cxn modelId="{039FD766-657E-1E49-9702-B3437776570F}" type="presOf" srcId="{58D642A1-E409-FC47-922F-110F5DCA274C}" destId="{4F994417-932A-7B43-8C52-B75D194C86F9}" srcOrd="0" destOrd="0" presId="urn:microsoft.com/office/officeart/2009/3/layout/HorizontalOrganizationChart"/>
    <dgm:cxn modelId="{44581F09-711E-1848-977A-79AFF94AF823}" type="presOf" srcId="{3FD08966-6997-CD49-AE5E-F0FE021DCCBA}" destId="{4C5C0C42-1379-AA40-902D-73BFE28544F5}" srcOrd="0" destOrd="0" presId="urn:microsoft.com/office/officeart/2009/3/layout/HorizontalOrganizationChart"/>
    <dgm:cxn modelId="{FB9CCE1D-52C5-C248-9B09-CF4C7994DBB1}" type="presOf" srcId="{0370D590-AADB-4746-A737-78EBB511D56A}" destId="{4ECD0996-FE87-9340-8BBC-ED9D2F7A80AC}" srcOrd="0" destOrd="0" presId="urn:microsoft.com/office/officeart/2009/3/layout/HorizontalOrganizationChart"/>
    <dgm:cxn modelId="{876652F5-0EB0-4A47-A5FB-6BE114B69BF4}" type="presOf" srcId="{A1FA0A8A-2464-4C4A-8AB9-CB1CDCD5B617}" destId="{A2210285-DD8D-5942-9179-4D8B77A74730}" srcOrd="1" destOrd="0" presId="urn:microsoft.com/office/officeart/2009/3/layout/HorizontalOrganizationChart"/>
    <dgm:cxn modelId="{8A665BAF-FF6E-2A40-B5FC-E779D20610D8}" type="presOf" srcId="{C112D960-8BD1-5C47-9EF8-9986844D5157}" destId="{764B475B-7AF8-E444-B20F-8C7E54CAB82A}" srcOrd="1" destOrd="0" presId="urn:microsoft.com/office/officeart/2009/3/layout/HorizontalOrganizationChart"/>
    <dgm:cxn modelId="{57BE86D8-32CA-1E47-8CAB-679A480E1C5D}" type="presOf" srcId="{447172F0-A800-DE41-BDF9-F181B0F1D2E8}" destId="{5DC0B171-71E0-E245-B5CD-057CE2E27EA6}" srcOrd="1" destOrd="0" presId="urn:microsoft.com/office/officeart/2009/3/layout/HorizontalOrganizationChart"/>
    <dgm:cxn modelId="{1D403BCD-872D-454E-B266-E04AE4705E20}" srcId="{26D6DBFF-3D61-7948-955B-16114A4B05E3}" destId="{447172F0-A800-DE41-BDF9-F181B0F1D2E8}" srcOrd="5" destOrd="0" parTransId="{76571F14-D431-D747-B607-6138CE2DE30C}" sibTransId="{EC3A3DB1-9593-EE4B-9ED5-6605088041C5}"/>
    <dgm:cxn modelId="{93C8266C-FC60-0043-8F00-69AB5A94668B}" srcId="{26D6DBFF-3D61-7948-955B-16114A4B05E3}" destId="{5D57CC7C-34C6-314E-940A-7902B1A4725B}" srcOrd="9" destOrd="0" parTransId="{8A3EF570-4886-3745-A9A6-8C4607522D1F}" sibTransId="{8F56E60F-EE61-A849-AEEA-237F3520B911}"/>
    <dgm:cxn modelId="{EE6B025D-B6E3-A644-999D-A12E01D4BA20}" type="presOf" srcId="{5D57CC7C-34C6-314E-940A-7902B1A4725B}" destId="{952029B2-6871-B246-B24C-2B1F643354A9}" srcOrd="1" destOrd="0" presId="urn:microsoft.com/office/officeart/2009/3/layout/HorizontalOrganizationChart"/>
    <dgm:cxn modelId="{0705E274-95D5-D94B-AC73-ED362133FEC9}" type="presOf" srcId="{A1FA0A8A-2464-4C4A-8AB9-CB1CDCD5B617}" destId="{FA66ADA2-76AF-9B43-ABBC-84C874D792C9}" srcOrd="0" destOrd="0" presId="urn:microsoft.com/office/officeart/2009/3/layout/HorizontalOrganizationChart"/>
    <dgm:cxn modelId="{67696397-B577-3943-92E7-B0BA8F7F4AD4}" type="presOf" srcId="{8A3EF570-4886-3745-A9A6-8C4607522D1F}" destId="{0E5CE277-BA51-C747-A194-5626DF539842}" srcOrd="0" destOrd="0" presId="urn:microsoft.com/office/officeart/2009/3/layout/HorizontalOrganizationChart"/>
    <dgm:cxn modelId="{D843C365-FE4A-F54F-8F2E-FD61F153AF26}" srcId="{26D6DBFF-3D61-7948-955B-16114A4B05E3}" destId="{2DCDE3FC-36BA-824B-B96D-C4646845B288}" srcOrd="11" destOrd="0" parTransId="{377B3B4A-F3AF-8444-96E3-767C5CEEF2FA}" sibTransId="{C44E3202-772E-8748-BA30-24CF70A2F4B5}"/>
    <dgm:cxn modelId="{F0E3F06F-C5DB-D140-9703-CC7C3E0D1080}" type="presOf" srcId="{A843432F-B350-C24E-A738-5784D71E00BE}" destId="{2CB5A2F8-740D-C34A-A641-6B479E2FFDBD}" srcOrd="1" destOrd="0" presId="urn:microsoft.com/office/officeart/2009/3/layout/HorizontalOrganizationChart"/>
    <dgm:cxn modelId="{A2C2BB58-00E5-CB45-9556-81324D277A8B}" type="presOf" srcId="{2DCDE3FC-36BA-824B-B96D-C4646845B288}" destId="{904185DD-7F9D-B545-80D5-7AC329137EB4}" srcOrd="1" destOrd="0" presId="urn:microsoft.com/office/officeart/2009/3/layout/HorizontalOrganizationChart"/>
    <dgm:cxn modelId="{725DCCB6-87E9-7340-9E87-7DF67D976EF1}" srcId="{26D6DBFF-3D61-7948-955B-16114A4B05E3}" destId="{A7FCFFDD-3203-8341-A965-8433A715FF30}" srcOrd="6" destOrd="0" parTransId="{670602E3-9573-5C4A-975B-3C9D4CE70F18}" sibTransId="{5B8BF09C-9737-DE46-B52F-16F9E706C9C0}"/>
    <dgm:cxn modelId="{75FD37A8-7C67-AB45-B405-6CD7A309F1ED}" type="presOf" srcId="{670602E3-9573-5C4A-975B-3C9D4CE70F18}" destId="{C6AEE945-0681-4D45-A7FA-C4D0A60CB09F}" srcOrd="0" destOrd="0" presId="urn:microsoft.com/office/officeart/2009/3/layout/HorizontalOrganizationChart"/>
    <dgm:cxn modelId="{8EC0F526-0435-D443-B8BE-4093AEC09694}" type="presOf" srcId="{089D0B2A-9B6B-F84B-9E4A-07E505CBD20C}" destId="{138D96DA-81EC-8946-8750-DF12D8403A65}" srcOrd="0" destOrd="0" presId="urn:microsoft.com/office/officeart/2009/3/layout/HorizontalOrganizationChart"/>
    <dgm:cxn modelId="{A309752E-C8DF-1646-BC90-2194F2636E6E}" type="presOf" srcId="{AF5C32FC-AFBB-2142-99D3-A06DB04E8A94}" destId="{4C107377-11A0-1144-8455-99921472A5B9}" srcOrd="1" destOrd="0" presId="urn:microsoft.com/office/officeart/2009/3/layout/HorizontalOrganizationChart"/>
    <dgm:cxn modelId="{DF03E60C-F736-B644-BBE0-82591BD2C88A}" type="presOf" srcId="{2959E870-F316-B745-8F91-3F4063B8B21C}" destId="{BC5A916B-981A-5640-A56F-E5267DF81935}" srcOrd="1" destOrd="0" presId="urn:microsoft.com/office/officeart/2009/3/layout/HorizontalOrganizationChart"/>
    <dgm:cxn modelId="{24B3D6FF-9D34-9446-B987-FE7030943C9A}" type="presOf" srcId="{F23A2AB0-E9A7-C146-AAA3-35B0DE8739D8}" destId="{15D59980-A9C2-5640-A945-C27948745E70}" srcOrd="0" destOrd="0" presId="urn:microsoft.com/office/officeart/2009/3/layout/HorizontalOrganizationChart"/>
    <dgm:cxn modelId="{07D4D93B-DE4F-F344-B64B-D9895ECA52DF}" srcId="{58D642A1-E409-FC47-922F-110F5DCA274C}" destId="{FCDCCAA7-13E7-E64F-AACF-DA50D58BD90C}" srcOrd="0" destOrd="0" parTransId="{ADEC9EB0-DBA3-594F-B4FC-F3F8AA8203D2}" sibTransId="{69CA501A-E6E7-FC43-BB5A-EB29FC0B411A}"/>
    <dgm:cxn modelId="{E22631EB-4DB5-8C41-82E4-ECC720F98330}" type="presOf" srcId="{AF5C32FC-AFBB-2142-99D3-A06DB04E8A94}" destId="{472F86CC-A14D-C94B-A7DF-E231F40D1956}" srcOrd="0" destOrd="0" presId="urn:microsoft.com/office/officeart/2009/3/layout/HorizontalOrganizationChart"/>
    <dgm:cxn modelId="{03FE10C9-D723-B845-AC4F-D4ABFC05768A}" type="presOf" srcId="{5D57CC7C-34C6-314E-940A-7902B1A4725B}" destId="{60DA21A8-C1B6-FE45-A703-5503BAEA921D}" srcOrd="0" destOrd="0" presId="urn:microsoft.com/office/officeart/2009/3/layout/HorizontalOrganizationChart"/>
    <dgm:cxn modelId="{66C40755-55D1-AF4C-8E79-100B943ED1FE}" srcId="{26D6DBFF-3D61-7948-955B-16114A4B05E3}" destId="{2959E870-F316-B745-8F91-3F4063B8B21C}" srcOrd="7" destOrd="0" parTransId="{7AA570B4-FCF8-3D41-A79A-8200DCED1AAF}" sibTransId="{E11C5A02-0A13-9A48-A822-7662B849029E}"/>
    <dgm:cxn modelId="{6D51B524-4717-BD40-B315-3A3F18BF7B51}" type="presOf" srcId="{6861D540-6EA7-CB4D-9722-8816448CB368}" destId="{1541F5FF-A39A-D844-A2FD-B6A4CA43D481}" srcOrd="0" destOrd="0" presId="urn:microsoft.com/office/officeart/2009/3/layout/HorizontalOrganizationChart"/>
    <dgm:cxn modelId="{B3970D5F-22CA-7449-9F00-3026CEB7BA09}" type="presOf" srcId="{2718E3A9-8785-9B4C-872C-5A7F3EC1A331}" destId="{EE70E7A6-5153-304C-849B-29B955F9362D}" srcOrd="0" destOrd="0" presId="urn:microsoft.com/office/officeart/2009/3/layout/HorizontalOrganizationChart"/>
    <dgm:cxn modelId="{CE8AF909-A50D-9A40-A5CC-98D1026107C7}" srcId="{447172F0-A800-DE41-BDF9-F181B0F1D2E8}" destId="{3E2D0B24-8316-8F48-ABFD-05AFFB98155E}" srcOrd="0" destOrd="0" parTransId="{6796A2C3-7FC6-D941-A2E1-A0C3D704F6DF}" sibTransId="{13B363C5-C56C-254C-85CC-023E4271E39F}"/>
    <dgm:cxn modelId="{4F3C6658-E58C-3C41-B7F6-C5C4E07C63E3}" type="presOf" srcId="{081ADA65-42FA-9F45-8837-1A3B6FF13B8A}" destId="{8BD86C54-5C69-D044-B019-8E01158519EB}" srcOrd="1" destOrd="0" presId="urn:microsoft.com/office/officeart/2009/3/layout/HorizontalOrganizationChart"/>
    <dgm:cxn modelId="{7910AC7E-E398-D54F-9A67-C8D9E95D1DD8}" srcId="{26D6DBFF-3D61-7948-955B-16114A4B05E3}" destId="{6861D540-6EA7-CB4D-9722-8816448CB368}" srcOrd="2" destOrd="0" parTransId="{CF2B4FA1-2317-8046-A77F-012600D95E0C}" sibTransId="{46C78BDC-325A-EB48-8D97-DE81E73FE3F7}"/>
    <dgm:cxn modelId="{095786DE-5E54-6B43-A6D8-4A382A00E415}" type="presOf" srcId="{0370D590-AADB-4746-A737-78EBB511D56A}" destId="{5CB4EE32-09D2-874B-A222-0F1517337B72}" srcOrd="1" destOrd="0" presId="urn:microsoft.com/office/officeart/2009/3/layout/HorizontalOrganizationChart"/>
    <dgm:cxn modelId="{945ACB03-EE90-3548-9548-500E77AB875E}" srcId="{26D6DBFF-3D61-7948-955B-16114A4B05E3}" destId="{FF99F59B-8549-F646-97CF-EB299CD5A858}" srcOrd="1" destOrd="0" parTransId="{089D0B2A-9B6B-F84B-9E4A-07E505CBD20C}" sibTransId="{E9BDE181-EF3D-B445-B67E-E4DDBB7B783D}"/>
    <dgm:cxn modelId="{5D504BC2-BF75-3442-8B2E-58BB1B3E4FB0}" srcId="{26D6DBFF-3D61-7948-955B-16114A4B05E3}" destId="{3CFF56B6-C7B2-6040-AC63-5FA51B8EEC21}" srcOrd="0" destOrd="0" parTransId="{C8451105-6096-C74A-8EE5-406DE0499770}" sibTransId="{8CD5761A-1B36-2345-8C1B-E4C8848D71EE}"/>
    <dgm:cxn modelId="{F3937065-82D2-E041-9DD2-0F40891A9BA1}" srcId="{FF99F59B-8549-F646-97CF-EB299CD5A858}" destId="{AF5C32FC-AFBB-2142-99D3-A06DB04E8A94}" srcOrd="0" destOrd="0" parTransId="{82B59EAE-9FE7-A547-9FDF-DC8177B8208F}" sibTransId="{5BEA64E0-4EB9-374C-8B1F-5ABEDA3FA809}"/>
    <dgm:cxn modelId="{E3AA0090-4454-344A-9F9D-2AAD1144CAC1}" type="presOf" srcId="{6861D540-6EA7-CB4D-9722-8816448CB368}" destId="{29F6EF36-219B-9146-9BE0-1498F503771B}" srcOrd="1" destOrd="0" presId="urn:microsoft.com/office/officeart/2009/3/layout/HorizontalOrganizationChart"/>
    <dgm:cxn modelId="{C89C140A-52B0-B542-B7CF-651633E038A3}" srcId="{26D6DBFF-3D61-7948-955B-16114A4B05E3}" destId="{081ADA65-42FA-9F45-8837-1A3B6FF13B8A}" srcOrd="13" destOrd="0" parTransId="{A932CDF9-2A07-214B-BDE8-1A30F1FA3F3D}" sibTransId="{903FF3A9-840A-1A4F-A33E-DFBF314A4B73}"/>
    <dgm:cxn modelId="{D9C1BE5E-7E0D-E04D-B765-155811A292BB}" type="presOf" srcId="{9B8EB2A1-5B30-DC48-8887-4C627A5A9421}" destId="{035CB775-19FC-EF40-B5EB-5B800065A430}" srcOrd="0" destOrd="0" presId="urn:microsoft.com/office/officeart/2009/3/layout/HorizontalOrganizationChart"/>
    <dgm:cxn modelId="{FCD835EA-B4ED-DC4B-8B62-D2AD5DD32BE7}" type="presOf" srcId="{FF99F59B-8549-F646-97CF-EB299CD5A858}" destId="{93E0D3C1-D97C-5947-9E2B-CE463D1D3B72}" srcOrd="0" destOrd="0" presId="urn:microsoft.com/office/officeart/2009/3/layout/HorizontalOrganizationChart"/>
    <dgm:cxn modelId="{6F87CA73-0A34-EF41-BBF6-94AC97ED33A1}" type="presOf" srcId="{A932CDF9-2A07-214B-BDE8-1A30F1FA3F3D}" destId="{F6F6B5CF-A49B-A040-9C44-A4A7F5946193}" srcOrd="0" destOrd="0" presId="urn:microsoft.com/office/officeart/2009/3/layout/HorizontalOrganizationChart"/>
    <dgm:cxn modelId="{AB662733-1D6C-634A-9D3F-26DBD499A77A}" type="presOf" srcId="{2718E3A9-8785-9B4C-872C-5A7F3EC1A331}" destId="{6A5CE656-DB59-0D46-9613-A17271A80BB8}" srcOrd="1" destOrd="0" presId="urn:microsoft.com/office/officeart/2009/3/layout/HorizontalOrganizationChart"/>
    <dgm:cxn modelId="{C27676E9-87D5-C34A-8C85-1D18A29028E0}" type="presOf" srcId="{C112D960-8BD1-5C47-9EF8-9986844D5157}" destId="{EDAFB112-B53C-DA49-96F1-4AA96849A707}" srcOrd="0" destOrd="0" presId="urn:microsoft.com/office/officeart/2009/3/layout/HorizontalOrganizationChart"/>
    <dgm:cxn modelId="{DEF003A0-BC5D-8948-9667-D0C4B0E7B400}" type="presOf" srcId="{1C119CA0-BA8F-F14F-B0CE-98E727F6997E}" destId="{28F25CF8-E69C-9F4E-A6AB-60EA8DB386BC}" srcOrd="0" destOrd="0" presId="urn:microsoft.com/office/officeart/2009/3/layout/HorizontalOrganizationChart"/>
    <dgm:cxn modelId="{1864C6C3-5A89-384D-A34D-EAC20D9F8111}" type="presOf" srcId="{3E2D0B24-8316-8F48-ABFD-05AFFB98155E}" destId="{74C4CABD-96BE-134E-B3F3-FC4E4D250D8D}" srcOrd="1" destOrd="0" presId="urn:microsoft.com/office/officeart/2009/3/layout/HorizontalOrganizationChart"/>
    <dgm:cxn modelId="{3475ABB5-BBDF-E648-851A-C71B7E08B0A5}" type="presOf" srcId="{6796A2C3-7FC6-D941-A2E1-A0C3D704F6DF}" destId="{48A22688-1508-CA40-A7A8-DA5232C96EF5}" srcOrd="0" destOrd="0" presId="urn:microsoft.com/office/officeart/2009/3/layout/HorizontalOrganizationChart"/>
    <dgm:cxn modelId="{5A1808F0-ABEE-EA4B-9B3A-C120B7AC785B}" type="presOf" srcId="{642D2459-A571-4348-A410-8555EA36230A}" destId="{12C457D5-38CF-3246-A606-C11F88826652}" srcOrd="0" destOrd="0" presId="urn:microsoft.com/office/officeart/2009/3/layout/HorizontalOrganizationChart"/>
    <dgm:cxn modelId="{CD70086B-72A2-3543-9828-B544B905D99C}" type="presOf" srcId="{58D642A1-E409-FC47-922F-110F5DCA274C}" destId="{831EC0AE-0879-1F4D-B3D4-BD684EB26F58}" srcOrd="1" destOrd="0" presId="urn:microsoft.com/office/officeart/2009/3/layout/HorizontalOrganizationChart"/>
    <dgm:cxn modelId="{F66DB18B-C42E-A04C-87FA-04E9DBC6871A}" srcId="{E8B6730C-912F-2B4C-8E84-60266236E53D}" destId="{F23A2AB0-E9A7-C146-AAA3-35B0DE8739D8}" srcOrd="0" destOrd="0" parTransId="{F6FA8CB4-C9C0-1945-94A3-F47DE5D0E600}" sibTransId="{7D7AA183-3E00-6945-961D-E25A41E4F818}"/>
    <dgm:cxn modelId="{7485BB6B-6EB8-C648-9792-07ACECB582EF}" type="presOf" srcId="{3CFF56B6-C7B2-6040-AC63-5FA51B8EEC21}" destId="{E25DC713-2F58-7247-8FB4-474FC5007034}" srcOrd="0" destOrd="0" presId="urn:microsoft.com/office/officeart/2009/3/layout/HorizontalOrganizationChart"/>
    <dgm:cxn modelId="{CBAA4AE8-FF86-ED4B-9D43-9FEF3D13F5AB}" type="presOf" srcId="{3E2D0B24-8316-8F48-ABFD-05AFFB98155E}" destId="{2F4D687B-E6A5-6348-89C7-264E41FB85B4}" srcOrd="0" destOrd="0" presId="urn:microsoft.com/office/officeart/2009/3/layout/HorizontalOrganizationChart"/>
    <dgm:cxn modelId="{F998DDE0-8F72-C44D-99F7-6369EE348B83}" type="presOf" srcId="{081ADA65-42FA-9F45-8837-1A3B6FF13B8A}" destId="{250B541D-700C-3B4F-8942-0D97B4434C85}" srcOrd="0" destOrd="0" presId="urn:microsoft.com/office/officeart/2009/3/layout/HorizontalOrganizationChart"/>
    <dgm:cxn modelId="{E4713DE3-FD9B-3041-8CFB-68B47202BA76}" type="presOf" srcId="{07F030A1-A9AC-0A49-8EF2-2135BD338678}" destId="{B9D4CF9C-F4BC-4449-8C30-539D44D1F3FE}" srcOrd="0" destOrd="0" presId="urn:microsoft.com/office/officeart/2009/3/layout/HorizontalOrganizationChart"/>
    <dgm:cxn modelId="{9925B02E-00AE-6E46-84A3-8BC634D341A0}" type="presOf" srcId="{773F1763-F5B0-B242-AE22-FDEF768042D1}" destId="{04B43532-3AA5-4944-9BF7-6D45D36804E0}" srcOrd="0" destOrd="0" presId="urn:microsoft.com/office/officeart/2009/3/layout/HorizontalOrganizationChart"/>
    <dgm:cxn modelId="{3C72CD8C-5637-9443-BCC1-2CF594BDFE9F}" type="presOf" srcId="{FCDCCAA7-13E7-E64F-AACF-DA50D58BD90C}" destId="{83F79F53-0865-5849-B5F7-837B44C468DC}" srcOrd="0" destOrd="0" presId="urn:microsoft.com/office/officeart/2009/3/layout/HorizontalOrganizationChart"/>
    <dgm:cxn modelId="{089BD9A1-23F8-6E4C-BD2E-02D008AEA6F1}" type="presOf" srcId="{3CFF56B6-C7B2-6040-AC63-5FA51B8EEC21}" destId="{65340062-701E-B845-84E6-E2745DCE2F64}" srcOrd="1" destOrd="0" presId="urn:microsoft.com/office/officeart/2009/3/layout/HorizontalOrganizationChart"/>
    <dgm:cxn modelId="{843D0CF1-423D-834B-A90E-0EB1245A2A24}" type="presOf" srcId="{D426177C-C338-374E-A646-A8B0A84845A6}" destId="{DF24FCF8-EA6E-954A-BC6B-A7745D59770E}" srcOrd="0" destOrd="0" presId="urn:microsoft.com/office/officeart/2009/3/layout/HorizontalOrganizationChart"/>
    <dgm:cxn modelId="{56E7EE43-F40D-3243-91DB-BAFDA8D1E1A7}" type="presParOf" srcId="{12C457D5-38CF-3246-A606-C11F88826652}" destId="{574A281C-25FC-E643-BFAB-4BFB778767B6}" srcOrd="0" destOrd="0" presId="urn:microsoft.com/office/officeart/2009/3/layout/HorizontalOrganizationChart"/>
    <dgm:cxn modelId="{202616B1-C57B-0749-8DE0-2A149563699D}" type="presParOf" srcId="{574A281C-25FC-E643-BFAB-4BFB778767B6}" destId="{BD83DFDD-C73D-8B4B-8A44-FB49A4EC8954}" srcOrd="0" destOrd="0" presId="urn:microsoft.com/office/officeart/2009/3/layout/HorizontalOrganizationChart"/>
    <dgm:cxn modelId="{9E97676B-C24B-E543-B029-2BDB4B32AA9F}" type="presParOf" srcId="{BD83DFDD-C73D-8B4B-8A44-FB49A4EC8954}" destId="{46FF754F-E0FA-F846-A1F3-3D21E2D0805B}" srcOrd="0" destOrd="0" presId="urn:microsoft.com/office/officeart/2009/3/layout/HorizontalOrganizationChart"/>
    <dgm:cxn modelId="{18DFECDF-D6E4-A74D-9A20-EB5EC7C5AE87}" type="presParOf" srcId="{BD83DFDD-C73D-8B4B-8A44-FB49A4EC8954}" destId="{94D7F2B1-FD15-EC41-BB13-D6ADF6183E96}" srcOrd="1" destOrd="0" presId="urn:microsoft.com/office/officeart/2009/3/layout/HorizontalOrganizationChart"/>
    <dgm:cxn modelId="{C34617FC-B8C5-2649-8973-295589065521}" type="presParOf" srcId="{574A281C-25FC-E643-BFAB-4BFB778767B6}" destId="{5DC0074C-D2C3-AE42-8380-B5337D4A1F16}" srcOrd="1" destOrd="0" presId="urn:microsoft.com/office/officeart/2009/3/layout/HorizontalOrganizationChart"/>
    <dgm:cxn modelId="{5D4E377A-94EA-E441-AEFD-5244D94F2989}" type="presParOf" srcId="{5DC0074C-D2C3-AE42-8380-B5337D4A1F16}" destId="{035CB775-19FC-EF40-B5EB-5B800065A430}" srcOrd="0" destOrd="0" presId="urn:microsoft.com/office/officeart/2009/3/layout/HorizontalOrganizationChart"/>
    <dgm:cxn modelId="{CBB283F4-DEF3-F042-863D-E977546F119C}" type="presParOf" srcId="{5DC0074C-D2C3-AE42-8380-B5337D4A1F16}" destId="{4DFAD13E-7157-CF46-86C5-DF82829AA2C7}" srcOrd="1" destOrd="0" presId="urn:microsoft.com/office/officeart/2009/3/layout/HorizontalOrganizationChart"/>
    <dgm:cxn modelId="{43CE17B3-C343-7C4D-A5C1-11FA8A724A8C}" type="presParOf" srcId="{4DFAD13E-7157-CF46-86C5-DF82829AA2C7}" destId="{43DD8887-91B0-084F-8AA9-E2E6C3EB3973}" srcOrd="0" destOrd="0" presId="urn:microsoft.com/office/officeart/2009/3/layout/HorizontalOrganizationChart"/>
    <dgm:cxn modelId="{74342925-73D4-784C-B03D-7C36939159A2}" type="presParOf" srcId="{43DD8887-91B0-084F-8AA9-E2E6C3EB3973}" destId="{C80157DB-C82A-174D-BCE5-2323C1A81D75}" srcOrd="0" destOrd="0" presId="urn:microsoft.com/office/officeart/2009/3/layout/HorizontalOrganizationChart"/>
    <dgm:cxn modelId="{E71918F3-F2C4-1949-A88E-54AA8107F94E}" type="presParOf" srcId="{43DD8887-91B0-084F-8AA9-E2E6C3EB3973}" destId="{1B6543FD-307C-DC47-B596-AD2C0BAF1B7B}" srcOrd="1" destOrd="0" presId="urn:microsoft.com/office/officeart/2009/3/layout/HorizontalOrganizationChart"/>
    <dgm:cxn modelId="{D448CD6C-E75C-8E4D-8E51-4FEFD361B787}" type="presParOf" srcId="{4DFAD13E-7157-CF46-86C5-DF82829AA2C7}" destId="{719FC7BD-BAD0-0A49-80D2-CA231F9A9587}" srcOrd="1" destOrd="0" presId="urn:microsoft.com/office/officeart/2009/3/layout/HorizontalOrganizationChart"/>
    <dgm:cxn modelId="{3DA44731-0211-DC45-BBA4-4159A582819D}" type="presParOf" srcId="{4DFAD13E-7157-CF46-86C5-DF82829AA2C7}" destId="{39A392EC-2CDA-ED40-B4A7-27CC1C75191B}" srcOrd="2" destOrd="0" presId="urn:microsoft.com/office/officeart/2009/3/layout/HorizontalOrganizationChart"/>
    <dgm:cxn modelId="{AB70A2B2-3153-F148-A661-4EA6CBDB6EE9}" type="presParOf" srcId="{5DC0074C-D2C3-AE42-8380-B5337D4A1F16}" destId="{DF24FCF8-EA6E-954A-BC6B-A7745D59770E}" srcOrd="2" destOrd="0" presId="urn:microsoft.com/office/officeart/2009/3/layout/HorizontalOrganizationChart"/>
    <dgm:cxn modelId="{651A295A-1DD8-4B47-89C4-3B228D389809}" type="presParOf" srcId="{5DC0074C-D2C3-AE42-8380-B5337D4A1F16}" destId="{F668E030-CF55-BC43-8BC8-B0ED08CD4A4C}" srcOrd="3" destOrd="0" presId="urn:microsoft.com/office/officeart/2009/3/layout/HorizontalOrganizationChart"/>
    <dgm:cxn modelId="{23FEB590-8199-1046-B251-CC103758AF42}" type="presParOf" srcId="{F668E030-CF55-BC43-8BC8-B0ED08CD4A4C}" destId="{B50862D4-E759-8441-BC43-397450EBD4CD}" srcOrd="0" destOrd="0" presId="urn:microsoft.com/office/officeart/2009/3/layout/HorizontalOrganizationChart"/>
    <dgm:cxn modelId="{217570BD-E138-1448-B324-99D0CF23B2FD}" type="presParOf" srcId="{B50862D4-E759-8441-BC43-397450EBD4CD}" destId="{EE70E7A6-5153-304C-849B-29B955F9362D}" srcOrd="0" destOrd="0" presId="urn:microsoft.com/office/officeart/2009/3/layout/HorizontalOrganizationChart"/>
    <dgm:cxn modelId="{943B27AF-3E8C-8B4A-BD15-3186F011571C}" type="presParOf" srcId="{B50862D4-E759-8441-BC43-397450EBD4CD}" destId="{6A5CE656-DB59-0D46-9613-A17271A80BB8}" srcOrd="1" destOrd="0" presId="urn:microsoft.com/office/officeart/2009/3/layout/HorizontalOrganizationChart"/>
    <dgm:cxn modelId="{F7DED8C7-53C7-DC44-910C-AE34BE53B9C8}" type="presParOf" srcId="{F668E030-CF55-BC43-8BC8-B0ED08CD4A4C}" destId="{54A9F5A4-039E-DC4D-BD75-782CA33467B3}" srcOrd="1" destOrd="0" presId="urn:microsoft.com/office/officeart/2009/3/layout/HorizontalOrganizationChart"/>
    <dgm:cxn modelId="{41892970-E991-7D48-930A-13E5A7035471}" type="presParOf" srcId="{F668E030-CF55-BC43-8BC8-B0ED08CD4A4C}" destId="{2EE8C315-CF2B-1A4A-8994-4101F5A2193F}" srcOrd="2" destOrd="0" presId="urn:microsoft.com/office/officeart/2009/3/layout/HorizontalOrganizationChart"/>
    <dgm:cxn modelId="{A27A461F-193E-B242-8C57-7304F657B3CC}" type="presParOf" srcId="{5DC0074C-D2C3-AE42-8380-B5337D4A1F16}" destId="{E6E4D54B-75E3-F947-A288-864AED5DE6B2}" srcOrd="4" destOrd="0" presId="urn:microsoft.com/office/officeart/2009/3/layout/HorizontalOrganizationChart"/>
    <dgm:cxn modelId="{9FA8A1A3-B82E-FA44-8137-08324C4E8193}" type="presParOf" srcId="{5DC0074C-D2C3-AE42-8380-B5337D4A1F16}" destId="{6625744B-97A3-1247-A76F-F293BED0CEE0}" srcOrd="5" destOrd="0" presId="urn:microsoft.com/office/officeart/2009/3/layout/HorizontalOrganizationChart"/>
    <dgm:cxn modelId="{AE71642E-1312-5442-B3B4-9770E8F00CEB}" type="presParOf" srcId="{6625744B-97A3-1247-A76F-F293BED0CEE0}" destId="{20EEC7FB-3CC7-8E40-8A0B-24CC2F8F67B8}" srcOrd="0" destOrd="0" presId="urn:microsoft.com/office/officeart/2009/3/layout/HorizontalOrganizationChart"/>
    <dgm:cxn modelId="{D02CE66F-01AE-BF4B-A867-1EAA913FAD1A}" type="presParOf" srcId="{20EEC7FB-3CC7-8E40-8A0B-24CC2F8F67B8}" destId="{16A458F0-7789-EB4F-9D04-37074DBD21B3}" srcOrd="0" destOrd="0" presId="urn:microsoft.com/office/officeart/2009/3/layout/HorizontalOrganizationChart"/>
    <dgm:cxn modelId="{ACB6D401-EB44-E445-8B61-6EA4CFDE982C}" type="presParOf" srcId="{20EEC7FB-3CC7-8E40-8A0B-24CC2F8F67B8}" destId="{8C46102B-2F2C-2D48-9086-528FE0BA42A2}" srcOrd="1" destOrd="0" presId="urn:microsoft.com/office/officeart/2009/3/layout/HorizontalOrganizationChart"/>
    <dgm:cxn modelId="{2CC276B5-04BA-DE41-B6A4-7995DF749FC9}" type="presParOf" srcId="{6625744B-97A3-1247-A76F-F293BED0CEE0}" destId="{A936B770-3F01-BC4E-8DE5-224447B8D32C}" srcOrd="1" destOrd="0" presId="urn:microsoft.com/office/officeart/2009/3/layout/HorizontalOrganizationChart"/>
    <dgm:cxn modelId="{951E0E78-6A91-414C-874C-55D21EB40A95}" type="presParOf" srcId="{A936B770-3F01-BC4E-8DE5-224447B8D32C}" destId="{01074E26-E7A6-1540-8D2B-DDC17A7D8D05}" srcOrd="0" destOrd="0" presId="urn:microsoft.com/office/officeart/2009/3/layout/HorizontalOrganizationChart"/>
    <dgm:cxn modelId="{1B92DE6B-1C69-ED4D-B320-83CE2271AC8B}" type="presParOf" srcId="{A936B770-3F01-BC4E-8DE5-224447B8D32C}" destId="{9D571FE9-3AE4-7C4B-B441-FD5CE31E93E0}" srcOrd="1" destOrd="0" presId="urn:microsoft.com/office/officeart/2009/3/layout/HorizontalOrganizationChart"/>
    <dgm:cxn modelId="{96F45B3E-20F0-594A-92F7-A71361D24B5E}" type="presParOf" srcId="{9D571FE9-3AE4-7C4B-B441-FD5CE31E93E0}" destId="{EDCCD610-4549-2C43-AE26-85FEE03CD4E8}" srcOrd="0" destOrd="0" presId="urn:microsoft.com/office/officeart/2009/3/layout/HorizontalOrganizationChart"/>
    <dgm:cxn modelId="{3741A1BF-7FD3-DE40-A68D-9B7F5272E686}" type="presParOf" srcId="{EDCCD610-4549-2C43-AE26-85FEE03CD4E8}" destId="{E25DC713-2F58-7247-8FB4-474FC5007034}" srcOrd="0" destOrd="0" presId="urn:microsoft.com/office/officeart/2009/3/layout/HorizontalOrganizationChart"/>
    <dgm:cxn modelId="{41370C7B-907A-0C41-841B-87380142EC5E}" type="presParOf" srcId="{EDCCD610-4549-2C43-AE26-85FEE03CD4E8}" destId="{65340062-701E-B845-84E6-E2745DCE2F64}" srcOrd="1" destOrd="0" presId="urn:microsoft.com/office/officeart/2009/3/layout/HorizontalOrganizationChart"/>
    <dgm:cxn modelId="{CBEAF9AA-AE00-2F43-89F4-0FDA6C2089FA}" type="presParOf" srcId="{9D571FE9-3AE4-7C4B-B441-FD5CE31E93E0}" destId="{D8F9A46D-4BE2-434B-96C1-15CB54287B97}" srcOrd="1" destOrd="0" presId="urn:microsoft.com/office/officeart/2009/3/layout/HorizontalOrganizationChart"/>
    <dgm:cxn modelId="{D0103579-74AC-4A41-9220-28D4E30079C5}" type="presParOf" srcId="{9D571FE9-3AE4-7C4B-B441-FD5CE31E93E0}" destId="{06AFC9CE-36ED-4F40-ADAB-5250D2BCA91A}" srcOrd="2" destOrd="0" presId="urn:microsoft.com/office/officeart/2009/3/layout/HorizontalOrganizationChart"/>
    <dgm:cxn modelId="{9316ADF1-D1F7-F24C-A357-808A18598302}" type="presParOf" srcId="{A936B770-3F01-BC4E-8DE5-224447B8D32C}" destId="{138D96DA-81EC-8946-8750-DF12D8403A65}" srcOrd="2" destOrd="0" presId="urn:microsoft.com/office/officeart/2009/3/layout/HorizontalOrganizationChart"/>
    <dgm:cxn modelId="{A8992A5A-7880-CF47-9147-713A8089FC27}" type="presParOf" srcId="{A936B770-3F01-BC4E-8DE5-224447B8D32C}" destId="{84871D3A-9604-CC4F-A7C4-A3DDE3983463}" srcOrd="3" destOrd="0" presId="urn:microsoft.com/office/officeart/2009/3/layout/HorizontalOrganizationChart"/>
    <dgm:cxn modelId="{B945EA00-EFCE-C646-9F47-9FE5591BE46F}" type="presParOf" srcId="{84871D3A-9604-CC4F-A7C4-A3DDE3983463}" destId="{63494803-7EDB-0E48-96E6-D1E18E662FB8}" srcOrd="0" destOrd="0" presId="urn:microsoft.com/office/officeart/2009/3/layout/HorizontalOrganizationChart"/>
    <dgm:cxn modelId="{C04D3764-9B17-8942-A3D3-AEF9B11EAB3F}" type="presParOf" srcId="{63494803-7EDB-0E48-96E6-D1E18E662FB8}" destId="{93E0D3C1-D97C-5947-9E2B-CE463D1D3B72}" srcOrd="0" destOrd="0" presId="urn:microsoft.com/office/officeart/2009/3/layout/HorizontalOrganizationChart"/>
    <dgm:cxn modelId="{14DC0D4D-AF8F-D943-B251-D70219D51E94}" type="presParOf" srcId="{63494803-7EDB-0E48-96E6-D1E18E662FB8}" destId="{621447DC-7184-4241-8C5C-6C25D6D841D7}" srcOrd="1" destOrd="0" presId="urn:microsoft.com/office/officeart/2009/3/layout/HorizontalOrganizationChart"/>
    <dgm:cxn modelId="{04493A5E-6421-9B4A-ADA7-56E5728DC92F}" type="presParOf" srcId="{84871D3A-9604-CC4F-A7C4-A3DDE3983463}" destId="{86490BF6-0BBA-104B-8AA2-AA22ECF03B81}" srcOrd="1" destOrd="0" presId="urn:microsoft.com/office/officeart/2009/3/layout/HorizontalOrganizationChart"/>
    <dgm:cxn modelId="{D0B23640-8B86-FC4F-85AE-303AAEE98975}" type="presParOf" srcId="{86490BF6-0BBA-104B-8AA2-AA22ECF03B81}" destId="{C5B28E5E-963B-4F4B-85D4-AF97A0AD7D37}" srcOrd="0" destOrd="0" presId="urn:microsoft.com/office/officeart/2009/3/layout/HorizontalOrganizationChart"/>
    <dgm:cxn modelId="{37F3F5D0-1FA3-D14B-B5E3-C0429F726E38}" type="presParOf" srcId="{86490BF6-0BBA-104B-8AA2-AA22ECF03B81}" destId="{EAC8DBF0-8DE7-D44D-93B8-14A6A99F3113}" srcOrd="1" destOrd="0" presId="urn:microsoft.com/office/officeart/2009/3/layout/HorizontalOrganizationChart"/>
    <dgm:cxn modelId="{CB53379A-F1F1-2E41-8415-8E5893E8ED7F}" type="presParOf" srcId="{EAC8DBF0-8DE7-D44D-93B8-14A6A99F3113}" destId="{E35D0A63-E96A-5849-8E17-A02095410E30}" srcOrd="0" destOrd="0" presId="urn:microsoft.com/office/officeart/2009/3/layout/HorizontalOrganizationChart"/>
    <dgm:cxn modelId="{90178651-F0F6-FE4F-B16D-F3842E25D96C}" type="presParOf" srcId="{E35D0A63-E96A-5849-8E17-A02095410E30}" destId="{472F86CC-A14D-C94B-A7DF-E231F40D1956}" srcOrd="0" destOrd="0" presId="urn:microsoft.com/office/officeart/2009/3/layout/HorizontalOrganizationChart"/>
    <dgm:cxn modelId="{B4E87FFE-9ED2-434A-956B-144285410A2C}" type="presParOf" srcId="{E35D0A63-E96A-5849-8E17-A02095410E30}" destId="{4C107377-11A0-1144-8455-99921472A5B9}" srcOrd="1" destOrd="0" presId="urn:microsoft.com/office/officeart/2009/3/layout/HorizontalOrganizationChart"/>
    <dgm:cxn modelId="{DC054278-0FE3-B64F-9FD6-1597D57BD33A}" type="presParOf" srcId="{EAC8DBF0-8DE7-D44D-93B8-14A6A99F3113}" destId="{222D4EA5-A40B-184F-A2A3-858EB260506D}" srcOrd="1" destOrd="0" presId="urn:microsoft.com/office/officeart/2009/3/layout/HorizontalOrganizationChart"/>
    <dgm:cxn modelId="{6D179CFA-BE8C-374A-91CD-FAF64D4743BF}" type="presParOf" srcId="{EAC8DBF0-8DE7-D44D-93B8-14A6A99F3113}" destId="{6F746A85-EF39-A642-8BD8-E18B6AF3F3AB}" srcOrd="2" destOrd="0" presId="urn:microsoft.com/office/officeart/2009/3/layout/HorizontalOrganizationChart"/>
    <dgm:cxn modelId="{24322438-0C10-9844-98DF-B23AF521100B}" type="presParOf" srcId="{84871D3A-9604-CC4F-A7C4-A3DDE3983463}" destId="{623D783B-A801-1D4E-BD77-3E2E06E22D95}" srcOrd="2" destOrd="0" presId="urn:microsoft.com/office/officeart/2009/3/layout/HorizontalOrganizationChart"/>
    <dgm:cxn modelId="{9BA47F46-F2E5-6E4F-8290-46830EE1F746}" type="presParOf" srcId="{A936B770-3F01-BC4E-8DE5-224447B8D32C}" destId="{C4991153-149A-BA45-AA12-599AD1F324E3}" srcOrd="4" destOrd="0" presId="urn:microsoft.com/office/officeart/2009/3/layout/HorizontalOrganizationChart"/>
    <dgm:cxn modelId="{4705721B-0B9A-D44C-8D3A-1128B46BFC07}" type="presParOf" srcId="{A936B770-3F01-BC4E-8DE5-224447B8D32C}" destId="{22A687A5-B265-D045-BC8E-A6EA8E5E63CF}" srcOrd="5" destOrd="0" presId="urn:microsoft.com/office/officeart/2009/3/layout/HorizontalOrganizationChart"/>
    <dgm:cxn modelId="{2C77C67B-CF58-5B4C-8386-4B28A1E0BB4B}" type="presParOf" srcId="{22A687A5-B265-D045-BC8E-A6EA8E5E63CF}" destId="{644D94B3-1B2E-724B-A410-734B15CC1C19}" srcOrd="0" destOrd="0" presId="urn:microsoft.com/office/officeart/2009/3/layout/HorizontalOrganizationChart"/>
    <dgm:cxn modelId="{6D9E1162-689E-824C-92A8-4E5DA2C435FA}" type="presParOf" srcId="{644D94B3-1B2E-724B-A410-734B15CC1C19}" destId="{1541F5FF-A39A-D844-A2FD-B6A4CA43D481}" srcOrd="0" destOrd="0" presId="urn:microsoft.com/office/officeart/2009/3/layout/HorizontalOrganizationChart"/>
    <dgm:cxn modelId="{0DF488D5-86D2-B943-8BA4-F6F8F58F273D}" type="presParOf" srcId="{644D94B3-1B2E-724B-A410-734B15CC1C19}" destId="{29F6EF36-219B-9146-9BE0-1498F503771B}" srcOrd="1" destOrd="0" presId="urn:microsoft.com/office/officeart/2009/3/layout/HorizontalOrganizationChart"/>
    <dgm:cxn modelId="{59DA8616-AC49-7945-903B-F8EAC060E858}" type="presParOf" srcId="{22A687A5-B265-D045-BC8E-A6EA8E5E63CF}" destId="{F39460DD-9012-9244-94ED-1BB84BD7B6DD}" srcOrd="1" destOrd="0" presId="urn:microsoft.com/office/officeart/2009/3/layout/HorizontalOrganizationChart"/>
    <dgm:cxn modelId="{043CA820-BD95-6D4D-B388-406B79B0A4FB}" type="presParOf" srcId="{22A687A5-B265-D045-BC8E-A6EA8E5E63CF}" destId="{1D0217C1-FDB1-1C46-BB0A-256D1F5A9F91}" srcOrd="2" destOrd="0" presId="urn:microsoft.com/office/officeart/2009/3/layout/HorizontalOrganizationChart"/>
    <dgm:cxn modelId="{D2C2AB25-2878-6240-A543-98F38D0B62E1}" type="presParOf" srcId="{A936B770-3F01-BC4E-8DE5-224447B8D32C}" destId="{B0D0A3E7-9F07-BE48-BB23-1C3A0B5E862B}" srcOrd="6" destOrd="0" presId="urn:microsoft.com/office/officeart/2009/3/layout/HorizontalOrganizationChart"/>
    <dgm:cxn modelId="{F935ECC0-9AB5-064A-BD9F-F97280F72212}" type="presParOf" srcId="{A936B770-3F01-BC4E-8DE5-224447B8D32C}" destId="{7563BCCF-D024-F14A-9BE0-8D3A3F41D74C}" srcOrd="7" destOrd="0" presId="urn:microsoft.com/office/officeart/2009/3/layout/HorizontalOrganizationChart"/>
    <dgm:cxn modelId="{BAAB16A9-9589-A049-A8FD-67E43920F1BE}" type="presParOf" srcId="{7563BCCF-D024-F14A-9BE0-8D3A3F41D74C}" destId="{63DB4704-87B6-2246-892C-9085D9452FF9}" srcOrd="0" destOrd="0" presId="urn:microsoft.com/office/officeart/2009/3/layout/HorizontalOrganizationChart"/>
    <dgm:cxn modelId="{D4D216E9-9A44-0B4C-B8A2-7AFFF2EE04B5}" type="presParOf" srcId="{63DB4704-87B6-2246-892C-9085D9452FF9}" destId="{3E873A72-6726-AF4A-A57A-DFF990C6FA15}" srcOrd="0" destOrd="0" presId="urn:microsoft.com/office/officeart/2009/3/layout/HorizontalOrganizationChart"/>
    <dgm:cxn modelId="{F1424343-7818-5F45-8A87-CB3B71F994E0}" type="presParOf" srcId="{63DB4704-87B6-2246-892C-9085D9452FF9}" destId="{1207ED71-99AB-B54A-ABBD-B476296148CC}" srcOrd="1" destOrd="0" presId="urn:microsoft.com/office/officeart/2009/3/layout/HorizontalOrganizationChart"/>
    <dgm:cxn modelId="{817CFB89-DAE1-AD46-980D-D4EB238E165C}" type="presParOf" srcId="{7563BCCF-D024-F14A-9BE0-8D3A3F41D74C}" destId="{AEC9A3AD-CF5D-E740-9670-7EA1BC8F3075}" srcOrd="1" destOrd="0" presId="urn:microsoft.com/office/officeart/2009/3/layout/HorizontalOrganizationChart"/>
    <dgm:cxn modelId="{001AE023-721C-9946-92B7-FD9BC258AF54}" type="presParOf" srcId="{AEC9A3AD-CF5D-E740-9670-7EA1BC8F3075}" destId="{A9CA8FA8-3865-BD44-ACC7-7D1992A689D1}" srcOrd="0" destOrd="0" presId="urn:microsoft.com/office/officeart/2009/3/layout/HorizontalOrganizationChart"/>
    <dgm:cxn modelId="{B0AFD7E3-3EE4-EE45-BE7C-3AE471BF7D86}" type="presParOf" srcId="{AEC9A3AD-CF5D-E740-9670-7EA1BC8F3075}" destId="{EE091BFE-6ABF-7741-BA9E-79750E2D14CA}" srcOrd="1" destOrd="0" presId="urn:microsoft.com/office/officeart/2009/3/layout/HorizontalOrganizationChart"/>
    <dgm:cxn modelId="{8DA959B3-0CB7-514B-A537-C9C37322348B}" type="presParOf" srcId="{EE091BFE-6ABF-7741-BA9E-79750E2D14CA}" destId="{5CC7A632-FE3A-6345-BD25-E299430947D3}" srcOrd="0" destOrd="0" presId="urn:microsoft.com/office/officeart/2009/3/layout/HorizontalOrganizationChart"/>
    <dgm:cxn modelId="{7E9C26C3-6D85-F647-8A68-D97CD39E56DA}" type="presParOf" srcId="{5CC7A632-FE3A-6345-BD25-E299430947D3}" destId="{15D59980-A9C2-5640-A945-C27948745E70}" srcOrd="0" destOrd="0" presId="urn:microsoft.com/office/officeart/2009/3/layout/HorizontalOrganizationChart"/>
    <dgm:cxn modelId="{207A5318-C9BA-5F4A-908B-EF95697C7130}" type="presParOf" srcId="{5CC7A632-FE3A-6345-BD25-E299430947D3}" destId="{A4C6EFE0-B225-9D4D-9ECD-82F97F8CC0FD}" srcOrd="1" destOrd="0" presId="urn:microsoft.com/office/officeart/2009/3/layout/HorizontalOrganizationChart"/>
    <dgm:cxn modelId="{2E47EB08-ACAC-6647-9DFB-A313FE0FD5D3}" type="presParOf" srcId="{EE091BFE-6ABF-7741-BA9E-79750E2D14CA}" destId="{63C38D4C-D8BE-FD46-820C-C63A8BEBB8F1}" srcOrd="1" destOrd="0" presId="urn:microsoft.com/office/officeart/2009/3/layout/HorizontalOrganizationChart"/>
    <dgm:cxn modelId="{E06A5A0E-B14F-3C4D-B722-A387F7A1A424}" type="presParOf" srcId="{EE091BFE-6ABF-7741-BA9E-79750E2D14CA}" destId="{9C2E3A4A-E427-8E41-945B-55B6981C90BD}" srcOrd="2" destOrd="0" presId="urn:microsoft.com/office/officeart/2009/3/layout/HorizontalOrganizationChart"/>
    <dgm:cxn modelId="{B23DB447-DC3D-A24E-A1BC-EC14E3D7A56E}" type="presParOf" srcId="{7563BCCF-D024-F14A-9BE0-8D3A3F41D74C}" destId="{06DE215A-2030-EF47-82E7-E4CFF736DF50}" srcOrd="2" destOrd="0" presId="urn:microsoft.com/office/officeart/2009/3/layout/HorizontalOrganizationChart"/>
    <dgm:cxn modelId="{215C64C3-AFBC-7A46-BD56-FD9AE3AEC1B2}" type="presParOf" srcId="{A936B770-3F01-BC4E-8DE5-224447B8D32C}" destId="{04B43532-3AA5-4944-9BF7-6D45D36804E0}" srcOrd="8" destOrd="0" presId="urn:microsoft.com/office/officeart/2009/3/layout/HorizontalOrganizationChart"/>
    <dgm:cxn modelId="{2A234D38-EF0F-C343-BE2B-F04D0905134B}" type="presParOf" srcId="{A936B770-3F01-BC4E-8DE5-224447B8D32C}" destId="{77BCED88-2B32-F347-A57F-F9E72BF91830}" srcOrd="9" destOrd="0" presId="urn:microsoft.com/office/officeart/2009/3/layout/HorizontalOrganizationChart"/>
    <dgm:cxn modelId="{300B19BD-2499-874C-8A91-54B70F9049D2}" type="presParOf" srcId="{77BCED88-2B32-F347-A57F-F9E72BF91830}" destId="{1C7F9B25-909D-C44A-BF5E-D1B611890CBE}" srcOrd="0" destOrd="0" presId="urn:microsoft.com/office/officeart/2009/3/layout/HorizontalOrganizationChart"/>
    <dgm:cxn modelId="{4BE87DC9-F9FB-0242-A7A5-B2A865CE5A75}" type="presParOf" srcId="{1C7F9B25-909D-C44A-BF5E-D1B611890CBE}" destId="{4ECD0996-FE87-9340-8BBC-ED9D2F7A80AC}" srcOrd="0" destOrd="0" presId="urn:microsoft.com/office/officeart/2009/3/layout/HorizontalOrganizationChart"/>
    <dgm:cxn modelId="{A237C02B-62FC-DB46-B7BC-DCCDA068D108}" type="presParOf" srcId="{1C7F9B25-909D-C44A-BF5E-D1B611890CBE}" destId="{5CB4EE32-09D2-874B-A222-0F1517337B72}" srcOrd="1" destOrd="0" presId="urn:microsoft.com/office/officeart/2009/3/layout/HorizontalOrganizationChart"/>
    <dgm:cxn modelId="{10B69FB0-80B7-8740-92D2-F528B290F9E5}" type="presParOf" srcId="{77BCED88-2B32-F347-A57F-F9E72BF91830}" destId="{44CAABB0-9152-1B4E-B43B-18E33C171896}" srcOrd="1" destOrd="0" presId="urn:microsoft.com/office/officeart/2009/3/layout/HorizontalOrganizationChart"/>
    <dgm:cxn modelId="{97C726C1-2779-EA47-B51D-D0CC740278B9}" type="presParOf" srcId="{77BCED88-2B32-F347-A57F-F9E72BF91830}" destId="{342DAFFD-64EC-4B47-B277-611CEDC7C875}" srcOrd="2" destOrd="0" presId="urn:microsoft.com/office/officeart/2009/3/layout/HorizontalOrganizationChart"/>
    <dgm:cxn modelId="{BA6008F0-8BFB-B14E-A75C-D410738B8F81}" type="presParOf" srcId="{A936B770-3F01-BC4E-8DE5-224447B8D32C}" destId="{94E834B9-EB4A-A440-8118-8F0E21EBB75E}" srcOrd="10" destOrd="0" presId="urn:microsoft.com/office/officeart/2009/3/layout/HorizontalOrganizationChart"/>
    <dgm:cxn modelId="{2B084780-B1DF-404A-B104-22372F6D7904}" type="presParOf" srcId="{A936B770-3F01-BC4E-8DE5-224447B8D32C}" destId="{A6F124FD-352F-D74F-9CAD-5CC813F36192}" srcOrd="11" destOrd="0" presId="urn:microsoft.com/office/officeart/2009/3/layout/HorizontalOrganizationChart"/>
    <dgm:cxn modelId="{C07AB1F4-D2C0-9B4F-A208-3A80A74DD2BF}" type="presParOf" srcId="{A6F124FD-352F-D74F-9CAD-5CC813F36192}" destId="{D17384CB-3EE0-1D40-B4DA-2F35D41B37B4}" srcOrd="0" destOrd="0" presId="urn:microsoft.com/office/officeart/2009/3/layout/HorizontalOrganizationChart"/>
    <dgm:cxn modelId="{27C518CB-71CE-4243-9C52-2091577E8C0F}" type="presParOf" srcId="{D17384CB-3EE0-1D40-B4DA-2F35D41B37B4}" destId="{4EA67747-D16F-B74E-95B1-456B11C70CD0}" srcOrd="0" destOrd="0" presId="urn:microsoft.com/office/officeart/2009/3/layout/HorizontalOrganizationChart"/>
    <dgm:cxn modelId="{7DA3DADF-2167-A540-B347-585830EE5FA2}" type="presParOf" srcId="{D17384CB-3EE0-1D40-B4DA-2F35D41B37B4}" destId="{5DC0B171-71E0-E245-B5CD-057CE2E27EA6}" srcOrd="1" destOrd="0" presId="urn:microsoft.com/office/officeart/2009/3/layout/HorizontalOrganizationChart"/>
    <dgm:cxn modelId="{53B9A4E0-7D1A-F243-A5E3-CDFF81EE97B2}" type="presParOf" srcId="{A6F124FD-352F-D74F-9CAD-5CC813F36192}" destId="{63921621-66B4-3548-A035-BFEAA2F44317}" srcOrd="1" destOrd="0" presId="urn:microsoft.com/office/officeart/2009/3/layout/HorizontalOrganizationChart"/>
    <dgm:cxn modelId="{894B3EE9-3D76-BB48-83B9-7451305736B6}" type="presParOf" srcId="{63921621-66B4-3548-A035-BFEAA2F44317}" destId="{48A22688-1508-CA40-A7A8-DA5232C96EF5}" srcOrd="0" destOrd="0" presId="urn:microsoft.com/office/officeart/2009/3/layout/HorizontalOrganizationChart"/>
    <dgm:cxn modelId="{BEF4EFA0-5F6A-EF4B-BDB5-F3E64755381F}" type="presParOf" srcId="{63921621-66B4-3548-A035-BFEAA2F44317}" destId="{B416CAC6-A0BF-234B-920F-61AD509917E7}" srcOrd="1" destOrd="0" presId="urn:microsoft.com/office/officeart/2009/3/layout/HorizontalOrganizationChart"/>
    <dgm:cxn modelId="{34BB9015-AF40-BC4E-8E5B-C2016D1FE579}" type="presParOf" srcId="{B416CAC6-A0BF-234B-920F-61AD509917E7}" destId="{F4F7D633-28F5-8646-8425-00E5EEFDA902}" srcOrd="0" destOrd="0" presId="urn:microsoft.com/office/officeart/2009/3/layout/HorizontalOrganizationChart"/>
    <dgm:cxn modelId="{38A1F8D7-3394-084C-A500-AD8D80F1A25B}" type="presParOf" srcId="{F4F7D633-28F5-8646-8425-00E5EEFDA902}" destId="{2F4D687B-E6A5-6348-89C7-264E41FB85B4}" srcOrd="0" destOrd="0" presId="urn:microsoft.com/office/officeart/2009/3/layout/HorizontalOrganizationChart"/>
    <dgm:cxn modelId="{F8FA4450-6DE2-714F-A2F8-6CD9DC660290}" type="presParOf" srcId="{F4F7D633-28F5-8646-8425-00E5EEFDA902}" destId="{74C4CABD-96BE-134E-B3F3-FC4E4D250D8D}" srcOrd="1" destOrd="0" presId="urn:microsoft.com/office/officeart/2009/3/layout/HorizontalOrganizationChart"/>
    <dgm:cxn modelId="{70568207-9D21-BC42-90A8-93E3AFB9F47C}" type="presParOf" srcId="{B416CAC6-A0BF-234B-920F-61AD509917E7}" destId="{1E86292D-C526-9241-BC39-2F97086748AD}" srcOrd="1" destOrd="0" presId="urn:microsoft.com/office/officeart/2009/3/layout/HorizontalOrganizationChart"/>
    <dgm:cxn modelId="{8DDE314E-C856-BB4D-8CD9-4BFF7D6AEDF6}" type="presParOf" srcId="{B416CAC6-A0BF-234B-920F-61AD509917E7}" destId="{53415B17-AF27-7D48-9019-452C0A9B2341}" srcOrd="2" destOrd="0" presId="urn:microsoft.com/office/officeart/2009/3/layout/HorizontalOrganizationChart"/>
    <dgm:cxn modelId="{A4809264-7290-BF4E-BB92-126583E3B917}" type="presParOf" srcId="{A6F124FD-352F-D74F-9CAD-5CC813F36192}" destId="{FD43D5DB-8827-7E4C-A495-44D8276201C0}" srcOrd="2" destOrd="0" presId="urn:microsoft.com/office/officeart/2009/3/layout/HorizontalOrganizationChart"/>
    <dgm:cxn modelId="{0E1898A4-63B5-3B43-9ADD-A05F1B02CA61}" type="presParOf" srcId="{A936B770-3F01-BC4E-8DE5-224447B8D32C}" destId="{C6AEE945-0681-4D45-A7FA-C4D0A60CB09F}" srcOrd="12" destOrd="0" presId="urn:microsoft.com/office/officeart/2009/3/layout/HorizontalOrganizationChart"/>
    <dgm:cxn modelId="{A3E220E1-2C4E-304C-B56F-99BC37AB50BD}" type="presParOf" srcId="{A936B770-3F01-BC4E-8DE5-224447B8D32C}" destId="{C3CDEEAD-4F76-C24A-BC72-0355B0DA712B}" srcOrd="13" destOrd="0" presId="urn:microsoft.com/office/officeart/2009/3/layout/HorizontalOrganizationChart"/>
    <dgm:cxn modelId="{CAA303C6-4650-EE4D-B197-CE1930E2F2F7}" type="presParOf" srcId="{C3CDEEAD-4F76-C24A-BC72-0355B0DA712B}" destId="{700E6C24-3E02-DB4B-9FBB-57BD605A0AB1}" srcOrd="0" destOrd="0" presId="urn:microsoft.com/office/officeart/2009/3/layout/HorizontalOrganizationChart"/>
    <dgm:cxn modelId="{19051C9F-1AFB-644E-A8C7-238219F310B0}" type="presParOf" srcId="{700E6C24-3E02-DB4B-9FBB-57BD605A0AB1}" destId="{9FDB89F8-A55D-F943-8D98-927B0CE1A494}" srcOrd="0" destOrd="0" presId="urn:microsoft.com/office/officeart/2009/3/layout/HorizontalOrganizationChart"/>
    <dgm:cxn modelId="{25D8B43F-245E-3B42-8FD1-0D3D759304FA}" type="presParOf" srcId="{700E6C24-3E02-DB4B-9FBB-57BD605A0AB1}" destId="{D5106CEC-EE1B-9249-8FBE-DC9D8038ED96}" srcOrd="1" destOrd="0" presId="urn:microsoft.com/office/officeart/2009/3/layout/HorizontalOrganizationChart"/>
    <dgm:cxn modelId="{836A6D7F-3E5F-014B-9A37-3A690932FC6C}" type="presParOf" srcId="{C3CDEEAD-4F76-C24A-BC72-0355B0DA712B}" destId="{489F61D9-7B53-5249-9D98-D5BF8BA6EF6F}" srcOrd="1" destOrd="0" presId="urn:microsoft.com/office/officeart/2009/3/layout/HorizontalOrganizationChart"/>
    <dgm:cxn modelId="{73DC19D6-779C-7249-AEFE-C8F3F4D5218E}" type="presParOf" srcId="{C3CDEEAD-4F76-C24A-BC72-0355B0DA712B}" destId="{EBCDA220-55BE-6248-95CE-6E0B7D855069}" srcOrd="2" destOrd="0" presId="urn:microsoft.com/office/officeart/2009/3/layout/HorizontalOrganizationChart"/>
    <dgm:cxn modelId="{1292B176-B932-E745-A0A4-466854E80378}" type="presParOf" srcId="{A936B770-3F01-BC4E-8DE5-224447B8D32C}" destId="{40B65F74-ED15-0549-81CA-DE5FFA1E0846}" srcOrd="14" destOrd="0" presId="urn:microsoft.com/office/officeart/2009/3/layout/HorizontalOrganizationChart"/>
    <dgm:cxn modelId="{6623AD52-846B-6946-93F5-4D3F82267E50}" type="presParOf" srcId="{A936B770-3F01-BC4E-8DE5-224447B8D32C}" destId="{81EFF914-F23E-814C-B45F-96B4BEC92A8A}" srcOrd="15" destOrd="0" presId="urn:microsoft.com/office/officeart/2009/3/layout/HorizontalOrganizationChart"/>
    <dgm:cxn modelId="{5E1B493E-367A-C841-8B03-F707E2B234AB}" type="presParOf" srcId="{81EFF914-F23E-814C-B45F-96B4BEC92A8A}" destId="{D1C8D326-5F4F-7940-A388-65769D7445AF}" srcOrd="0" destOrd="0" presId="urn:microsoft.com/office/officeart/2009/3/layout/HorizontalOrganizationChart"/>
    <dgm:cxn modelId="{6C07C542-FFC3-4046-9422-C09DB95115AF}" type="presParOf" srcId="{D1C8D326-5F4F-7940-A388-65769D7445AF}" destId="{7FB1C97C-1BFB-1448-A8B4-13296E096E46}" srcOrd="0" destOrd="0" presId="urn:microsoft.com/office/officeart/2009/3/layout/HorizontalOrganizationChart"/>
    <dgm:cxn modelId="{FE42D41C-FF4B-4341-80D0-B7D880B29C5A}" type="presParOf" srcId="{D1C8D326-5F4F-7940-A388-65769D7445AF}" destId="{BC5A916B-981A-5640-A56F-E5267DF81935}" srcOrd="1" destOrd="0" presId="urn:microsoft.com/office/officeart/2009/3/layout/HorizontalOrganizationChart"/>
    <dgm:cxn modelId="{5E161C44-6308-BF41-B375-871F2FE98D0E}" type="presParOf" srcId="{81EFF914-F23E-814C-B45F-96B4BEC92A8A}" destId="{D70890DF-FB2F-AC4F-96BC-043159E099E4}" srcOrd="1" destOrd="0" presId="urn:microsoft.com/office/officeart/2009/3/layout/HorizontalOrganizationChart"/>
    <dgm:cxn modelId="{F5B9A49F-BB1F-1246-8A77-1769CE7CACDC}" type="presParOf" srcId="{81EFF914-F23E-814C-B45F-96B4BEC92A8A}" destId="{9F105CA7-8DC6-A642-910B-B2BB6B3E4A16}" srcOrd="2" destOrd="0" presId="urn:microsoft.com/office/officeart/2009/3/layout/HorizontalOrganizationChart"/>
    <dgm:cxn modelId="{BCB452B8-418D-384D-85BF-BAF0B771F874}" type="presParOf" srcId="{A936B770-3F01-BC4E-8DE5-224447B8D32C}" destId="{793672F6-6A2F-F94B-B974-BFCA618E21BB}" srcOrd="16" destOrd="0" presId="urn:microsoft.com/office/officeart/2009/3/layout/HorizontalOrganizationChart"/>
    <dgm:cxn modelId="{B9A36854-6C30-3D48-A4C2-1BF0B421B346}" type="presParOf" srcId="{A936B770-3F01-BC4E-8DE5-224447B8D32C}" destId="{E860C28E-14F9-294E-9489-66C2591CA489}" srcOrd="17" destOrd="0" presId="urn:microsoft.com/office/officeart/2009/3/layout/HorizontalOrganizationChart"/>
    <dgm:cxn modelId="{F4750874-D73D-AD41-8F35-CCE75652B0D6}" type="presParOf" srcId="{E860C28E-14F9-294E-9489-66C2591CA489}" destId="{F68A6AD6-9DC0-6B47-8FDD-95DA7CD766E9}" srcOrd="0" destOrd="0" presId="urn:microsoft.com/office/officeart/2009/3/layout/HorizontalOrganizationChart"/>
    <dgm:cxn modelId="{435E84CA-BEA8-3D44-BB7E-F4810CE4491C}" type="presParOf" srcId="{F68A6AD6-9DC0-6B47-8FDD-95DA7CD766E9}" destId="{B9D4CF9C-F4BC-4449-8C30-539D44D1F3FE}" srcOrd="0" destOrd="0" presId="urn:microsoft.com/office/officeart/2009/3/layout/HorizontalOrganizationChart"/>
    <dgm:cxn modelId="{6139853E-DCA1-A349-BE4E-D44654F6B895}" type="presParOf" srcId="{F68A6AD6-9DC0-6B47-8FDD-95DA7CD766E9}" destId="{0F0CC09D-A50B-574A-9288-D8FCA9A2D1E9}" srcOrd="1" destOrd="0" presId="urn:microsoft.com/office/officeart/2009/3/layout/HorizontalOrganizationChart"/>
    <dgm:cxn modelId="{C2945424-91BB-D641-9B84-C26292D28853}" type="presParOf" srcId="{E860C28E-14F9-294E-9489-66C2591CA489}" destId="{07E70155-55DE-784B-BEF1-BDB2930F19D7}" srcOrd="1" destOrd="0" presId="urn:microsoft.com/office/officeart/2009/3/layout/HorizontalOrganizationChart"/>
    <dgm:cxn modelId="{D7B5E70F-5339-B249-A62C-E66138439B41}" type="presParOf" srcId="{E860C28E-14F9-294E-9489-66C2591CA489}" destId="{141F61D7-CAE6-1740-831D-6CB10C25C17A}" srcOrd="2" destOrd="0" presId="urn:microsoft.com/office/officeart/2009/3/layout/HorizontalOrganizationChart"/>
    <dgm:cxn modelId="{B84273F0-2339-0242-98D1-959F1B81F2CC}" type="presParOf" srcId="{A936B770-3F01-BC4E-8DE5-224447B8D32C}" destId="{0E5CE277-BA51-C747-A194-5626DF539842}" srcOrd="18" destOrd="0" presId="urn:microsoft.com/office/officeart/2009/3/layout/HorizontalOrganizationChart"/>
    <dgm:cxn modelId="{92FD23E7-C42A-D848-A3DA-AE2ABBD193B2}" type="presParOf" srcId="{A936B770-3F01-BC4E-8DE5-224447B8D32C}" destId="{840A3DB5-4973-B749-B602-0C1088C27D68}" srcOrd="19" destOrd="0" presId="urn:microsoft.com/office/officeart/2009/3/layout/HorizontalOrganizationChart"/>
    <dgm:cxn modelId="{620B5012-B00B-F542-A7AA-C44595C2C326}" type="presParOf" srcId="{840A3DB5-4973-B749-B602-0C1088C27D68}" destId="{48971A99-9184-3D4D-A989-239CAA292D76}" srcOrd="0" destOrd="0" presId="urn:microsoft.com/office/officeart/2009/3/layout/HorizontalOrganizationChart"/>
    <dgm:cxn modelId="{5E2DCF14-0BFD-794B-A74E-9B949140ECE8}" type="presParOf" srcId="{48971A99-9184-3D4D-A989-239CAA292D76}" destId="{60DA21A8-C1B6-FE45-A703-5503BAEA921D}" srcOrd="0" destOrd="0" presId="urn:microsoft.com/office/officeart/2009/3/layout/HorizontalOrganizationChart"/>
    <dgm:cxn modelId="{E3009AF2-2040-C746-9E50-C065FBE1AAEE}" type="presParOf" srcId="{48971A99-9184-3D4D-A989-239CAA292D76}" destId="{952029B2-6871-B246-B24C-2B1F643354A9}" srcOrd="1" destOrd="0" presId="urn:microsoft.com/office/officeart/2009/3/layout/HorizontalOrganizationChart"/>
    <dgm:cxn modelId="{24DBE3CD-74D2-4A49-B9FB-AFFBFC7895A7}" type="presParOf" srcId="{840A3DB5-4973-B749-B602-0C1088C27D68}" destId="{EADB08EF-B4D4-B946-BFCC-241FAD2A7476}" srcOrd="1" destOrd="0" presId="urn:microsoft.com/office/officeart/2009/3/layout/HorizontalOrganizationChart"/>
    <dgm:cxn modelId="{A714D227-2824-C141-B2D2-8AAADE13C37A}" type="presParOf" srcId="{840A3DB5-4973-B749-B602-0C1088C27D68}" destId="{7CACF80F-7BCA-274D-A76B-4042C62CAEBD}" srcOrd="2" destOrd="0" presId="urn:microsoft.com/office/officeart/2009/3/layout/HorizontalOrganizationChart"/>
    <dgm:cxn modelId="{6F63A680-91B2-2341-818B-36984DEAD515}" type="presParOf" srcId="{A936B770-3F01-BC4E-8DE5-224447B8D32C}" destId="{5940FFA5-5537-3841-9B45-1F12AC2CEB0E}" srcOrd="20" destOrd="0" presId="urn:microsoft.com/office/officeart/2009/3/layout/HorizontalOrganizationChart"/>
    <dgm:cxn modelId="{68DA01C8-E0EA-FD4E-8BB6-18AB4105D5B2}" type="presParOf" srcId="{A936B770-3F01-BC4E-8DE5-224447B8D32C}" destId="{A124E40E-BABD-C547-83FA-1173C88BBE7D}" srcOrd="21" destOrd="0" presId="urn:microsoft.com/office/officeart/2009/3/layout/HorizontalOrganizationChart"/>
    <dgm:cxn modelId="{E97790E8-E621-424F-AB01-1EFC045E8F23}" type="presParOf" srcId="{A124E40E-BABD-C547-83FA-1173C88BBE7D}" destId="{43E34D1E-931E-644E-BCD8-857665F2818B}" srcOrd="0" destOrd="0" presId="urn:microsoft.com/office/officeart/2009/3/layout/HorizontalOrganizationChart"/>
    <dgm:cxn modelId="{D1820399-C7A3-3C45-A2E6-88FFCADBC60D}" type="presParOf" srcId="{43E34D1E-931E-644E-BCD8-857665F2818B}" destId="{FA66ADA2-76AF-9B43-ABBC-84C874D792C9}" srcOrd="0" destOrd="0" presId="urn:microsoft.com/office/officeart/2009/3/layout/HorizontalOrganizationChart"/>
    <dgm:cxn modelId="{ED1405ED-7B4B-4048-B045-C51E366CF03A}" type="presParOf" srcId="{43E34D1E-931E-644E-BCD8-857665F2818B}" destId="{A2210285-DD8D-5942-9179-4D8B77A74730}" srcOrd="1" destOrd="0" presId="urn:microsoft.com/office/officeart/2009/3/layout/HorizontalOrganizationChart"/>
    <dgm:cxn modelId="{75B053AD-BD6B-2243-88CA-D49D1406DC06}" type="presParOf" srcId="{A124E40E-BABD-C547-83FA-1173C88BBE7D}" destId="{13104C06-2DA9-2F44-A0DE-8C484FF3F870}" srcOrd="1" destOrd="0" presId="urn:microsoft.com/office/officeart/2009/3/layout/HorizontalOrganizationChart"/>
    <dgm:cxn modelId="{B82837F1-094E-A44A-9867-F7B7499F7775}" type="presParOf" srcId="{A124E40E-BABD-C547-83FA-1173C88BBE7D}" destId="{035D46FC-E1D2-7640-A506-B6A74D109C05}" srcOrd="2" destOrd="0" presId="urn:microsoft.com/office/officeart/2009/3/layout/HorizontalOrganizationChart"/>
    <dgm:cxn modelId="{AA6B29B7-AB75-164F-A410-2CDB36EC6605}" type="presParOf" srcId="{A936B770-3F01-BC4E-8DE5-224447B8D32C}" destId="{51AF7177-DB6F-034D-9694-EA11F906C467}" srcOrd="22" destOrd="0" presId="urn:microsoft.com/office/officeart/2009/3/layout/HorizontalOrganizationChart"/>
    <dgm:cxn modelId="{067EBE02-14BA-4C4F-B169-F94E8A538F62}" type="presParOf" srcId="{A936B770-3F01-BC4E-8DE5-224447B8D32C}" destId="{B6BEA337-5256-134B-9394-D37914CC4347}" srcOrd="23" destOrd="0" presId="urn:microsoft.com/office/officeart/2009/3/layout/HorizontalOrganizationChart"/>
    <dgm:cxn modelId="{374AC952-C1E3-7D41-928C-08CCCA0E8787}" type="presParOf" srcId="{B6BEA337-5256-134B-9394-D37914CC4347}" destId="{A18F8D6E-44D2-E74E-B9EF-3CFE06FF0B36}" srcOrd="0" destOrd="0" presId="urn:microsoft.com/office/officeart/2009/3/layout/HorizontalOrganizationChart"/>
    <dgm:cxn modelId="{15E8296B-E932-1F4D-BB49-2FA9A50169EE}" type="presParOf" srcId="{A18F8D6E-44D2-E74E-B9EF-3CFE06FF0B36}" destId="{BA5581C5-2E2E-9044-8624-D731F4D9F046}" srcOrd="0" destOrd="0" presId="urn:microsoft.com/office/officeart/2009/3/layout/HorizontalOrganizationChart"/>
    <dgm:cxn modelId="{B4CEAF31-E061-F74B-8E2A-C21081B0631F}" type="presParOf" srcId="{A18F8D6E-44D2-E74E-B9EF-3CFE06FF0B36}" destId="{904185DD-7F9D-B545-80D5-7AC329137EB4}" srcOrd="1" destOrd="0" presId="urn:microsoft.com/office/officeart/2009/3/layout/HorizontalOrganizationChart"/>
    <dgm:cxn modelId="{41F14D8C-2362-8543-9CD4-EDB8FDC32DF9}" type="presParOf" srcId="{B6BEA337-5256-134B-9394-D37914CC4347}" destId="{CF37C52D-535E-9840-A1EC-28FADD34823F}" srcOrd="1" destOrd="0" presId="urn:microsoft.com/office/officeart/2009/3/layout/HorizontalOrganizationChart"/>
    <dgm:cxn modelId="{EC347BCF-AF25-E043-8CA1-D4DAFFDE17F4}" type="presParOf" srcId="{CF37C52D-535E-9840-A1EC-28FADD34823F}" destId="{4C5C0C42-1379-AA40-902D-73BFE28544F5}" srcOrd="0" destOrd="0" presId="urn:microsoft.com/office/officeart/2009/3/layout/HorizontalOrganizationChart"/>
    <dgm:cxn modelId="{CAB63C22-1686-E94F-A069-18BB0B3B85F8}" type="presParOf" srcId="{CF37C52D-535E-9840-A1EC-28FADD34823F}" destId="{8AB7C691-7C61-4A4C-931E-8E66B62EEDBF}" srcOrd="1" destOrd="0" presId="urn:microsoft.com/office/officeart/2009/3/layout/HorizontalOrganizationChart"/>
    <dgm:cxn modelId="{DCD46442-E08E-FF41-9FA4-93C71E4A96CD}" type="presParOf" srcId="{8AB7C691-7C61-4A4C-931E-8E66B62EEDBF}" destId="{D259D1BE-B204-FA4E-B8C0-E43D9056875E}" srcOrd="0" destOrd="0" presId="urn:microsoft.com/office/officeart/2009/3/layout/HorizontalOrganizationChart"/>
    <dgm:cxn modelId="{818F4722-C0CC-4142-9686-36B9A8CBDCEF}" type="presParOf" srcId="{D259D1BE-B204-FA4E-B8C0-E43D9056875E}" destId="{EDAFB112-B53C-DA49-96F1-4AA96849A707}" srcOrd="0" destOrd="0" presId="urn:microsoft.com/office/officeart/2009/3/layout/HorizontalOrganizationChart"/>
    <dgm:cxn modelId="{CDD16783-1F3D-3443-9399-35BCE8E4974F}" type="presParOf" srcId="{D259D1BE-B204-FA4E-B8C0-E43D9056875E}" destId="{764B475B-7AF8-E444-B20F-8C7E54CAB82A}" srcOrd="1" destOrd="0" presId="urn:microsoft.com/office/officeart/2009/3/layout/HorizontalOrganizationChart"/>
    <dgm:cxn modelId="{97C36E95-CB9C-AF4B-807E-1EFF3F88F61C}" type="presParOf" srcId="{8AB7C691-7C61-4A4C-931E-8E66B62EEDBF}" destId="{1285FA59-7BE8-FA40-955F-3F4295AC6EE3}" srcOrd="1" destOrd="0" presId="urn:microsoft.com/office/officeart/2009/3/layout/HorizontalOrganizationChart"/>
    <dgm:cxn modelId="{ED4FA067-605D-5E4A-BD39-F2A06FE2AE6E}" type="presParOf" srcId="{8AB7C691-7C61-4A4C-931E-8E66B62EEDBF}" destId="{4B7CC2CE-3323-F848-B0D3-54093AC3050F}" srcOrd="2" destOrd="0" presId="urn:microsoft.com/office/officeart/2009/3/layout/HorizontalOrganizationChart"/>
    <dgm:cxn modelId="{E545881F-3CD2-8245-B6F5-F61453571762}" type="presParOf" srcId="{B6BEA337-5256-134B-9394-D37914CC4347}" destId="{B493B9EB-B6DF-F948-80D7-F03823D3920E}" srcOrd="2" destOrd="0" presId="urn:microsoft.com/office/officeart/2009/3/layout/HorizontalOrganizationChart"/>
    <dgm:cxn modelId="{07CA31A9-D38E-6044-875D-E55E3396B28A}" type="presParOf" srcId="{A936B770-3F01-BC4E-8DE5-224447B8D32C}" destId="{28F25CF8-E69C-9F4E-A6AB-60EA8DB386BC}" srcOrd="24" destOrd="0" presId="urn:microsoft.com/office/officeart/2009/3/layout/HorizontalOrganizationChart"/>
    <dgm:cxn modelId="{818AEEF7-F4F5-7D4F-977F-BB472B0C5C07}" type="presParOf" srcId="{A936B770-3F01-BC4E-8DE5-224447B8D32C}" destId="{F21DA915-85F8-0244-A0CE-FE794003AC47}" srcOrd="25" destOrd="0" presId="urn:microsoft.com/office/officeart/2009/3/layout/HorizontalOrganizationChart"/>
    <dgm:cxn modelId="{25E464E2-569A-3648-9219-5D76946D4DFA}" type="presParOf" srcId="{F21DA915-85F8-0244-A0CE-FE794003AC47}" destId="{5B1075C9-5FC5-B741-9A87-A7273B8960D7}" srcOrd="0" destOrd="0" presId="urn:microsoft.com/office/officeart/2009/3/layout/HorizontalOrganizationChart"/>
    <dgm:cxn modelId="{65CC715C-0825-C348-B1AB-8F81D25C0880}" type="presParOf" srcId="{5B1075C9-5FC5-B741-9A87-A7273B8960D7}" destId="{64A4C167-620E-1444-B203-D85E2404467C}" srcOrd="0" destOrd="0" presId="urn:microsoft.com/office/officeart/2009/3/layout/HorizontalOrganizationChart"/>
    <dgm:cxn modelId="{23E716DF-03E9-5F48-95F8-444BA5DAE0F7}" type="presParOf" srcId="{5B1075C9-5FC5-B741-9A87-A7273B8960D7}" destId="{2CB5A2F8-740D-C34A-A641-6B479E2FFDBD}" srcOrd="1" destOrd="0" presId="urn:microsoft.com/office/officeart/2009/3/layout/HorizontalOrganizationChart"/>
    <dgm:cxn modelId="{574E8729-0C79-F440-B899-4C39C6720F7A}" type="presParOf" srcId="{F21DA915-85F8-0244-A0CE-FE794003AC47}" destId="{BA513D21-6A83-8A41-8105-64ED8474C7D4}" srcOrd="1" destOrd="0" presId="urn:microsoft.com/office/officeart/2009/3/layout/HorizontalOrganizationChart"/>
    <dgm:cxn modelId="{A7401564-63ED-5E4F-8FA0-17226A20BF2A}" type="presParOf" srcId="{F21DA915-85F8-0244-A0CE-FE794003AC47}" destId="{BC232A1C-5F8E-BF4B-BB5E-018F6390411C}" srcOrd="2" destOrd="0" presId="urn:microsoft.com/office/officeart/2009/3/layout/HorizontalOrganizationChart"/>
    <dgm:cxn modelId="{4A7562C6-EF14-0645-909D-B6484C223595}" type="presParOf" srcId="{A936B770-3F01-BC4E-8DE5-224447B8D32C}" destId="{F6F6B5CF-A49B-A040-9C44-A4A7F5946193}" srcOrd="26" destOrd="0" presId="urn:microsoft.com/office/officeart/2009/3/layout/HorizontalOrganizationChart"/>
    <dgm:cxn modelId="{B8C505DF-D6D9-FD40-B4FF-52B07C44DE58}" type="presParOf" srcId="{A936B770-3F01-BC4E-8DE5-224447B8D32C}" destId="{6B785D9A-372A-064E-9BBF-2B179E1ACA70}" srcOrd="27" destOrd="0" presId="urn:microsoft.com/office/officeart/2009/3/layout/HorizontalOrganizationChart"/>
    <dgm:cxn modelId="{55955D7D-4B58-4E4F-9D7E-EE06631F6B6D}" type="presParOf" srcId="{6B785D9A-372A-064E-9BBF-2B179E1ACA70}" destId="{3605FBC5-11BD-9A42-B50E-F27148A50BBB}" srcOrd="0" destOrd="0" presId="urn:microsoft.com/office/officeart/2009/3/layout/HorizontalOrganizationChart"/>
    <dgm:cxn modelId="{933D8D64-4A8C-AB4E-BE5F-B9DB8F031057}" type="presParOf" srcId="{3605FBC5-11BD-9A42-B50E-F27148A50BBB}" destId="{250B541D-700C-3B4F-8942-0D97B4434C85}" srcOrd="0" destOrd="0" presId="urn:microsoft.com/office/officeart/2009/3/layout/HorizontalOrganizationChart"/>
    <dgm:cxn modelId="{1971DBCF-3656-594B-B9F3-AA44922B6707}" type="presParOf" srcId="{3605FBC5-11BD-9A42-B50E-F27148A50BBB}" destId="{8BD86C54-5C69-D044-B019-8E01158519EB}" srcOrd="1" destOrd="0" presId="urn:microsoft.com/office/officeart/2009/3/layout/HorizontalOrganizationChart"/>
    <dgm:cxn modelId="{E4863B04-0667-3048-AA03-9ED34B5E501F}" type="presParOf" srcId="{6B785D9A-372A-064E-9BBF-2B179E1ACA70}" destId="{EFADA40F-1E29-F745-AF9A-95DAD950B358}" srcOrd="1" destOrd="0" presId="urn:microsoft.com/office/officeart/2009/3/layout/HorizontalOrganizationChart"/>
    <dgm:cxn modelId="{4F1B4E58-2108-784C-B083-8034FA506C49}" type="presParOf" srcId="{6B785D9A-372A-064E-9BBF-2B179E1ACA70}" destId="{4FFD8FE1-5AA2-8240-914C-DBCA44E88580}" srcOrd="2" destOrd="0" presId="urn:microsoft.com/office/officeart/2009/3/layout/HorizontalOrganizationChart"/>
    <dgm:cxn modelId="{67D62235-2489-ED4E-AF78-859EC9896950}" type="presParOf" srcId="{A936B770-3F01-BC4E-8DE5-224447B8D32C}" destId="{E37A9FF1-8E5A-A64E-985C-5463EE817752}" srcOrd="28" destOrd="0" presId="urn:microsoft.com/office/officeart/2009/3/layout/HorizontalOrganizationChart"/>
    <dgm:cxn modelId="{3C53C5B0-0045-4C48-A8A7-E9B90B3C1D98}" type="presParOf" srcId="{A936B770-3F01-BC4E-8DE5-224447B8D32C}" destId="{188B11DC-DCFA-4648-BB72-6107B8F247CA}" srcOrd="29" destOrd="0" presId="urn:microsoft.com/office/officeart/2009/3/layout/HorizontalOrganizationChart"/>
    <dgm:cxn modelId="{8EE8D5B6-0C33-2343-8CFD-EAD669117461}" type="presParOf" srcId="{188B11DC-DCFA-4648-BB72-6107B8F247CA}" destId="{D2E09CEC-4FDE-9841-8F6B-7EC36631FA2D}" srcOrd="0" destOrd="0" presId="urn:microsoft.com/office/officeart/2009/3/layout/HorizontalOrganizationChart"/>
    <dgm:cxn modelId="{676F2B65-F7F2-4144-A987-D66C2A0C2DFE}" type="presParOf" srcId="{D2E09CEC-4FDE-9841-8F6B-7EC36631FA2D}" destId="{4F994417-932A-7B43-8C52-B75D194C86F9}" srcOrd="0" destOrd="0" presId="urn:microsoft.com/office/officeart/2009/3/layout/HorizontalOrganizationChart"/>
    <dgm:cxn modelId="{1A3B57FA-30D8-F54B-B865-D63257B1C0C4}" type="presParOf" srcId="{D2E09CEC-4FDE-9841-8F6B-7EC36631FA2D}" destId="{831EC0AE-0879-1F4D-B3D4-BD684EB26F58}" srcOrd="1" destOrd="0" presId="urn:microsoft.com/office/officeart/2009/3/layout/HorizontalOrganizationChart"/>
    <dgm:cxn modelId="{1F9648C4-6621-034C-88B7-B7473721ED83}" type="presParOf" srcId="{188B11DC-DCFA-4648-BB72-6107B8F247CA}" destId="{AC1727AA-DAA5-4549-B715-69A191E5FA4D}" srcOrd="1" destOrd="0" presId="urn:microsoft.com/office/officeart/2009/3/layout/HorizontalOrganizationChart"/>
    <dgm:cxn modelId="{B83A500D-DDA2-4B48-BB47-F0F377E7AECB}" type="presParOf" srcId="{AC1727AA-DAA5-4549-B715-69A191E5FA4D}" destId="{34442784-C298-8E44-B3F1-7C13841C2648}" srcOrd="0" destOrd="0" presId="urn:microsoft.com/office/officeart/2009/3/layout/HorizontalOrganizationChart"/>
    <dgm:cxn modelId="{8EB1235D-5F50-1D42-B6DF-3B59BE78ABAA}" type="presParOf" srcId="{AC1727AA-DAA5-4549-B715-69A191E5FA4D}" destId="{EA85B817-EEFC-9E42-B125-B24A40580C41}" srcOrd="1" destOrd="0" presId="urn:microsoft.com/office/officeart/2009/3/layout/HorizontalOrganizationChart"/>
    <dgm:cxn modelId="{F79C3A02-2B62-A543-9161-25BAD6E1AF7A}" type="presParOf" srcId="{EA85B817-EEFC-9E42-B125-B24A40580C41}" destId="{99620542-E103-424F-BDC4-CE27D683F7AB}" srcOrd="0" destOrd="0" presId="urn:microsoft.com/office/officeart/2009/3/layout/HorizontalOrganizationChart"/>
    <dgm:cxn modelId="{F1E2127E-EFE1-5A4F-B6D7-FE0CEF260788}" type="presParOf" srcId="{99620542-E103-424F-BDC4-CE27D683F7AB}" destId="{83F79F53-0865-5849-B5F7-837B44C468DC}" srcOrd="0" destOrd="0" presId="urn:microsoft.com/office/officeart/2009/3/layout/HorizontalOrganizationChart"/>
    <dgm:cxn modelId="{4433F1E3-1A09-2D42-935B-49132396B1F6}" type="presParOf" srcId="{99620542-E103-424F-BDC4-CE27D683F7AB}" destId="{5AE35A2D-AA86-084B-AC8A-1102C74189F1}" srcOrd="1" destOrd="0" presId="urn:microsoft.com/office/officeart/2009/3/layout/HorizontalOrganizationChart"/>
    <dgm:cxn modelId="{57716949-70C2-9448-9283-575436332958}" type="presParOf" srcId="{EA85B817-EEFC-9E42-B125-B24A40580C41}" destId="{D35569D9-2DD9-6147-86C0-BE650F0B3BA6}" srcOrd="1" destOrd="0" presId="urn:microsoft.com/office/officeart/2009/3/layout/HorizontalOrganizationChart"/>
    <dgm:cxn modelId="{FEB474D6-3640-FA4B-B200-98437727F5E8}" type="presParOf" srcId="{EA85B817-EEFC-9E42-B125-B24A40580C41}" destId="{C7A9081D-F82D-9C4B-8596-E6F250C7D7D2}" srcOrd="2" destOrd="0" presId="urn:microsoft.com/office/officeart/2009/3/layout/HorizontalOrganizationChart"/>
    <dgm:cxn modelId="{6C632A91-01FC-A14B-B237-EBCCF084A53A}" type="presParOf" srcId="{188B11DC-DCFA-4648-BB72-6107B8F247CA}" destId="{3E4C74E9-27B6-6A41-B9E1-6F53EF499B3C}" srcOrd="2" destOrd="0" presId="urn:microsoft.com/office/officeart/2009/3/layout/HorizontalOrganizationChart"/>
    <dgm:cxn modelId="{AB644E22-2E0F-E645-82BC-56CF7B44B706}" type="presParOf" srcId="{6625744B-97A3-1247-A76F-F293BED0CEE0}" destId="{7FB671DB-D7CD-B84F-B6D0-F31201E5E9C5}" srcOrd="2" destOrd="0" presId="urn:microsoft.com/office/officeart/2009/3/layout/HorizontalOrganizationChart"/>
    <dgm:cxn modelId="{952EFD88-794A-A546-8FE3-A54DA7D4E1EA}" type="presParOf" srcId="{574A281C-25FC-E643-BFAB-4BFB778767B6}" destId="{7CB47E3C-A395-7F44-B92E-FF0FC36F755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2D2459-A571-4348-A410-8555EA36230A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85610-3E51-7E44-B31F-64D37D2F9448}">
      <dgm:prSet phldrT="[Text]"/>
      <dgm:spPr/>
      <dgm:t>
        <a:bodyPr/>
        <a:lstStyle/>
        <a:p>
          <a:r>
            <a:rPr lang="en-US" dirty="0" smtClean="0"/>
            <a:t>PolSARproSim_Forest_Direct</a:t>
          </a:r>
        </a:p>
        <a:p>
          <a:r>
            <a:rPr lang="en-US" dirty="0" smtClean="0"/>
            <a:t>(functions called)</a:t>
          </a:r>
        </a:p>
      </dgm:t>
    </dgm:pt>
    <dgm:pt modelId="{90A3B0E4-1489-AB4C-91DD-24E76AD17B68}" type="parTrans" cxnId="{0ED915B8-674B-3442-AAB6-0B6AD618C154}">
      <dgm:prSet/>
      <dgm:spPr/>
      <dgm:t>
        <a:bodyPr/>
        <a:lstStyle/>
        <a:p>
          <a:endParaRPr lang="en-US"/>
        </a:p>
      </dgm:t>
    </dgm:pt>
    <dgm:pt modelId="{141F336B-973F-D442-94BE-F1117ACF3683}" type="sibTrans" cxnId="{0ED915B8-674B-3442-AAB6-0B6AD618C154}">
      <dgm:prSet/>
      <dgm:spPr/>
      <dgm:t>
        <a:bodyPr/>
        <a:lstStyle/>
        <a:p>
          <a:endParaRPr lang="en-US"/>
        </a:p>
      </dgm:t>
    </dgm:pt>
    <dgm:pt modelId="{06F92EFD-625B-EF4F-B283-B8A28A245429}">
      <dgm:prSet phldrT="[Text]" custT="1"/>
      <dgm:spPr/>
      <dgm:t>
        <a:bodyPr tIns="0" bIns="0"/>
        <a:lstStyle/>
        <a:p>
          <a:r>
            <a:rPr lang="en-US" sz="900" dirty="0" smtClean="0"/>
            <a:t>Initialize_SAR_Geometry</a:t>
          </a:r>
          <a:endParaRPr lang="en-US" sz="900" dirty="0"/>
        </a:p>
      </dgm:t>
    </dgm:pt>
    <dgm:pt modelId="{9B8EB2A1-5B30-DC48-8887-4C627A5A9421}" type="parTrans" cxnId="{4E68EC3B-A860-094E-BAFE-4ED16FEEDC15}">
      <dgm:prSet/>
      <dgm:spPr/>
      <dgm:t>
        <a:bodyPr/>
        <a:lstStyle/>
        <a:p>
          <a:endParaRPr lang="en-US"/>
        </a:p>
      </dgm:t>
    </dgm:pt>
    <dgm:pt modelId="{15B7CCB8-9A15-364E-A5E4-3E25C7257C1B}" type="sibTrans" cxnId="{4E68EC3B-A860-094E-BAFE-4ED16FEEDC15}">
      <dgm:prSet/>
      <dgm:spPr/>
      <dgm:t>
        <a:bodyPr/>
        <a:lstStyle/>
        <a:p>
          <a:endParaRPr lang="en-US"/>
        </a:p>
      </dgm:t>
    </dgm:pt>
    <dgm:pt modelId="{2718E3A9-8785-9B4C-872C-5A7F3EC1A331}">
      <dgm:prSet phldrT="[Text]" custT="1"/>
      <dgm:spPr>
        <a:solidFill>
          <a:schemeClr val="bg1"/>
        </a:solidFill>
      </dgm:spPr>
      <dgm:t>
        <a:bodyPr tIns="0" bIns="0"/>
        <a:lstStyle/>
        <a:p>
          <a:r>
            <a:rPr lang="en-US" sz="900" dirty="0" err="1" smtClean="0"/>
            <a:t>Realise_Tree</a:t>
          </a:r>
          <a:endParaRPr lang="en-US" sz="900" dirty="0"/>
        </a:p>
      </dgm:t>
    </dgm:pt>
    <dgm:pt modelId="{D426177C-C338-374E-A646-A8B0A84845A6}" type="parTrans" cxnId="{39E10AA1-9D60-C64E-8060-CB90CC951F25}">
      <dgm:prSet/>
      <dgm:spPr/>
      <dgm:t>
        <a:bodyPr/>
        <a:lstStyle/>
        <a:p>
          <a:endParaRPr lang="en-US"/>
        </a:p>
      </dgm:t>
    </dgm:pt>
    <dgm:pt modelId="{7B84FC08-514E-F448-A9B9-50AD00FC07B6}" type="sibTrans" cxnId="{39E10AA1-9D60-C64E-8060-CB90CC951F25}">
      <dgm:prSet/>
      <dgm:spPr/>
      <dgm:t>
        <a:bodyPr/>
        <a:lstStyle/>
        <a:p>
          <a:endParaRPr lang="en-US"/>
        </a:p>
      </dgm:t>
    </dgm:pt>
    <dgm:pt modelId="{26D6DBFF-3D61-7948-955B-16114A4B05E3}">
      <dgm:prSet custT="1"/>
      <dgm:spPr/>
      <dgm:t>
        <a:bodyPr tIns="0" bIns="0"/>
        <a:lstStyle/>
        <a:p>
          <a:endParaRPr lang="en-US" sz="900" dirty="0" smtClean="0"/>
        </a:p>
        <a:p>
          <a:r>
            <a:rPr lang="en-US" sz="900" dirty="0" smtClean="0"/>
            <a:t>Image_Tree_Direct</a:t>
          </a:r>
        </a:p>
        <a:p>
          <a:endParaRPr lang="en-US" sz="900" dirty="0"/>
        </a:p>
      </dgm:t>
    </dgm:pt>
    <dgm:pt modelId="{9DF1D349-24E3-3046-90DE-D30C05C17495}" type="parTrans" cxnId="{C198196C-CC5B-1D4F-81DF-D8C564B39C2D}">
      <dgm:prSet/>
      <dgm:spPr/>
      <dgm:t>
        <a:bodyPr/>
        <a:lstStyle/>
        <a:p>
          <a:endParaRPr lang="en-US"/>
        </a:p>
      </dgm:t>
    </dgm:pt>
    <dgm:pt modelId="{7E0C9EF5-DA13-314F-BB65-11DAC65CB5FD}" type="sibTrans" cxnId="{C198196C-CC5B-1D4F-81DF-D8C564B39C2D}">
      <dgm:prSet/>
      <dgm:spPr/>
      <dgm:t>
        <a:bodyPr/>
        <a:lstStyle/>
        <a:p>
          <a:endParaRPr lang="en-US"/>
        </a:p>
      </dgm:t>
    </dgm:pt>
    <dgm:pt modelId="{3CFF56B6-C7B2-6040-AC63-5FA51B8EEC21}">
      <dgm:prSet custT="1"/>
      <dgm:spPr/>
      <dgm:t>
        <a:bodyPr tIns="0" bIns="0"/>
        <a:lstStyle/>
        <a:p>
          <a:r>
            <a:rPr lang="en-US" sz="900" dirty="0" smtClean="0"/>
            <a:t> Cylinder_from_Branch</a:t>
          </a:r>
          <a:endParaRPr lang="en-US" sz="900" dirty="0"/>
        </a:p>
      </dgm:t>
    </dgm:pt>
    <dgm:pt modelId="{C8451105-6096-C74A-8EE5-406DE0499770}" type="parTrans" cxnId="{5D504BC2-BF75-3442-8B2E-58BB1B3E4FB0}">
      <dgm:prSet/>
      <dgm:spPr/>
      <dgm:t>
        <a:bodyPr/>
        <a:lstStyle/>
        <a:p>
          <a:endParaRPr lang="en-US"/>
        </a:p>
      </dgm:t>
    </dgm:pt>
    <dgm:pt modelId="{8CD5761A-1B36-2345-8C1B-E4C8848D71EE}" type="sibTrans" cxnId="{5D504BC2-BF75-3442-8B2E-58BB1B3E4FB0}">
      <dgm:prSet/>
      <dgm:spPr/>
      <dgm:t>
        <a:bodyPr/>
        <a:lstStyle/>
        <a:p>
          <a:endParaRPr lang="en-US"/>
        </a:p>
      </dgm:t>
    </dgm:pt>
    <dgm:pt modelId="{FF99F59B-8549-F646-97CF-EB299CD5A858}">
      <dgm:prSet custT="1"/>
      <dgm:spPr/>
      <dgm:t>
        <a:bodyPr tIns="0" bIns="0"/>
        <a:lstStyle/>
        <a:p>
          <a:r>
            <a:rPr lang="en-US" sz="900" dirty="0" smtClean="0"/>
            <a:t>Image_Cylinder_Direct</a:t>
          </a:r>
          <a:endParaRPr lang="en-US" sz="900" dirty="0"/>
        </a:p>
      </dgm:t>
    </dgm:pt>
    <dgm:pt modelId="{089D0B2A-9B6B-F84B-9E4A-07E505CBD20C}" type="parTrans" cxnId="{945ACB03-EE90-3548-9548-500E77AB875E}">
      <dgm:prSet/>
      <dgm:spPr/>
      <dgm:t>
        <a:bodyPr/>
        <a:lstStyle/>
        <a:p>
          <a:endParaRPr lang="en-US"/>
        </a:p>
      </dgm:t>
    </dgm:pt>
    <dgm:pt modelId="{E9BDE181-EF3D-B445-B67E-E4DDBB7B783D}" type="sibTrans" cxnId="{945ACB03-EE90-3548-9548-500E77AB875E}">
      <dgm:prSet/>
      <dgm:spPr/>
      <dgm:t>
        <a:bodyPr/>
        <a:lstStyle/>
        <a:p>
          <a:endParaRPr lang="en-US"/>
        </a:p>
      </dgm:t>
    </dgm:pt>
    <dgm:pt modelId="{A7FCFFDD-3203-8341-A965-8433A715FF30}">
      <dgm:prSet custT="1"/>
      <dgm:spPr/>
      <dgm:t>
        <a:bodyPr tIns="0" bIns="0"/>
        <a:lstStyle/>
        <a:p>
          <a:r>
            <a:rPr lang="en-US" sz="900" dirty="0" smtClean="0"/>
            <a:t>Estimate_SAR_Tertiaries</a:t>
          </a:r>
          <a:endParaRPr lang="en-US" sz="900" dirty="0"/>
        </a:p>
      </dgm:t>
    </dgm:pt>
    <dgm:pt modelId="{670602E3-9573-5C4A-975B-3C9D4CE70F18}" type="parTrans" cxnId="{725DCCB6-87E9-7340-9E87-7DF67D976EF1}">
      <dgm:prSet/>
      <dgm:spPr/>
      <dgm:t>
        <a:bodyPr/>
        <a:lstStyle/>
        <a:p>
          <a:endParaRPr lang="en-US"/>
        </a:p>
      </dgm:t>
    </dgm:pt>
    <dgm:pt modelId="{5B8BF09C-9737-DE46-B52F-16F9E706C9C0}" type="sibTrans" cxnId="{725DCCB6-87E9-7340-9E87-7DF67D976EF1}">
      <dgm:prSet/>
      <dgm:spPr/>
      <dgm:t>
        <a:bodyPr/>
        <a:lstStyle/>
        <a:p>
          <a:endParaRPr lang="en-US"/>
        </a:p>
      </dgm:t>
    </dgm:pt>
    <dgm:pt modelId="{2959E870-F316-B745-8F91-3F4063B8B21C}">
      <dgm:prSet custT="1"/>
      <dgm:spPr/>
      <dgm:t>
        <a:bodyPr tIns="0" bIns="0"/>
        <a:lstStyle/>
        <a:p>
          <a:r>
            <a:rPr lang="en-US" sz="900" dirty="0" smtClean="0"/>
            <a:t>Tertiary_Branch_Moisture</a:t>
          </a:r>
          <a:endParaRPr lang="en-US" sz="900" dirty="0"/>
        </a:p>
      </dgm:t>
    </dgm:pt>
    <dgm:pt modelId="{E11C5A02-0A13-9A48-A822-7662B849029E}" type="sibTrans" cxnId="{66C40755-55D1-AF4C-8E79-100B943ED1FE}">
      <dgm:prSet/>
      <dgm:spPr/>
      <dgm:t>
        <a:bodyPr/>
        <a:lstStyle/>
        <a:p>
          <a:endParaRPr lang="en-US"/>
        </a:p>
      </dgm:t>
    </dgm:pt>
    <dgm:pt modelId="{7AA570B4-FCF8-3D41-A79A-8200DCED1AAF}" type="parTrans" cxnId="{66C40755-55D1-AF4C-8E79-100B943ED1FE}">
      <dgm:prSet/>
      <dgm:spPr/>
      <dgm:t>
        <a:bodyPr/>
        <a:lstStyle/>
        <a:p>
          <a:endParaRPr lang="en-US"/>
        </a:p>
      </dgm:t>
    </dgm:pt>
    <dgm:pt modelId="{07F030A1-A9AC-0A49-8EF2-2135BD338678}">
      <dgm:prSet custT="1"/>
      <dgm:spPr/>
      <dgm:t>
        <a:bodyPr tIns="0" bIns="0"/>
        <a:lstStyle/>
        <a:p>
          <a:r>
            <a:rPr lang="en-US" sz="900" dirty="0" smtClean="0"/>
            <a:t>vegetation_permittivity</a:t>
          </a:r>
          <a:endParaRPr lang="en-US" sz="900" dirty="0"/>
        </a:p>
      </dgm:t>
    </dgm:pt>
    <dgm:pt modelId="{8621E044-3358-044F-B524-C5220FFF188C}" type="parTrans" cxnId="{AAEDAE1F-7D9C-7E4C-9C17-CA584718335B}">
      <dgm:prSet/>
      <dgm:spPr/>
      <dgm:t>
        <a:bodyPr/>
        <a:lstStyle/>
        <a:p>
          <a:endParaRPr lang="en-US"/>
        </a:p>
      </dgm:t>
    </dgm:pt>
    <dgm:pt modelId="{66A16067-6213-2440-B40A-AC5EB7773697}" type="sibTrans" cxnId="{AAEDAE1F-7D9C-7E4C-9C17-CA584718335B}">
      <dgm:prSet/>
      <dgm:spPr/>
      <dgm:t>
        <a:bodyPr/>
        <a:lstStyle/>
        <a:p>
          <a:endParaRPr lang="en-US"/>
        </a:p>
      </dgm:t>
    </dgm:pt>
    <dgm:pt modelId="{5D57CC7C-34C6-314E-940A-7902B1A4725B}">
      <dgm:prSet custT="1"/>
      <dgm:spPr/>
      <dgm:t>
        <a:bodyPr tIns="0" bIns="0"/>
        <a:lstStyle/>
        <a:p>
          <a:r>
            <a:rPr lang="en-US" sz="900" dirty="0" smtClean="0"/>
            <a:t>Realise_Tertiary_Branch</a:t>
          </a:r>
          <a:endParaRPr lang="en-US" sz="900" dirty="0"/>
        </a:p>
      </dgm:t>
    </dgm:pt>
    <dgm:pt modelId="{8A3EF570-4886-3745-A9A6-8C4607522D1F}" type="parTrans" cxnId="{93C8266C-FC60-0043-8F00-69AB5A94668B}">
      <dgm:prSet/>
      <dgm:spPr/>
      <dgm:t>
        <a:bodyPr/>
        <a:lstStyle/>
        <a:p>
          <a:endParaRPr lang="en-US"/>
        </a:p>
      </dgm:t>
    </dgm:pt>
    <dgm:pt modelId="{8F56E60F-EE61-A849-AEEA-237F3520B911}" type="sibTrans" cxnId="{93C8266C-FC60-0043-8F00-69AB5A94668B}">
      <dgm:prSet/>
      <dgm:spPr/>
      <dgm:t>
        <a:bodyPr/>
        <a:lstStyle/>
        <a:p>
          <a:endParaRPr lang="en-US"/>
        </a:p>
      </dgm:t>
    </dgm:pt>
    <dgm:pt modelId="{58D642A1-E409-FC47-922F-110F5DCA274C}">
      <dgm:prSet custT="1"/>
      <dgm:spPr/>
      <dgm:t>
        <a:bodyPr tIns="0" bIns="0"/>
        <a:lstStyle/>
        <a:p>
          <a:r>
            <a:rPr lang="en-US" sz="900" dirty="0" smtClean="0"/>
            <a:t>Image_Foliage_Direct</a:t>
          </a:r>
          <a:endParaRPr lang="en-US" sz="900" dirty="0"/>
        </a:p>
      </dgm:t>
    </dgm:pt>
    <dgm:pt modelId="{D9A2F111-C6CB-194A-88BF-3E76E1C37624}" type="parTrans" cxnId="{602E0D57-BB3F-604D-86F8-6FF1A32B5E78}">
      <dgm:prSet/>
      <dgm:spPr/>
      <dgm:t>
        <a:bodyPr/>
        <a:lstStyle/>
        <a:p>
          <a:endParaRPr lang="en-US"/>
        </a:p>
      </dgm:t>
    </dgm:pt>
    <dgm:pt modelId="{1071A0BA-80E1-2F4F-B420-FCA083233002}" type="sibTrans" cxnId="{602E0D57-BB3F-604D-86F8-6FF1A32B5E78}">
      <dgm:prSet/>
      <dgm:spPr/>
      <dgm:t>
        <a:bodyPr/>
        <a:lstStyle/>
        <a:p>
          <a:endParaRPr lang="en-US"/>
        </a:p>
      </dgm:t>
    </dgm:pt>
    <dgm:pt modelId="{AF5C32FC-AFBB-2142-99D3-A06DB04E8A94}">
      <dgm:prSet custT="1"/>
      <dgm:spPr/>
      <dgm:t>
        <a:bodyPr tIns="0" bIns="0"/>
        <a:lstStyle/>
        <a:p>
          <a:r>
            <a:rPr lang="en-US" sz="900" dirty="0" smtClean="0"/>
            <a:t>Accumulate_SAR_Contribution</a:t>
          </a:r>
          <a:endParaRPr lang="en-US" sz="900" dirty="0"/>
        </a:p>
      </dgm:t>
    </dgm:pt>
    <dgm:pt modelId="{82B59EAE-9FE7-A547-9FDF-DC8177B8208F}" type="parTrans" cxnId="{F3937065-82D2-E041-9DD2-0F40891A9BA1}">
      <dgm:prSet/>
      <dgm:spPr/>
      <dgm:t>
        <a:bodyPr/>
        <a:lstStyle/>
        <a:p>
          <a:endParaRPr lang="en-US"/>
        </a:p>
      </dgm:t>
    </dgm:pt>
    <dgm:pt modelId="{5BEA64E0-4EB9-374C-8B1F-5ABEDA3FA809}" type="sibTrans" cxnId="{F3937065-82D2-E041-9DD2-0F40891A9BA1}">
      <dgm:prSet/>
      <dgm:spPr/>
      <dgm:t>
        <a:bodyPr/>
        <a:lstStyle/>
        <a:p>
          <a:endParaRPr lang="en-US"/>
        </a:p>
      </dgm:t>
    </dgm:pt>
    <dgm:pt modelId="{A843432F-B350-C24E-A738-5784D71E00BE}">
      <dgm:prSet custT="1"/>
      <dgm:spPr/>
      <dgm:t>
        <a:bodyPr tIns="0" bIns="0"/>
        <a:lstStyle/>
        <a:p>
          <a:r>
            <a:rPr lang="en-US" sz="900" dirty="0" smtClean="0"/>
            <a:t>Estimate_SAR_Foliage</a:t>
          </a:r>
          <a:endParaRPr lang="en-US" sz="900" dirty="0"/>
        </a:p>
      </dgm:t>
    </dgm:pt>
    <dgm:pt modelId="{1C119CA0-BA8F-F14F-B0CE-98E727F6997E}" type="parTrans" cxnId="{FD16ACD3-263D-7A4F-AED8-B80F1B7BE969}">
      <dgm:prSet/>
      <dgm:spPr/>
      <dgm:t>
        <a:bodyPr/>
        <a:lstStyle/>
        <a:p>
          <a:endParaRPr lang="en-US"/>
        </a:p>
      </dgm:t>
    </dgm:pt>
    <dgm:pt modelId="{269A7A36-904C-AF4C-947B-E2515C5A370F}" type="sibTrans" cxnId="{FD16ACD3-263D-7A4F-AED8-B80F1B7BE969}">
      <dgm:prSet/>
      <dgm:spPr/>
      <dgm:t>
        <a:bodyPr/>
        <a:lstStyle/>
        <a:p>
          <a:endParaRPr lang="en-US"/>
        </a:p>
      </dgm:t>
    </dgm:pt>
    <dgm:pt modelId="{CA8A0CA4-7DDD-EE48-B91E-2E66A83E9718}">
      <dgm:prSet custT="1"/>
      <dgm:spPr/>
      <dgm:t>
        <a:bodyPr tIns="0" bIns="0"/>
        <a:lstStyle/>
        <a:p>
          <a:r>
            <a:rPr lang="en-US" sz="900" dirty="0" smtClean="0"/>
            <a:t>Realize_Foliage_Element</a:t>
          </a:r>
          <a:endParaRPr lang="en-US" sz="900" dirty="0"/>
        </a:p>
      </dgm:t>
    </dgm:pt>
    <dgm:pt modelId="{16CE5419-3A20-D943-9C6C-CA32614FD058}" type="parTrans" cxnId="{84C4E987-DCA9-904B-9BD3-42B5109D5590}">
      <dgm:prSet/>
      <dgm:spPr/>
      <dgm:t>
        <a:bodyPr/>
        <a:lstStyle/>
        <a:p>
          <a:endParaRPr lang="en-US"/>
        </a:p>
      </dgm:t>
    </dgm:pt>
    <dgm:pt modelId="{5E80F7BA-3E95-D74B-AEEA-08877A346F41}" type="sibTrans" cxnId="{84C4E987-DCA9-904B-9BD3-42B5109D5590}">
      <dgm:prSet/>
      <dgm:spPr/>
      <dgm:t>
        <a:bodyPr/>
        <a:lstStyle/>
        <a:p>
          <a:endParaRPr lang="en-US"/>
        </a:p>
      </dgm:t>
    </dgm:pt>
    <dgm:pt modelId="{630D8ABB-4ACE-2147-9180-0C390A766011}" type="pres">
      <dgm:prSet presAssocID="{642D2459-A571-4348-A410-8555EA3623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EF96C98-FF24-3446-B12C-67DE2F8DAF2A}" type="pres">
      <dgm:prSet presAssocID="{E7F85610-3E51-7E44-B31F-64D37D2F9448}" presName="root" presStyleCnt="0"/>
      <dgm:spPr/>
    </dgm:pt>
    <dgm:pt modelId="{7441F287-60DA-834B-A2A6-2C143324BBFD}" type="pres">
      <dgm:prSet presAssocID="{E7F85610-3E51-7E44-B31F-64D37D2F9448}" presName="rootComposite" presStyleCnt="0"/>
      <dgm:spPr/>
    </dgm:pt>
    <dgm:pt modelId="{3F26272A-C36D-AB43-81D5-C215B877207C}" type="pres">
      <dgm:prSet presAssocID="{E7F85610-3E51-7E44-B31F-64D37D2F9448}" presName="rootText" presStyleLbl="node1" presStyleIdx="0" presStyleCnt="1" custScaleX="213029" custLinFactNeighborX="2510" custLinFactNeighborY="-96"/>
      <dgm:spPr/>
      <dgm:t>
        <a:bodyPr/>
        <a:lstStyle/>
        <a:p>
          <a:endParaRPr lang="en-US"/>
        </a:p>
      </dgm:t>
    </dgm:pt>
    <dgm:pt modelId="{9708F603-055F-2345-94D0-38D89D3C736F}" type="pres">
      <dgm:prSet presAssocID="{E7F85610-3E51-7E44-B31F-64D37D2F9448}" presName="rootConnector" presStyleLbl="node1" presStyleIdx="0" presStyleCnt="1"/>
      <dgm:spPr/>
      <dgm:t>
        <a:bodyPr/>
        <a:lstStyle/>
        <a:p>
          <a:endParaRPr lang="en-US"/>
        </a:p>
      </dgm:t>
    </dgm:pt>
    <dgm:pt modelId="{27165E75-D39A-B640-AAF2-6F8D575C61EC}" type="pres">
      <dgm:prSet presAssocID="{E7F85610-3E51-7E44-B31F-64D37D2F9448}" presName="childShape" presStyleCnt="0"/>
      <dgm:spPr/>
    </dgm:pt>
    <dgm:pt modelId="{FE4D680E-33F5-FD4B-8D2D-4FFE21165441}" type="pres">
      <dgm:prSet presAssocID="{9B8EB2A1-5B30-DC48-8887-4C627A5A9421}" presName="Name13" presStyleLbl="parChTrans1D2" presStyleIdx="0" presStyleCnt="3"/>
      <dgm:spPr/>
      <dgm:t>
        <a:bodyPr/>
        <a:lstStyle/>
        <a:p>
          <a:endParaRPr lang="en-US"/>
        </a:p>
      </dgm:t>
    </dgm:pt>
    <dgm:pt modelId="{98541C6B-4F28-BF4D-BED2-30B107C2DE84}" type="pres">
      <dgm:prSet presAssocID="{06F92EFD-625B-EF4F-B283-B8A28A245429}" presName="childText" presStyleLbl="bgAcc1" presStyleIdx="0" presStyleCnt="3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D901B-68D2-BC4B-A86D-5484874784DD}" type="pres">
      <dgm:prSet presAssocID="{D426177C-C338-374E-A646-A8B0A84845A6}" presName="Name13" presStyleLbl="parChTrans1D2" presStyleIdx="1" presStyleCnt="3"/>
      <dgm:spPr/>
      <dgm:t>
        <a:bodyPr/>
        <a:lstStyle/>
        <a:p>
          <a:endParaRPr lang="en-US"/>
        </a:p>
      </dgm:t>
    </dgm:pt>
    <dgm:pt modelId="{0A51FE53-5F18-4B4E-99EC-F298E7AD7BC5}" type="pres">
      <dgm:prSet presAssocID="{2718E3A9-8785-9B4C-872C-5A7F3EC1A331}" presName="childText" presStyleLbl="bgAcc1" presStyleIdx="1" presStyleCnt="3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45388D-4C60-1E48-8A3A-D2C0641AB0E8}" type="pres">
      <dgm:prSet presAssocID="{9DF1D349-24E3-3046-90DE-D30C05C17495}" presName="Name13" presStyleLbl="parChTrans1D2" presStyleIdx="2" presStyleCnt="3"/>
      <dgm:spPr/>
      <dgm:t>
        <a:bodyPr/>
        <a:lstStyle/>
        <a:p>
          <a:endParaRPr lang="en-US"/>
        </a:p>
      </dgm:t>
    </dgm:pt>
    <dgm:pt modelId="{01D77E86-9302-CA4D-B661-1F1EB238281C}" type="pres">
      <dgm:prSet presAssocID="{26D6DBFF-3D61-7948-955B-16114A4B05E3}" presName="childText" presStyleLbl="bgAcc1" presStyleIdx="2" presStyleCnt="3" custScaleX="201944" custScaleY="35442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3C8266C-FC60-0043-8F00-69AB5A94668B}" srcId="{26D6DBFF-3D61-7948-955B-16114A4B05E3}" destId="{5D57CC7C-34C6-314E-940A-7902B1A4725B}" srcOrd="5" destOrd="0" parTransId="{8A3EF570-4886-3745-A9A6-8C4607522D1F}" sibTransId="{8F56E60F-EE61-A849-AEEA-237F3520B911}"/>
    <dgm:cxn modelId="{AAEDAE1F-7D9C-7E4C-9C17-CA584718335B}" srcId="{26D6DBFF-3D61-7948-955B-16114A4B05E3}" destId="{07F030A1-A9AC-0A49-8EF2-2135BD338678}" srcOrd="4" destOrd="0" parTransId="{8621E044-3358-044F-B524-C5220FFF188C}" sibTransId="{66A16067-6213-2440-B40A-AC5EB7773697}"/>
    <dgm:cxn modelId="{5D504BC2-BF75-3442-8B2E-58BB1B3E4FB0}" srcId="{26D6DBFF-3D61-7948-955B-16114A4B05E3}" destId="{3CFF56B6-C7B2-6040-AC63-5FA51B8EEC21}" srcOrd="0" destOrd="0" parTransId="{C8451105-6096-C74A-8EE5-406DE0499770}" sibTransId="{8CD5761A-1B36-2345-8C1B-E4C8848D71EE}"/>
    <dgm:cxn modelId="{A27C4989-57D4-E64F-86F1-5050B95AA024}" type="presOf" srcId="{9B8EB2A1-5B30-DC48-8887-4C627A5A9421}" destId="{FE4D680E-33F5-FD4B-8D2D-4FFE21165441}" srcOrd="0" destOrd="0" presId="urn:microsoft.com/office/officeart/2005/8/layout/hierarchy3"/>
    <dgm:cxn modelId="{725DCCB6-87E9-7340-9E87-7DF67D976EF1}" srcId="{26D6DBFF-3D61-7948-955B-16114A4B05E3}" destId="{A7FCFFDD-3203-8341-A965-8433A715FF30}" srcOrd="2" destOrd="0" parTransId="{670602E3-9573-5C4A-975B-3C9D4CE70F18}" sibTransId="{5B8BF09C-9737-DE46-B52F-16F9E706C9C0}"/>
    <dgm:cxn modelId="{9CE3A6FB-23C0-C040-878F-C70DA309AA6D}" type="presOf" srcId="{A843432F-B350-C24E-A738-5784D71E00BE}" destId="{01D77E86-9302-CA4D-B661-1F1EB238281C}" srcOrd="0" destOrd="8" presId="urn:microsoft.com/office/officeart/2005/8/layout/hierarchy3"/>
    <dgm:cxn modelId="{C92A5F05-67E6-9A43-BF7D-64DC77AA0BE0}" type="presOf" srcId="{FF99F59B-8549-F646-97CF-EB299CD5A858}" destId="{01D77E86-9302-CA4D-B661-1F1EB238281C}" srcOrd="0" destOrd="2" presId="urn:microsoft.com/office/officeart/2005/8/layout/hierarchy3"/>
    <dgm:cxn modelId="{3B0B39D1-7248-CF4A-BFEB-FE546AE9C47B}" type="presOf" srcId="{E7F85610-3E51-7E44-B31F-64D37D2F9448}" destId="{9708F603-055F-2345-94D0-38D89D3C736F}" srcOrd="1" destOrd="0" presId="urn:microsoft.com/office/officeart/2005/8/layout/hierarchy3"/>
    <dgm:cxn modelId="{181EF1DE-4757-474C-AA97-477E4DA897E4}" type="presOf" srcId="{CA8A0CA4-7DDD-EE48-B91E-2E66A83E9718}" destId="{01D77E86-9302-CA4D-B661-1F1EB238281C}" srcOrd="0" destOrd="10" presId="urn:microsoft.com/office/officeart/2005/8/layout/hierarchy3"/>
    <dgm:cxn modelId="{41085341-7AAE-A84C-A121-2E09906F24F7}" type="presOf" srcId="{AF5C32FC-AFBB-2142-99D3-A06DB04E8A94}" destId="{01D77E86-9302-CA4D-B661-1F1EB238281C}" srcOrd="0" destOrd="3" presId="urn:microsoft.com/office/officeart/2005/8/layout/hierarchy3"/>
    <dgm:cxn modelId="{95912841-E384-8541-B421-21CFD0238417}" type="presOf" srcId="{A7FCFFDD-3203-8341-A965-8433A715FF30}" destId="{01D77E86-9302-CA4D-B661-1F1EB238281C}" srcOrd="0" destOrd="4" presId="urn:microsoft.com/office/officeart/2005/8/layout/hierarchy3"/>
    <dgm:cxn modelId="{8C6834E0-5F56-0E4F-BC08-90053D526A49}" type="presOf" srcId="{26D6DBFF-3D61-7948-955B-16114A4B05E3}" destId="{01D77E86-9302-CA4D-B661-1F1EB238281C}" srcOrd="0" destOrd="0" presId="urn:microsoft.com/office/officeart/2005/8/layout/hierarchy3"/>
    <dgm:cxn modelId="{5A57E54B-9269-3540-BE68-707AACD1CB3F}" type="presOf" srcId="{5D57CC7C-34C6-314E-940A-7902B1A4725B}" destId="{01D77E86-9302-CA4D-B661-1F1EB238281C}" srcOrd="0" destOrd="7" presId="urn:microsoft.com/office/officeart/2005/8/layout/hierarchy3"/>
    <dgm:cxn modelId="{945ACB03-EE90-3548-9548-500E77AB875E}" srcId="{26D6DBFF-3D61-7948-955B-16114A4B05E3}" destId="{FF99F59B-8549-F646-97CF-EB299CD5A858}" srcOrd="1" destOrd="0" parTransId="{089D0B2A-9B6B-F84B-9E4A-07E505CBD20C}" sibTransId="{E9BDE181-EF3D-B445-B67E-E4DDBB7B783D}"/>
    <dgm:cxn modelId="{61DBDD95-9C5F-764C-B330-C386C7C21610}" type="presOf" srcId="{06F92EFD-625B-EF4F-B283-B8A28A245429}" destId="{98541C6B-4F28-BF4D-BED2-30B107C2DE84}" srcOrd="0" destOrd="0" presId="urn:microsoft.com/office/officeart/2005/8/layout/hierarchy3"/>
    <dgm:cxn modelId="{756F6217-BBDD-D040-A903-735BE2B9C61E}" type="presOf" srcId="{07F030A1-A9AC-0A49-8EF2-2135BD338678}" destId="{01D77E86-9302-CA4D-B661-1F1EB238281C}" srcOrd="0" destOrd="6" presId="urn:microsoft.com/office/officeart/2005/8/layout/hierarchy3"/>
    <dgm:cxn modelId="{4E68EC3B-A860-094E-BAFE-4ED16FEEDC15}" srcId="{E7F85610-3E51-7E44-B31F-64D37D2F9448}" destId="{06F92EFD-625B-EF4F-B283-B8A28A245429}" srcOrd="0" destOrd="0" parTransId="{9B8EB2A1-5B30-DC48-8887-4C627A5A9421}" sibTransId="{15B7CCB8-9A15-364E-A5E4-3E25C7257C1B}"/>
    <dgm:cxn modelId="{C198196C-CC5B-1D4F-81DF-D8C564B39C2D}" srcId="{E7F85610-3E51-7E44-B31F-64D37D2F9448}" destId="{26D6DBFF-3D61-7948-955B-16114A4B05E3}" srcOrd="2" destOrd="0" parTransId="{9DF1D349-24E3-3046-90DE-D30C05C17495}" sibTransId="{7E0C9EF5-DA13-314F-BB65-11DAC65CB5FD}"/>
    <dgm:cxn modelId="{39E10AA1-9D60-C64E-8060-CB90CC951F25}" srcId="{E7F85610-3E51-7E44-B31F-64D37D2F9448}" destId="{2718E3A9-8785-9B4C-872C-5A7F3EC1A331}" srcOrd="1" destOrd="0" parTransId="{D426177C-C338-374E-A646-A8B0A84845A6}" sibTransId="{7B84FC08-514E-F448-A9B9-50AD00FC07B6}"/>
    <dgm:cxn modelId="{F3937065-82D2-E041-9DD2-0F40891A9BA1}" srcId="{FF99F59B-8549-F646-97CF-EB299CD5A858}" destId="{AF5C32FC-AFBB-2142-99D3-A06DB04E8A94}" srcOrd="0" destOrd="0" parTransId="{82B59EAE-9FE7-A547-9FDF-DC8177B8208F}" sibTransId="{5BEA64E0-4EB9-374C-8B1F-5ABEDA3FA809}"/>
    <dgm:cxn modelId="{14A4A016-D291-2A41-8D85-1125877053CE}" type="presOf" srcId="{642D2459-A571-4348-A410-8555EA36230A}" destId="{630D8ABB-4ACE-2147-9180-0C390A766011}" srcOrd="0" destOrd="0" presId="urn:microsoft.com/office/officeart/2005/8/layout/hierarchy3"/>
    <dgm:cxn modelId="{89E01E4A-19FE-D645-A422-D4EA1C882299}" type="presOf" srcId="{2718E3A9-8785-9B4C-872C-5A7F3EC1A331}" destId="{0A51FE53-5F18-4B4E-99EC-F298E7AD7BC5}" srcOrd="0" destOrd="0" presId="urn:microsoft.com/office/officeart/2005/8/layout/hierarchy3"/>
    <dgm:cxn modelId="{200EDE74-EB69-7A4E-910D-16748042DCE0}" type="presOf" srcId="{9DF1D349-24E3-3046-90DE-D30C05C17495}" destId="{D045388D-4C60-1E48-8A3A-D2C0641AB0E8}" srcOrd="0" destOrd="0" presId="urn:microsoft.com/office/officeart/2005/8/layout/hierarchy3"/>
    <dgm:cxn modelId="{91C8AA83-9038-6049-A922-1477EB1BC868}" type="presOf" srcId="{3CFF56B6-C7B2-6040-AC63-5FA51B8EEC21}" destId="{01D77E86-9302-CA4D-B661-1F1EB238281C}" srcOrd="0" destOrd="1" presId="urn:microsoft.com/office/officeart/2005/8/layout/hierarchy3"/>
    <dgm:cxn modelId="{4B44528B-7278-874A-BF10-E3A8ADF7193D}" type="presOf" srcId="{58D642A1-E409-FC47-922F-110F5DCA274C}" destId="{01D77E86-9302-CA4D-B661-1F1EB238281C}" srcOrd="0" destOrd="9" presId="urn:microsoft.com/office/officeart/2005/8/layout/hierarchy3"/>
    <dgm:cxn modelId="{D74A017F-41BD-4A4A-8D2C-4E43774FD2C5}" type="presOf" srcId="{E7F85610-3E51-7E44-B31F-64D37D2F9448}" destId="{3F26272A-C36D-AB43-81D5-C215B877207C}" srcOrd="0" destOrd="0" presId="urn:microsoft.com/office/officeart/2005/8/layout/hierarchy3"/>
    <dgm:cxn modelId="{9D9D9087-88E5-F349-AB5B-52B049FE7B5C}" type="presOf" srcId="{2959E870-F316-B745-8F91-3F4063B8B21C}" destId="{01D77E86-9302-CA4D-B661-1F1EB238281C}" srcOrd="0" destOrd="5" presId="urn:microsoft.com/office/officeart/2005/8/layout/hierarchy3"/>
    <dgm:cxn modelId="{602E0D57-BB3F-604D-86F8-6FF1A32B5E78}" srcId="{26D6DBFF-3D61-7948-955B-16114A4B05E3}" destId="{58D642A1-E409-FC47-922F-110F5DCA274C}" srcOrd="7" destOrd="0" parTransId="{D9A2F111-C6CB-194A-88BF-3E76E1C37624}" sibTransId="{1071A0BA-80E1-2F4F-B420-FCA083233002}"/>
    <dgm:cxn modelId="{FD16ACD3-263D-7A4F-AED8-B80F1B7BE969}" srcId="{26D6DBFF-3D61-7948-955B-16114A4B05E3}" destId="{A843432F-B350-C24E-A738-5784D71E00BE}" srcOrd="6" destOrd="0" parTransId="{1C119CA0-BA8F-F14F-B0CE-98E727F6997E}" sibTransId="{269A7A36-904C-AF4C-947B-E2515C5A370F}"/>
    <dgm:cxn modelId="{0ED915B8-674B-3442-AAB6-0B6AD618C154}" srcId="{642D2459-A571-4348-A410-8555EA36230A}" destId="{E7F85610-3E51-7E44-B31F-64D37D2F9448}" srcOrd="0" destOrd="0" parTransId="{90A3B0E4-1489-AB4C-91DD-24E76AD17B68}" sibTransId="{141F336B-973F-D442-94BE-F1117ACF3683}"/>
    <dgm:cxn modelId="{66C40755-55D1-AF4C-8E79-100B943ED1FE}" srcId="{26D6DBFF-3D61-7948-955B-16114A4B05E3}" destId="{2959E870-F316-B745-8F91-3F4063B8B21C}" srcOrd="3" destOrd="0" parTransId="{7AA570B4-FCF8-3D41-A79A-8200DCED1AAF}" sibTransId="{E11C5A02-0A13-9A48-A822-7662B849029E}"/>
    <dgm:cxn modelId="{84C4E987-DCA9-904B-9BD3-42B5109D5590}" srcId="{58D642A1-E409-FC47-922F-110F5DCA274C}" destId="{CA8A0CA4-7DDD-EE48-B91E-2E66A83E9718}" srcOrd="0" destOrd="0" parTransId="{16CE5419-3A20-D943-9C6C-CA32614FD058}" sibTransId="{5E80F7BA-3E95-D74B-AEEA-08877A346F41}"/>
    <dgm:cxn modelId="{1A96A415-0B28-AC4D-8546-529FE410D379}" type="presOf" srcId="{D426177C-C338-374E-A646-A8B0A84845A6}" destId="{2C7D901B-68D2-BC4B-A86D-5484874784DD}" srcOrd="0" destOrd="0" presId="urn:microsoft.com/office/officeart/2005/8/layout/hierarchy3"/>
    <dgm:cxn modelId="{FC75138F-4E13-0B44-BDDB-5D113C38FD21}" type="presParOf" srcId="{630D8ABB-4ACE-2147-9180-0C390A766011}" destId="{9EF96C98-FF24-3446-B12C-67DE2F8DAF2A}" srcOrd="0" destOrd="0" presId="urn:microsoft.com/office/officeart/2005/8/layout/hierarchy3"/>
    <dgm:cxn modelId="{3997282E-4A12-F040-971F-287155110816}" type="presParOf" srcId="{9EF96C98-FF24-3446-B12C-67DE2F8DAF2A}" destId="{7441F287-60DA-834B-A2A6-2C143324BBFD}" srcOrd="0" destOrd="0" presId="urn:microsoft.com/office/officeart/2005/8/layout/hierarchy3"/>
    <dgm:cxn modelId="{CDF4F76F-8903-6D40-AD12-77C59A86A5F7}" type="presParOf" srcId="{7441F287-60DA-834B-A2A6-2C143324BBFD}" destId="{3F26272A-C36D-AB43-81D5-C215B877207C}" srcOrd="0" destOrd="0" presId="urn:microsoft.com/office/officeart/2005/8/layout/hierarchy3"/>
    <dgm:cxn modelId="{27FFDD2C-ADB5-7846-AAA8-6725AC2A5065}" type="presParOf" srcId="{7441F287-60DA-834B-A2A6-2C143324BBFD}" destId="{9708F603-055F-2345-94D0-38D89D3C736F}" srcOrd="1" destOrd="0" presId="urn:microsoft.com/office/officeart/2005/8/layout/hierarchy3"/>
    <dgm:cxn modelId="{7C1BED6C-DF29-884D-91B8-E4BB35480751}" type="presParOf" srcId="{9EF96C98-FF24-3446-B12C-67DE2F8DAF2A}" destId="{27165E75-D39A-B640-AAF2-6F8D575C61EC}" srcOrd="1" destOrd="0" presId="urn:microsoft.com/office/officeart/2005/8/layout/hierarchy3"/>
    <dgm:cxn modelId="{6D53A575-7569-9541-9FF8-9C8E606A0641}" type="presParOf" srcId="{27165E75-D39A-B640-AAF2-6F8D575C61EC}" destId="{FE4D680E-33F5-FD4B-8D2D-4FFE21165441}" srcOrd="0" destOrd="0" presId="urn:microsoft.com/office/officeart/2005/8/layout/hierarchy3"/>
    <dgm:cxn modelId="{FC5C018B-AF23-3447-B6F1-AC8E83E11E1E}" type="presParOf" srcId="{27165E75-D39A-B640-AAF2-6F8D575C61EC}" destId="{98541C6B-4F28-BF4D-BED2-30B107C2DE84}" srcOrd="1" destOrd="0" presId="urn:microsoft.com/office/officeart/2005/8/layout/hierarchy3"/>
    <dgm:cxn modelId="{B17276BA-B46A-A147-84DD-2DC5149A4B46}" type="presParOf" srcId="{27165E75-D39A-B640-AAF2-6F8D575C61EC}" destId="{2C7D901B-68D2-BC4B-A86D-5484874784DD}" srcOrd="2" destOrd="0" presId="urn:microsoft.com/office/officeart/2005/8/layout/hierarchy3"/>
    <dgm:cxn modelId="{7A509B70-2DDA-7C4D-94C6-F69EE385CED4}" type="presParOf" srcId="{27165E75-D39A-B640-AAF2-6F8D575C61EC}" destId="{0A51FE53-5F18-4B4E-99EC-F298E7AD7BC5}" srcOrd="3" destOrd="0" presId="urn:microsoft.com/office/officeart/2005/8/layout/hierarchy3"/>
    <dgm:cxn modelId="{0E810B44-60DC-DA4C-A4CF-9D6E0D33C4EC}" type="presParOf" srcId="{27165E75-D39A-B640-AAF2-6F8D575C61EC}" destId="{D045388D-4C60-1E48-8A3A-D2C0641AB0E8}" srcOrd="4" destOrd="0" presId="urn:microsoft.com/office/officeart/2005/8/layout/hierarchy3"/>
    <dgm:cxn modelId="{5558FAB2-07B1-7542-AC28-35241AEB641C}" type="presParOf" srcId="{27165E75-D39A-B640-AAF2-6F8D575C61EC}" destId="{01D77E86-9302-CA4D-B661-1F1EB238281C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2D2459-A571-4348-A410-8555EA36230A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85610-3E51-7E44-B31F-64D37D2F9448}">
      <dgm:prSet phldrT="[Text]"/>
      <dgm:spPr/>
      <dgm:t>
        <a:bodyPr/>
        <a:lstStyle/>
        <a:p>
          <a:r>
            <a:rPr lang="en-US" dirty="0" err="1" smtClean="0"/>
            <a:t>PolSARproSim_Short_Vegetation_Direct</a:t>
          </a:r>
          <a:endParaRPr lang="en-US" dirty="0" smtClean="0"/>
        </a:p>
        <a:p>
          <a:r>
            <a:rPr lang="en-US" dirty="0" smtClean="0"/>
            <a:t>(functions called)</a:t>
          </a:r>
        </a:p>
      </dgm:t>
    </dgm:pt>
    <dgm:pt modelId="{90A3B0E4-1489-AB4C-91DD-24E76AD17B68}" type="parTrans" cxnId="{0ED915B8-674B-3442-AAB6-0B6AD618C154}">
      <dgm:prSet/>
      <dgm:spPr/>
      <dgm:t>
        <a:bodyPr/>
        <a:lstStyle/>
        <a:p>
          <a:endParaRPr lang="en-US"/>
        </a:p>
      </dgm:t>
    </dgm:pt>
    <dgm:pt modelId="{141F336B-973F-D442-94BE-F1117ACF3683}" type="sibTrans" cxnId="{0ED915B8-674B-3442-AAB6-0B6AD618C154}">
      <dgm:prSet/>
      <dgm:spPr/>
      <dgm:t>
        <a:bodyPr/>
        <a:lstStyle/>
        <a:p>
          <a:endParaRPr lang="en-US"/>
        </a:p>
      </dgm:t>
    </dgm:pt>
    <dgm:pt modelId="{06F92EFD-625B-EF4F-B283-B8A28A245429}">
      <dgm:prSet phldrT="[Text]" custT="1"/>
      <dgm:spPr/>
      <dgm:t>
        <a:bodyPr tIns="0" bIns="0"/>
        <a:lstStyle/>
        <a:p>
          <a:r>
            <a:rPr lang="en-US" sz="900" dirty="0" err="1" smtClean="0"/>
            <a:t>vegi_polar_angle</a:t>
          </a:r>
          <a:endParaRPr lang="en-US" sz="900" dirty="0"/>
        </a:p>
      </dgm:t>
    </dgm:pt>
    <dgm:pt modelId="{9B8EB2A1-5B30-DC48-8887-4C627A5A9421}" type="parTrans" cxnId="{4E68EC3B-A860-094E-BAFE-4ED16FEEDC15}">
      <dgm:prSet/>
      <dgm:spPr/>
      <dgm:t>
        <a:bodyPr/>
        <a:lstStyle/>
        <a:p>
          <a:endParaRPr lang="en-US"/>
        </a:p>
      </dgm:t>
    </dgm:pt>
    <dgm:pt modelId="{15B7CCB8-9A15-364E-A5E4-3E25C7257C1B}" type="sibTrans" cxnId="{4E68EC3B-A860-094E-BAFE-4ED16FEEDC15}">
      <dgm:prSet/>
      <dgm:spPr/>
      <dgm:t>
        <a:bodyPr/>
        <a:lstStyle/>
        <a:p>
          <a:endParaRPr lang="en-US"/>
        </a:p>
      </dgm:t>
    </dgm:pt>
    <dgm:pt modelId="{2718E3A9-8785-9B4C-872C-5A7F3EC1A331}">
      <dgm:prSet phldrT="[Text]" custT="1"/>
      <dgm:spPr>
        <a:solidFill>
          <a:schemeClr val="bg1"/>
        </a:solidFill>
      </dgm:spPr>
      <dgm:t>
        <a:bodyPr tIns="0" bIns="0"/>
        <a:lstStyle/>
        <a:p>
          <a:r>
            <a:rPr lang="en-US" sz="900" dirty="0" err="1" smtClean="0"/>
            <a:t>leaf_moisture</a:t>
          </a:r>
          <a:endParaRPr lang="en-US" sz="900" dirty="0"/>
        </a:p>
      </dgm:t>
    </dgm:pt>
    <dgm:pt modelId="{D426177C-C338-374E-A646-A8B0A84845A6}" type="parTrans" cxnId="{39E10AA1-9D60-C64E-8060-CB90CC951F25}">
      <dgm:prSet/>
      <dgm:spPr/>
      <dgm:t>
        <a:bodyPr/>
        <a:lstStyle/>
        <a:p>
          <a:endParaRPr lang="en-US"/>
        </a:p>
      </dgm:t>
    </dgm:pt>
    <dgm:pt modelId="{7B84FC08-514E-F448-A9B9-50AD00FC07B6}" type="sibTrans" cxnId="{39E10AA1-9D60-C64E-8060-CB90CC951F25}">
      <dgm:prSet/>
      <dgm:spPr/>
      <dgm:t>
        <a:bodyPr/>
        <a:lstStyle/>
        <a:p>
          <a:endParaRPr lang="en-US"/>
        </a:p>
      </dgm:t>
    </dgm:pt>
    <dgm:pt modelId="{26D6DBFF-3D61-7948-955B-16114A4B05E3}">
      <dgm:prSet custT="1"/>
      <dgm:spPr/>
      <dgm:t>
        <a:bodyPr tIns="0" bIns="0"/>
        <a:lstStyle/>
        <a:p>
          <a:r>
            <a:rPr lang="en-US" sz="900" dirty="0" smtClean="0"/>
            <a:t>vegetation_permittivity</a:t>
          </a:r>
          <a:endParaRPr lang="en-US" sz="900" dirty="0"/>
        </a:p>
      </dgm:t>
    </dgm:pt>
    <dgm:pt modelId="{9DF1D349-24E3-3046-90DE-D30C05C17495}" type="parTrans" cxnId="{C198196C-CC5B-1D4F-81DF-D8C564B39C2D}">
      <dgm:prSet/>
      <dgm:spPr/>
      <dgm:t>
        <a:bodyPr/>
        <a:lstStyle/>
        <a:p>
          <a:endParaRPr lang="en-US"/>
        </a:p>
      </dgm:t>
    </dgm:pt>
    <dgm:pt modelId="{7E0C9EF5-DA13-314F-BB65-11DAC65CB5FD}" type="sibTrans" cxnId="{C198196C-CC5B-1D4F-81DF-D8C564B39C2D}">
      <dgm:prSet/>
      <dgm:spPr/>
      <dgm:t>
        <a:bodyPr/>
        <a:lstStyle/>
        <a:p>
          <a:endParaRPr lang="en-US"/>
        </a:p>
      </dgm:t>
    </dgm:pt>
    <dgm:pt modelId="{7F98D14E-9BFE-5648-BF40-C6B40D863403}">
      <dgm:prSet custT="1"/>
      <dgm:spPr/>
      <dgm:t>
        <a:bodyPr tIns="0" bIns="0"/>
        <a:lstStyle/>
        <a:p>
          <a:r>
            <a:rPr lang="en-US" sz="900" dirty="0" err="1" smtClean="0"/>
            <a:t>Leaf_Scattering_Matrix</a:t>
          </a:r>
          <a:endParaRPr lang="en-US" sz="900" dirty="0"/>
        </a:p>
      </dgm:t>
    </dgm:pt>
    <dgm:pt modelId="{FDF2D4C4-5983-AC43-AC71-059FC1629295}" type="parTrans" cxnId="{0EFFE533-D7C1-BA42-9FEE-0BD651AB2975}">
      <dgm:prSet/>
      <dgm:spPr/>
      <dgm:t>
        <a:bodyPr/>
        <a:lstStyle/>
        <a:p>
          <a:endParaRPr lang="en-US"/>
        </a:p>
      </dgm:t>
    </dgm:pt>
    <dgm:pt modelId="{3438EAEE-1993-BC4F-9A2A-EEC8F0A75C42}" type="sibTrans" cxnId="{0EFFE533-D7C1-BA42-9FEE-0BD651AB2975}">
      <dgm:prSet/>
      <dgm:spPr/>
      <dgm:t>
        <a:bodyPr/>
        <a:lstStyle/>
        <a:p>
          <a:endParaRPr lang="en-US"/>
        </a:p>
      </dgm:t>
    </dgm:pt>
    <dgm:pt modelId="{7D8D3657-DA61-0641-8328-F42D67E087B0}">
      <dgm:prSet custT="1"/>
      <dgm:spPr/>
      <dgm:t>
        <a:bodyPr tIns="0" bIns="0"/>
        <a:lstStyle/>
        <a:p>
          <a:r>
            <a:rPr lang="en-US" sz="900" dirty="0" err="1" smtClean="0"/>
            <a:t>Lookup_Direct_Attenuation</a:t>
          </a:r>
          <a:endParaRPr lang="en-US" sz="900" dirty="0"/>
        </a:p>
      </dgm:t>
    </dgm:pt>
    <dgm:pt modelId="{AC051385-0C55-B544-9102-4972E479FBAC}" type="parTrans" cxnId="{FA2D6826-568D-3D49-B087-99B7DE3F237D}">
      <dgm:prSet/>
      <dgm:spPr/>
      <dgm:t>
        <a:bodyPr/>
        <a:lstStyle/>
        <a:p>
          <a:endParaRPr lang="en-US"/>
        </a:p>
      </dgm:t>
    </dgm:pt>
    <dgm:pt modelId="{2444B8D6-FC1F-F641-81B3-2747B72C4C28}" type="sibTrans" cxnId="{FA2D6826-568D-3D49-B087-99B7DE3F237D}">
      <dgm:prSet/>
      <dgm:spPr/>
      <dgm:t>
        <a:bodyPr/>
        <a:lstStyle/>
        <a:p>
          <a:endParaRPr lang="en-US"/>
        </a:p>
      </dgm:t>
    </dgm:pt>
    <dgm:pt modelId="{FED71A22-0C65-B946-AD9D-5AEEE5342FB3}">
      <dgm:prSet custT="1"/>
      <dgm:spPr/>
      <dgm:t>
        <a:bodyPr tIns="0" bIns="0"/>
        <a:lstStyle/>
        <a:p>
          <a:r>
            <a:rPr lang="en-US" sz="900" dirty="0" err="1" smtClean="0"/>
            <a:t>Accumulate_SAR_Contribution</a:t>
          </a:r>
          <a:endParaRPr lang="en-US" sz="900" dirty="0"/>
        </a:p>
      </dgm:t>
    </dgm:pt>
    <dgm:pt modelId="{A2005465-DF70-A545-932E-CFD7A44EBAAE}" type="parTrans" cxnId="{2F408482-353B-0E45-A175-597D334DDBA6}">
      <dgm:prSet/>
      <dgm:spPr/>
      <dgm:t>
        <a:bodyPr/>
        <a:lstStyle/>
        <a:p>
          <a:endParaRPr lang="en-US"/>
        </a:p>
      </dgm:t>
    </dgm:pt>
    <dgm:pt modelId="{BC0EC901-6FC6-1949-8DC6-3225E86C9A75}" type="sibTrans" cxnId="{2F408482-353B-0E45-A175-597D334DDBA6}">
      <dgm:prSet/>
      <dgm:spPr/>
      <dgm:t>
        <a:bodyPr/>
        <a:lstStyle/>
        <a:p>
          <a:endParaRPr lang="en-US"/>
        </a:p>
      </dgm:t>
    </dgm:pt>
    <dgm:pt modelId="{630D8ABB-4ACE-2147-9180-0C390A766011}" type="pres">
      <dgm:prSet presAssocID="{642D2459-A571-4348-A410-8555EA3623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EF96C98-FF24-3446-B12C-67DE2F8DAF2A}" type="pres">
      <dgm:prSet presAssocID="{E7F85610-3E51-7E44-B31F-64D37D2F9448}" presName="root" presStyleCnt="0"/>
      <dgm:spPr/>
    </dgm:pt>
    <dgm:pt modelId="{7441F287-60DA-834B-A2A6-2C143324BBFD}" type="pres">
      <dgm:prSet presAssocID="{E7F85610-3E51-7E44-B31F-64D37D2F9448}" presName="rootComposite" presStyleCnt="0"/>
      <dgm:spPr/>
    </dgm:pt>
    <dgm:pt modelId="{3F26272A-C36D-AB43-81D5-C215B877207C}" type="pres">
      <dgm:prSet presAssocID="{E7F85610-3E51-7E44-B31F-64D37D2F9448}" presName="rootText" presStyleLbl="node1" presStyleIdx="0" presStyleCnt="1" custScaleX="213029" custLinFactNeighborX="2510" custLinFactNeighborY="-96"/>
      <dgm:spPr/>
      <dgm:t>
        <a:bodyPr/>
        <a:lstStyle/>
        <a:p>
          <a:endParaRPr lang="en-US"/>
        </a:p>
      </dgm:t>
    </dgm:pt>
    <dgm:pt modelId="{9708F603-055F-2345-94D0-38D89D3C736F}" type="pres">
      <dgm:prSet presAssocID="{E7F85610-3E51-7E44-B31F-64D37D2F9448}" presName="rootConnector" presStyleLbl="node1" presStyleIdx="0" presStyleCnt="1"/>
      <dgm:spPr/>
      <dgm:t>
        <a:bodyPr/>
        <a:lstStyle/>
        <a:p>
          <a:endParaRPr lang="en-US"/>
        </a:p>
      </dgm:t>
    </dgm:pt>
    <dgm:pt modelId="{27165E75-D39A-B640-AAF2-6F8D575C61EC}" type="pres">
      <dgm:prSet presAssocID="{E7F85610-3E51-7E44-B31F-64D37D2F9448}" presName="childShape" presStyleCnt="0"/>
      <dgm:spPr/>
    </dgm:pt>
    <dgm:pt modelId="{FE4D680E-33F5-FD4B-8D2D-4FFE21165441}" type="pres">
      <dgm:prSet presAssocID="{9B8EB2A1-5B30-DC48-8887-4C627A5A9421}" presName="Name13" presStyleLbl="parChTrans1D2" presStyleIdx="0" presStyleCnt="6"/>
      <dgm:spPr/>
      <dgm:t>
        <a:bodyPr/>
        <a:lstStyle/>
        <a:p>
          <a:endParaRPr lang="en-US"/>
        </a:p>
      </dgm:t>
    </dgm:pt>
    <dgm:pt modelId="{98541C6B-4F28-BF4D-BED2-30B107C2DE84}" type="pres">
      <dgm:prSet presAssocID="{06F92EFD-625B-EF4F-B283-B8A28A245429}" presName="childText" presStyleLbl="bgAcc1" presStyleIdx="0" presStyleCnt="6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D901B-68D2-BC4B-A86D-5484874784DD}" type="pres">
      <dgm:prSet presAssocID="{D426177C-C338-374E-A646-A8B0A84845A6}" presName="Name13" presStyleLbl="parChTrans1D2" presStyleIdx="1" presStyleCnt="6"/>
      <dgm:spPr/>
      <dgm:t>
        <a:bodyPr/>
        <a:lstStyle/>
        <a:p>
          <a:endParaRPr lang="en-US"/>
        </a:p>
      </dgm:t>
    </dgm:pt>
    <dgm:pt modelId="{0A51FE53-5F18-4B4E-99EC-F298E7AD7BC5}" type="pres">
      <dgm:prSet presAssocID="{2718E3A9-8785-9B4C-872C-5A7F3EC1A331}" presName="childText" presStyleLbl="bgAcc1" presStyleIdx="1" presStyleCnt="6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45388D-4C60-1E48-8A3A-D2C0641AB0E8}" type="pres">
      <dgm:prSet presAssocID="{9DF1D349-24E3-3046-90DE-D30C05C17495}" presName="Name13" presStyleLbl="parChTrans1D2" presStyleIdx="2" presStyleCnt="6"/>
      <dgm:spPr/>
      <dgm:t>
        <a:bodyPr/>
        <a:lstStyle/>
        <a:p>
          <a:endParaRPr lang="en-US"/>
        </a:p>
      </dgm:t>
    </dgm:pt>
    <dgm:pt modelId="{01D77E86-9302-CA4D-B661-1F1EB238281C}" type="pres">
      <dgm:prSet presAssocID="{26D6DBFF-3D61-7948-955B-16114A4B05E3}" presName="childText" presStyleLbl="bgAcc1" presStyleIdx="2" presStyleCnt="6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6D8C31-8BF5-FD40-B063-8B1D119D55AB}" type="pres">
      <dgm:prSet presAssocID="{FDF2D4C4-5983-AC43-AC71-059FC1629295}" presName="Name13" presStyleLbl="parChTrans1D2" presStyleIdx="3" presStyleCnt="6"/>
      <dgm:spPr/>
      <dgm:t>
        <a:bodyPr/>
        <a:lstStyle/>
        <a:p>
          <a:endParaRPr lang="en-US"/>
        </a:p>
      </dgm:t>
    </dgm:pt>
    <dgm:pt modelId="{C0C4CA25-90DB-9242-B6D6-3531C6E0D3AD}" type="pres">
      <dgm:prSet presAssocID="{7F98D14E-9BFE-5648-BF40-C6B40D863403}" presName="childText" presStyleLbl="bgAcc1" presStyleIdx="3" presStyleCnt="6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345030-7320-3347-A3D4-7D540D82E4C8}" type="pres">
      <dgm:prSet presAssocID="{AC051385-0C55-B544-9102-4972E479FBAC}" presName="Name13" presStyleLbl="parChTrans1D2" presStyleIdx="4" presStyleCnt="6"/>
      <dgm:spPr/>
      <dgm:t>
        <a:bodyPr/>
        <a:lstStyle/>
        <a:p>
          <a:endParaRPr lang="en-US"/>
        </a:p>
      </dgm:t>
    </dgm:pt>
    <dgm:pt modelId="{8FADE39E-3F05-994B-9820-7DC70F5723B3}" type="pres">
      <dgm:prSet presAssocID="{7D8D3657-DA61-0641-8328-F42D67E087B0}" presName="childText" presStyleLbl="bgAcc1" presStyleIdx="4" presStyleCnt="6" custScaleX="2043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72A11-DD5A-7343-9EE8-284761DDDBAA}" type="pres">
      <dgm:prSet presAssocID="{A2005465-DF70-A545-932E-CFD7A44EBAAE}" presName="Name13" presStyleLbl="parChTrans1D2" presStyleIdx="5" presStyleCnt="6"/>
      <dgm:spPr/>
      <dgm:t>
        <a:bodyPr/>
        <a:lstStyle/>
        <a:p>
          <a:endParaRPr lang="en-US"/>
        </a:p>
      </dgm:t>
    </dgm:pt>
    <dgm:pt modelId="{3EA27104-E1E0-9E47-B2ED-2BAD8F71CF7F}" type="pres">
      <dgm:prSet presAssocID="{FED71A22-0C65-B946-AD9D-5AEEE5342FB3}" presName="childText" presStyleLbl="bgAcc1" presStyleIdx="5" presStyleCnt="6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55BBDE-E547-BF49-BD90-1162A281ED1F}" type="presOf" srcId="{E7F85610-3E51-7E44-B31F-64D37D2F9448}" destId="{3F26272A-C36D-AB43-81D5-C215B877207C}" srcOrd="0" destOrd="0" presId="urn:microsoft.com/office/officeart/2005/8/layout/hierarchy3"/>
    <dgm:cxn modelId="{2F408482-353B-0E45-A175-597D334DDBA6}" srcId="{E7F85610-3E51-7E44-B31F-64D37D2F9448}" destId="{FED71A22-0C65-B946-AD9D-5AEEE5342FB3}" srcOrd="5" destOrd="0" parTransId="{A2005465-DF70-A545-932E-CFD7A44EBAAE}" sibTransId="{BC0EC901-6FC6-1949-8DC6-3225E86C9A75}"/>
    <dgm:cxn modelId="{64E7E5FC-DCAD-1247-8766-88B6D485AD94}" type="presOf" srcId="{9B8EB2A1-5B30-DC48-8887-4C627A5A9421}" destId="{FE4D680E-33F5-FD4B-8D2D-4FFE21165441}" srcOrd="0" destOrd="0" presId="urn:microsoft.com/office/officeart/2005/8/layout/hierarchy3"/>
    <dgm:cxn modelId="{0F2DC325-5488-3044-8E56-C7FCC9EC08B0}" type="presOf" srcId="{7D8D3657-DA61-0641-8328-F42D67E087B0}" destId="{8FADE39E-3F05-994B-9820-7DC70F5723B3}" srcOrd="0" destOrd="0" presId="urn:microsoft.com/office/officeart/2005/8/layout/hierarchy3"/>
    <dgm:cxn modelId="{F5CED00E-95E3-5B4E-BC8F-39468C0B08B7}" type="presOf" srcId="{2718E3A9-8785-9B4C-872C-5A7F3EC1A331}" destId="{0A51FE53-5F18-4B4E-99EC-F298E7AD7BC5}" srcOrd="0" destOrd="0" presId="urn:microsoft.com/office/officeart/2005/8/layout/hierarchy3"/>
    <dgm:cxn modelId="{3C217752-75F4-864D-A16D-03D47278FB8B}" type="presOf" srcId="{E7F85610-3E51-7E44-B31F-64D37D2F9448}" destId="{9708F603-055F-2345-94D0-38D89D3C736F}" srcOrd="1" destOrd="0" presId="urn:microsoft.com/office/officeart/2005/8/layout/hierarchy3"/>
    <dgm:cxn modelId="{4A432EAB-BD3F-8B41-8EA8-195A518FD4E0}" type="presOf" srcId="{9DF1D349-24E3-3046-90DE-D30C05C17495}" destId="{D045388D-4C60-1E48-8A3A-D2C0641AB0E8}" srcOrd="0" destOrd="0" presId="urn:microsoft.com/office/officeart/2005/8/layout/hierarchy3"/>
    <dgm:cxn modelId="{667E327F-9F13-E348-8B6C-877A80B6F8C2}" type="presOf" srcId="{642D2459-A571-4348-A410-8555EA36230A}" destId="{630D8ABB-4ACE-2147-9180-0C390A766011}" srcOrd="0" destOrd="0" presId="urn:microsoft.com/office/officeart/2005/8/layout/hierarchy3"/>
    <dgm:cxn modelId="{8DAD8B80-F0BC-534D-ADE8-BAFD728606B0}" type="presOf" srcId="{D426177C-C338-374E-A646-A8B0A84845A6}" destId="{2C7D901B-68D2-BC4B-A86D-5484874784DD}" srcOrd="0" destOrd="0" presId="urn:microsoft.com/office/officeart/2005/8/layout/hierarchy3"/>
    <dgm:cxn modelId="{C96D205C-2583-6D49-8F37-86BF52F3D1AA}" type="presOf" srcId="{7F98D14E-9BFE-5648-BF40-C6B40D863403}" destId="{C0C4CA25-90DB-9242-B6D6-3531C6E0D3AD}" srcOrd="0" destOrd="0" presId="urn:microsoft.com/office/officeart/2005/8/layout/hierarchy3"/>
    <dgm:cxn modelId="{D84CEC97-BAAB-2048-B707-4575221ACAA3}" type="presOf" srcId="{26D6DBFF-3D61-7948-955B-16114A4B05E3}" destId="{01D77E86-9302-CA4D-B661-1F1EB238281C}" srcOrd="0" destOrd="0" presId="urn:microsoft.com/office/officeart/2005/8/layout/hierarchy3"/>
    <dgm:cxn modelId="{E8EC0958-E14D-5245-A0D1-CF5C750E39C9}" type="presOf" srcId="{FED71A22-0C65-B946-AD9D-5AEEE5342FB3}" destId="{3EA27104-E1E0-9E47-B2ED-2BAD8F71CF7F}" srcOrd="0" destOrd="0" presId="urn:microsoft.com/office/officeart/2005/8/layout/hierarchy3"/>
    <dgm:cxn modelId="{A4C0527E-A549-564B-9640-07AE47CCC546}" type="presOf" srcId="{AC051385-0C55-B544-9102-4972E479FBAC}" destId="{3F345030-7320-3347-A3D4-7D540D82E4C8}" srcOrd="0" destOrd="0" presId="urn:microsoft.com/office/officeart/2005/8/layout/hierarchy3"/>
    <dgm:cxn modelId="{4E68EC3B-A860-094E-BAFE-4ED16FEEDC15}" srcId="{E7F85610-3E51-7E44-B31F-64D37D2F9448}" destId="{06F92EFD-625B-EF4F-B283-B8A28A245429}" srcOrd="0" destOrd="0" parTransId="{9B8EB2A1-5B30-DC48-8887-4C627A5A9421}" sibTransId="{15B7CCB8-9A15-364E-A5E4-3E25C7257C1B}"/>
    <dgm:cxn modelId="{C198196C-CC5B-1D4F-81DF-D8C564B39C2D}" srcId="{E7F85610-3E51-7E44-B31F-64D37D2F9448}" destId="{26D6DBFF-3D61-7948-955B-16114A4B05E3}" srcOrd="2" destOrd="0" parTransId="{9DF1D349-24E3-3046-90DE-D30C05C17495}" sibTransId="{7E0C9EF5-DA13-314F-BB65-11DAC65CB5FD}"/>
    <dgm:cxn modelId="{39E10AA1-9D60-C64E-8060-CB90CC951F25}" srcId="{E7F85610-3E51-7E44-B31F-64D37D2F9448}" destId="{2718E3A9-8785-9B4C-872C-5A7F3EC1A331}" srcOrd="1" destOrd="0" parTransId="{D426177C-C338-374E-A646-A8B0A84845A6}" sibTransId="{7B84FC08-514E-F448-A9B9-50AD00FC07B6}"/>
    <dgm:cxn modelId="{0EFFE533-D7C1-BA42-9FEE-0BD651AB2975}" srcId="{E7F85610-3E51-7E44-B31F-64D37D2F9448}" destId="{7F98D14E-9BFE-5648-BF40-C6B40D863403}" srcOrd="3" destOrd="0" parTransId="{FDF2D4C4-5983-AC43-AC71-059FC1629295}" sibTransId="{3438EAEE-1993-BC4F-9A2A-EEC8F0A75C42}"/>
    <dgm:cxn modelId="{FA2D6826-568D-3D49-B087-99B7DE3F237D}" srcId="{E7F85610-3E51-7E44-B31F-64D37D2F9448}" destId="{7D8D3657-DA61-0641-8328-F42D67E087B0}" srcOrd="4" destOrd="0" parTransId="{AC051385-0C55-B544-9102-4972E479FBAC}" sibTransId="{2444B8D6-FC1F-F641-81B3-2747B72C4C28}"/>
    <dgm:cxn modelId="{0ED915B8-674B-3442-AAB6-0B6AD618C154}" srcId="{642D2459-A571-4348-A410-8555EA36230A}" destId="{E7F85610-3E51-7E44-B31F-64D37D2F9448}" srcOrd="0" destOrd="0" parTransId="{90A3B0E4-1489-AB4C-91DD-24E76AD17B68}" sibTransId="{141F336B-973F-D442-94BE-F1117ACF3683}"/>
    <dgm:cxn modelId="{93F06113-C186-7849-A9D7-06B09062955D}" type="presOf" srcId="{06F92EFD-625B-EF4F-B283-B8A28A245429}" destId="{98541C6B-4F28-BF4D-BED2-30B107C2DE84}" srcOrd="0" destOrd="0" presId="urn:microsoft.com/office/officeart/2005/8/layout/hierarchy3"/>
    <dgm:cxn modelId="{7FDD992F-074D-3C43-AB35-C914A0F2FFB3}" type="presOf" srcId="{FDF2D4C4-5983-AC43-AC71-059FC1629295}" destId="{806D8C31-8BF5-FD40-B063-8B1D119D55AB}" srcOrd="0" destOrd="0" presId="urn:microsoft.com/office/officeart/2005/8/layout/hierarchy3"/>
    <dgm:cxn modelId="{33CD4A4E-00B1-0B46-94E9-4D99F63AFF8E}" type="presOf" srcId="{A2005465-DF70-A545-932E-CFD7A44EBAAE}" destId="{A8A72A11-DD5A-7343-9EE8-284761DDDBAA}" srcOrd="0" destOrd="0" presId="urn:microsoft.com/office/officeart/2005/8/layout/hierarchy3"/>
    <dgm:cxn modelId="{4246A571-2798-E14D-8A40-FED250680196}" type="presParOf" srcId="{630D8ABB-4ACE-2147-9180-0C390A766011}" destId="{9EF96C98-FF24-3446-B12C-67DE2F8DAF2A}" srcOrd="0" destOrd="0" presId="urn:microsoft.com/office/officeart/2005/8/layout/hierarchy3"/>
    <dgm:cxn modelId="{12E560FF-64D7-0643-9E37-F521879E3780}" type="presParOf" srcId="{9EF96C98-FF24-3446-B12C-67DE2F8DAF2A}" destId="{7441F287-60DA-834B-A2A6-2C143324BBFD}" srcOrd="0" destOrd="0" presId="urn:microsoft.com/office/officeart/2005/8/layout/hierarchy3"/>
    <dgm:cxn modelId="{D2BABA36-B4D9-2741-91ED-B4D8299DD6A9}" type="presParOf" srcId="{7441F287-60DA-834B-A2A6-2C143324BBFD}" destId="{3F26272A-C36D-AB43-81D5-C215B877207C}" srcOrd="0" destOrd="0" presId="urn:microsoft.com/office/officeart/2005/8/layout/hierarchy3"/>
    <dgm:cxn modelId="{0C91519D-536B-0B43-9571-829845F4DFD6}" type="presParOf" srcId="{7441F287-60DA-834B-A2A6-2C143324BBFD}" destId="{9708F603-055F-2345-94D0-38D89D3C736F}" srcOrd="1" destOrd="0" presId="urn:microsoft.com/office/officeart/2005/8/layout/hierarchy3"/>
    <dgm:cxn modelId="{CE9E8E8F-6CDA-2C4E-803D-CF7F8FA6B514}" type="presParOf" srcId="{9EF96C98-FF24-3446-B12C-67DE2F8DAF2A}" destId="{27165E75-D39A-B640-AAF2-6F8D575C61EC}" srcOrd="1" destOrd="0" presId="urn:microsoft.com/office/officeart/2005/8/layout/hierarchy3"/>
    <dgm:cxn modelId="{4BBCC8B6-CA44-894A-9580-526F5D7094CC}" type="presParOf" srcId="{27165E75-D39A-B640-AAF2-6F8D575C61EC}" destId="{FE4D680E-33F5-FD4B-8D2D-4FFE21165441}" srcOrd="0" destOrd="0" presId="urn:microsoft.com/office/officeart/2005/8/layout/hierarchy3"/>
    <dgm:cxn modelId="{8AF54397-A1BA-6D47-9CE8-EC1C4218D047}" type="presParOf" srcId="{27165E75-D39A-B640-AAF2-6F8D575C61EC}" destId="{98541C6B-4F28-BF4D-BED2-30B107C2DE84}" srcOrd="1" destOrd="0" presId="urn:microsoft.com/office/officeart/2005/8/layout/hierarchy3"/>
    <dgm:cxn modelId="{D7DA3992-0290-EC48-93BA-721F3BF4A168}" type="presParOf" srcId="{27165E75-D39A-B640-AAF2-6F8D575C61EC}" destId="{2C7D901B-68D2-BC4B-A86D-5484874784DD}" srcOrd="2" destOrd="0" presId="urn:microsoft.com/office/officeart/2005/8/layout/hierarchy3"/>
    <dgm:cxn modelId="{CD393273-1B0C-F549-A29D-11603CD54926}" type="presParOf" srcId="{27165E75-D39A-B640-AAF2-6F8D575C61EC}" destId="{0A51FE53-5F18-4B4E-99EC-F298E7AD7BC5}" srcOrd="3" destOrd="0" presId="urn:microsoft.com/office/officeart/2005/8/layout/hierarchy3"/>
    <dgm:cxn modelId="{33AF36C9-8AB3-2842-9DD7-6A9107C5F898}" type="presParOf" srcId="{27165E75-D39A-B640-AAF2-6F8D575C61EC}" destId="{D045388D-4C60-1E48-8A3A-D2C0641AB0E8}" srcOrd="4" destOrd="0" presId="urn:microsoft.com/office/officeart/2005/8/layout/hierarchy3"/>
    <dgm:cxn modelId="{1E2A0D8A-297F-154E-AA31-BD0F534C7847}" type="presParOf" srcId="{27165E75-D39A-B640-AAF2-6F8D575C61EC}" destId="{01D77E86-9302-CA4D-B661-1F1EB238281C}" srcOrd="5" destOrd="0" presId="urn:microsoft.com/office/officeart/2005/8/layout/hierarchy3"/>
    <dgm:cxn modelId="{0E4152AC-71D4-6542-9D9E-C38590F0321B}" type="presParOf" srcId="{27165E75-D39A-B640-AAF2-6F8D575C61EC}" destId="{806D8C31-8BF5-FD40-B063-8B1D119D55AB}" srcOrd="6" destOrd="0" presId="urn:microsoft.com/office/officeart/2005/8/layout/hierarchy3"/>
    <dgm:cxn modelId="{78F9E0F7-648F-AF4D-A99D-0B7887796E9B}" type="presParOf" srcId="{27165E75-D39A-B640-AAF2-6F8D575C61EC}" destId="{C0C4CA25-90DB-9242-B6D6-3531C6E0D3AD}" srcOrd="7" destOrd="0" presId="urn:microsoft.com/office/officeart/2005/8/layout/hierarchy3"/>
    <dgm:cxn modelId="{7F3E9197-7678-9C45-8B63-29A634E20FC7}" type="presParOf" srcId="{27165E75-D39A-B640-AAF2-6F8D575C61EC}" destId="{3F345030-7320-3347-A3D4-7D540D82E4C8}" srcOrd="8" destOrd="0" presId="urn:microsoft.com/office/officeart/2005/8/layout/hierarchy3"/>
    <dgm:cxn modelId="{6007A1BE-C1CF-E34F-9BB5-3BA6CB860AEC}" type="presParOf" srcId="{27165E75-D39A-B640-AAF2-6F8D575C61EC}" destId="{8FADE39E-3F05-994B-9820-7DC70F5723B3}" srcOrd="9" destOrd="0" presId="urn:microsoft.com/office/officeart/2005/8/layout/hierarchy3"/>
    <dgm:cxn modelId="{9442FA50-A6E1-9844-B465-FC4DA839CE57}" type="presParOf" srcId="{27165E75-D39A-B640-AAF2-6F8D575C61EC}" destId="{A8A72A11-DD5A-7343-9EE8-284761DDDBAA}" srcOrd="10" destOrd="0" presId="urn:microsoft.com/office/officeart/2005/8/layout/hierarchy3"/>
    <dgm:cxn modelId="{445951FE-B2E0-034A-BAFC-5F7FED947CAC}" type="presParOf" srcId="{27165E75-D39A-B640-AAF2-6F8D575C61EC}" destId="{3EA27104-E1E0-9E47-B2ED-2BAD8F71CF7F}" srcOrd="1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42D2459-A571-4348-A410-8555EA36230A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85610-3E51-7E44-B31F-64D37D2F9448}">
      <dgm:prSet phldrT="[Text]"/>
      <dgm:spPr/>
      <dgm:t>
        <a:bodyPr/>
        <a:lstStyle/>
        <a:p>
          <a:r>
            <a:rPr lang="en-US" dirty="0" err="1" smtClean="0"/>
            <a:t>PolSARproSim_Short_Vegetation_Bounce</a:t>
          </a:r>
          <a:endParaRPr lang="en-US" dirty="0" smtClean="0"/>
        </a:p>
        <a:p>
          <a:r>
            <a:rPr lang="en-US" dirty="0" smtClean="0"/>
            <a:t>(functions called)</a:t>
          </a:r>
        </a:p>
      </dgm:t>
    </dgm:pt>
    <dgm:pt modelId="{90A3B0E4-1489-AB4C-91DD-24E76AD17B68}" type="parTrans" cxnId="{0ED915B8-674B-3442-AAB6-0B6AD618C154}">
      <dgm:prSet/>
      <dgm:spPr/>
      <dgm:t>
        <a:bodyPr/>
        <a:lstStyle/>
        <a:p>
          <a:endParaRPr lang="en-US"/>
        </a:p>
      </dgm:t>
    </dgm:pt>
    <dgm:pt modelId="{141F336B-973F-D442-94BE-F1117ACF3683}" type="sibTrans" cxnId="{0ED915B8-674B-3442-AAB6-0B6AD618C154}">
      <dgm:prSet/>
      <dgm:spPr/>
      <dgm:t>
        <a:bodyPr/>
        <a:lstStyle/>
        <a:p>
          <a:endParaRPr lang="en-US"/>
        </a:p>
      </dgm:t>
    </dgm:pt>
    <dgm:pt modelId="{06F92EFD-625B-EF4F-B283-B8A28A245429}">
      <dgm:prSet phldrT="[Text]" custT="1"/>
      <dgm:spPr/>
      <dgm:t>
        <a:bodyPr tIns="0" bIns="0"/>
        <a:lstStyle/>
        <a:p>
          <a:r>
            <a:rPr lang="en-US" sz="900" dirty="0" err="1" smtClean="0"/>
            <a:t>vegi_polar_angle</a:t>
          </a:r>
          <a:endParaRPr lang="en-US" sz="900" dirty="0"/>
        </a:p>
      </dgm:t>
    </dgm:pt>
    <dgm:pt modelId="{9B8EB2A1-5B30-DC48-8887-4C627A5A9421}" type="parTrans" cxnId="{4E68EC3B-A860-094E-BAFE-4ED16FEEDC15}">
      <dgm:prSet/>
      <dgm:spPr/>
      <dgm:t>
        <a:bodyPr/>
        <a:lstStyle/>
        <a:p>
          <a:endParaRPr lang="en-US"/>
        </a:p>
      </dgm:t>
    </dgm:pt>
    <dgm:pt modelId="{15B7CCB8-9A15-364E-A5E4-3E25C7257C1B}" type="sibTrans" cxnId="{4E68EC3B-A860-094E-BAFE-4ED16FEEDC15}">
      <dgm:prSet/>
      <dgm:spPr/>
      <dgm:t>
        <a:bodyPr/>
        <a:lstStyle/>
        <a:p>
          <a:endParaRPr lang="en-US"/>
        </a:p>
      </dgm:t>
    </dgm:pt>
    <dgm:pt modelId="{2718E3A9-8785-9B4C-872C-5A7F3EC1A331}">
      <dgm:prSet phldrT="[Text]" custT="1"/>
      <dgm:spPr>
        <a:solidFill>
          <a:schemeClr val="bg1"/>
        </a:solidFill>
      </dgm:spPr>
      <dgm:t>
        <a:bodyPr tIns="0" bIns="0"/>
        <a:lstStyle/>
        <a:p>
          <a:r>
            <a:rPr lang="en-US" sz="900" dirty="0" err="1" smtClean="0"/>
            <a:t>leaf_moisture</a:t>
          </a:r>
          <a:endParaRPr lang="en-US" sz="900" dirty="0"/>
        </a:p>
      </dgm:t>
    </dgm:pt>
    <dgm:pt modelId="{D426177C-C338-374E-A646-A8B0A84845A6}" type="parTrans" cxnId="{39E10AA1-9D60-C64E-8060-CB90CC951F25}">
      <dgm:prSet/>
      <dgm:spPr/>
      <dgm:t>
        <a:bodyPr/>
        <a:lstStyle/>
        <a:p>
          <a:endParaRPr lang="en-US"/>
        </a:p>
      </dgm:t>
    </dgm:pt>
    <dgm:pt modelId="{7B84FC08-514E-F448-A9B9-50AD00FC07B6}" type="sibTrans" cxnId="{39E10AA1-9D60-C64E-8060-CB90CC951F25}">
      <dgm:prSet/>
      <dgm:spPr/>
      <dgm:t>
        <a:bodyPr/>
        <a:lstStyle/>
        <a:p>
          <a:endParaRPr lang="en-US"/>
        </a:p>
      </dgm:t>
    </dgm:pt>
    <dgm:pt modelId="{26D6DBFF-3D61-7948-955B-16114A4B05E3}">
      <dgm:prSet custT="1"/>
      <dgm:spPr/>
      <dgm:t>
        <a:bodyPr tIns="0" bIns="0"/>
        <a:lstStyle/>
        <a:p>
          <a:r>
            <a:rPr lang="en-US" sz="900" dirty="0" smtClean="0"/>
            <a:t>vegetation_permittivity</a:t>
          </a:r>
          <a:endParaRPr lang="en-US" sz="900" dirty="0"/>
        </a:p>
      </dgm:t>
    </dgm:pt>
    <dgm:pt modelId="{9DF1D349-24E3-3046-90DE-D30C05C17495}" type="parTrans" cxnId="{C198196C-CC5B-1D4F-81DF-D8C564B39C2D}">
      <dgm:prSet/>
      <dgm:spPr/>
      <dgm:t>
        <a:bodyPr/>
        <a:lstStyle/>
        <a:p>
          <a:endParaRPr lang="en-US"/>
        </a:p>
      </dgm:t>
    </dgm:pt>
    <dgm:pt modelId="{7E0C9EF5-DA13-314F-BB65-11DAC65CB5FD}" type="sibTrans" cxnId="{C198196C-CC5B-1D4F-81DF-D8C564B39C2D}">
      <dgm:prSet/>
      <dgm:spPr/>
      <dgm:t>
        <a:bodyPr/>
        <a:lstStyle/>
        <a:p>
          <a:endParaRPr lang="en-US"/>
        </a:p>
      </dgm:t>
    </dgm:pt>
    <dgm:pt modelId="{7F98D14E-9BFE-5648-BF40-C6B40D863403}">
      <dgm:prSet custT="1"/>
      <dgm:spPr/>
      <dgm:t>
        <a:bodyPr tIns="0" bIns="0"/>
        <a:lstStyle/>
        <a:p>
          <a:r>
            <a:rPr lang="en-US" sz="900" dirty="0" err="1" smtClean="0"/>
            <a:t>Leaf_Scattering_Matrix</a:t>
          </a:r>
          <a:endParaRPr lang="en-US" sz="900" dirty="0"/>
        </a:p>
      </dgm:t>
    </dgm:pt>
    <dgm:pt modelId="{FDF2D4C4-5983-AC43-AC71-059FC1629295}" type="parTrans" cxnId="{0EFFE533-D7C1-BA42-9FEE-0BD651AB2975}">
      <dgm:prSet/>
      <dgm:spPr/>
      <dgm:t>
        <a:bodyPr/>
        <a:lstStyle/>
        <a:p>
          <a:endParaRPr lang="en-US"/>
        </a:p>
      </dgm:t>
    </dgm:pt>
    <dgm:pt modelId="{3438EAEE-1993-BC4F-9A2A-EEC8F0A75C42}" type="sibTrans" cxnId="{0EFFE533-D7C1-BA42-9FEE-0BD651AB2975}">
      <dgm:prSet/>
      <dgm:spPr/>
      <dgm:t>
        <a:bodyPr/>
        <a:lstStyle/>
        <a:p>
          <a:endParaRPr lang="en-US"/>
        </a:p>
      </dgm:t>
    </dgm:pt>
    <dgm:pt modelId="{7D8D3657-DA61-0641-8328-F42D67E087B0}">
      <dgm:prSet custT="1"/>
      <dgm:spPr/>
      <dgm:t>
        <a:bodyPr tIns="0" bIns="0"/>
        <a:lstStyle/>
        <a:p>
          <a:r>
            <a:rPr lang="en-US" sz="900" dirty="0" err="1" smtClean="0"/>
            <a:t>Lookup_Bounce_Attenuation</a:t>
          </a:r>
          <a:endParaRPr lang="en-US" sz="900" dirty="0"/>
        </a:p>
      </dgm:t>
    </dgm:pt>
    <dgm:pt modelId="{AC051385-0C55-B544-9102-4972E479FBAC}" type="parTrans" cxnId="{FA2D6826-568D-3D49-B087-99B7DE3F237D}">
      <dgm:prSet/>
      <dgm:spPr/>
      <dgm:t>
        <a:bodyPr/>
        <a:lstStyle/>
        <a:p>
          <a:endParaRPr lang="en-US"/>
        </a:p>
      </dgm:t>
    </dgm:pt>
    <dgm:pt modelId="{2444B8D6-FC1F-F641-81B3-2747B72C4C28}" type="sibTrans" cxnId="{FA2D6826-568D-3D49-B087-99B7DE3F237D}">
      <dgm:prSet/>
      <dgm:spPr/>
      <dgm:t>
        <a:bodyPr/>
        <a:lstStyle/>
        <a:p>
          <a:endParaRPr lang="en-US"/>
        </a:p>
      </dgm:t>
    </dgm:pt>
    <dgm:pt modelId="{FED71A22-0C65-B946-AD9D-5AEEE5342FB3}">
      <dgm:prSet custT="1"/>
      <dgm:spPr/>
      <dgm:t>
        <a:bodyPr tIns="0" bIns="0"/>
        <a:lstStyle/>
        <a:p>
          <a:r>
            <a:rPr lang="en-US" sz="900" dirty="0" err="1" smtClean="0"/>
            <a:t>Accumulate_SAR_Contribution</a:t>
          </a:r>
          <a:endParaRPr lang="en-US" sz="900" dirty="0"/>
        </a:p>
      </dgm:t>
    </dgm:pt>
    <dgm:pt modelId="{A2005465-DF70-A545-932E-CFD7A44EBAAE}" type="parTrans" cxnId="{2F408482-353B-0E45-A175-597D334DDBA6}">
      <dgm:prSet/>
      <dgm:spPr/>
      <dgm:t>
        <a:bodyPr/>
        <a:lstStyle/>
        <a:p>
          <a:endParaRPr lang="en-US"/>
        </a:p>
      </dgm:t>
    </dgm:pt>
    <dgm:pt modelId="{BC0EC901-6FC6-1949-8DC6-3225E86C9A75}" type="sibTrans" cxnId="{2F408482-353B-0E45-A175-597D334DDBA6}">
      <dgm:prSet/>
      <dgm:spPr/>
      <dgm:t>
        <a:bodyPr/>
        <a:lstStyle/>
        <a:p>
          <a:endParaRPr lang="en-US"/>
        </a:p>
      </dgm:t>
    </dgm:pt>
    <dgm:pt modelId="{6C885DED-B1C6-DD44-A929-3C0E2C1B3528}">
      <dgm:prSet custT="1"/>
      <dgm:spPr/>
      <dgm:t>
        <a:bodyPr tIns="0" bIns="0"/>
        <a:lstStyle/>
        <a:p>
          <a:r>
            <a:rPr lang="en-US" sz="900" dirty="0" err="1" smtClean="0"/>
            <a:t>RayPlaneIntersection</a:t>
          </a:r>
          <a:endParaRPr lang="en-US" sz="900" dirty="0"/>
        </a:p>
      </dgm:t>
    </dgm:pt>
    <dgm:pt modelId="{79BD2717-6FBD-5641-8DB9-6F900769A6CD}" type="parTrans" cxnId="{ADA9556E-B447-C647-BC71-888944264E46}">
      <dgm:prSet/>
      <dgm:spPr/>
      <dgm:t>
        <a:bodyPr/>
        <a:lstStyle/>
        <a:p>
          <a:endParaRPr lang="en-US"/>
        </a:p>
      </dgm:t>
    </dgm:pt>
    <dgm:pt modelId="{8D8AC91E-7646-AF45-8C44-95C985D1D8E3}" type="sibTrans" cxnId="{ADA9556E-B447-C647-BC71-888944264E46}">
      <dgm:prSet/>
      <dgm:spPr/>
      <dgm:t>
        <a:bodyPr/>
        <a:lstStyle/>
        <a:p>
          <a:endParaRPr lang="en-US"/>
        </a:p>
      </dgm:t>
    </dgm:pt>
    <dgm:pt modelId="{0B24B5D8-D1D0-A645-A8BF-905C653BA113}">
      <dgm:prSet custT="1"/>
      <dgm:spPr/>
      <dgm:t>
        <a:bodyPr tIns="0" bIns="0"/>
        <a:lstStyle/>
        <a:p>
          <a:r>
            <a:rPr lang="en-US" sz="900" dirty="0" err="1" smtClean="0"/>
            <a:t>Lookup_Direct_Attenuation</a:t>
          </a:r>
          <a:endParaRPr lang="en-US" sz="900" dirty="0"/>
        </a:p>
      </dgm:t>
    </dgm:pt>
    <dgm:pt modelId="{AB4D8065-DE77-034C-9434-EA85030A323D}" type="parTrans" cxnId="{A812E1A8-82CE-D344-8D54-824F2A4C4083}">
      <dgm:prSet/>
      <dgm:spPr/>
      <dgm:t>
        <a:bodyPr/>
        <a:lstStyle/>
        <a:p>
          <a:endParaRPr lang="en-US"/>
        </a:p>
      </dgm:t>
    </dgm:pt>
    <dgm:pt modelId="{C0264526-3F64-ED41-927A-30D0E63CE1A1}" type="sibTrans" cxnId="{A812E1A8-82CE-D344-8D54-824F2A4C4083}">
      <dgm:prSet/>
      <dgm:spPr/>
      <dgm:t>
        <a:bodyPr/>
        <a:lstStyle/>
        <a:p>
          <a:endParaRPr lang="en-US"/>
        </a:p>
      </dgm:t>
    </dgm:pt>
    <dgm:pt modelId="{630D8ABB-4ACE-2147-9180-0C390A766011}" type="pres">
      <dgm:prSet presAssocID="{642D2459-A571-4348-A410-8555EA3623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EF96C98-FF24-3446-B12C-67DE2F8DAF2A}" type="pres">
      <dgm:prSet presAssocID="{E7F85610-3E51-7E44-B31F-64D37D2F9448}" presName="root" presStyleCnt="0"/>
      <dgm:spPr/>
    </dgm:pt>
    <dgm:pt modelId="{7441F287-60DA-834B-A2A6-2C143324BBFD}" type="pres">
      <dgm:prSet presAssocID="{E7F85610-3E51-7E44-B31F-64D37D2F9448}" presName="rootComposite" presStyleCnt="0"/>
      <dgm:spPr/>
    </dgm:pt>
    <dgm:pt modelId="{3F26272A-C36D-AB43-81D5-C215B877207C}" type="pres">
      <dgm:prSet presAssocID="{E7F85610-3E51-7E44-B31F-64D37D2F9448}" presName="rootText" presStyleLbl="node1" presStyleIdx="0" presStyleCnt="1" custScaleX="213029" custLinFactNeighborX="2510" custLinFactNeighborY="-96"/>
      <dgm:spPr/>
      <dgm:t>
        <a:bodyPr/>
        <a:lstStyle/>
        <a:p>
          <a:endParaRPr lang="en-US"/>
        </a:p>
      </dgm:t>
    </dgm:pt>
    <dgm:pt modelId="{9708F603-055F-2345-94D0-38D89D3C736F}" type="pres">
      <dgm:prSet presAssocID="{E7F85610-3E51-7E44-B31F-64D37D2F9448}" presName="rootConnector" presStyleLbl="node1" presStyleIdx="0" presStyleCnt="1"/>
      <dgm:spPr/>
      <dgm:t>
        <a:bodyPr/>
        <a:lstStyle/>
        <a:p>
          <a:endParaRPr lang="en-US"/>
        </a:p>
      </dgm:t>
    </dgm:pt>
    <dgm:pt modelId="{27165E75-D39A-B640-AAF2-6F8D575C61EC}" type="pres">
      <dgm:prSet presAssocID="{E7F85610-3E51-7E44-B31F-64D37D2F9448}" presName="childShape" presStyleCnt="0"/>
      <dgm:spPr/>
    </dgm:pt>
    <dgm:pt modelId="{FE4D680E-33F5-FD4B-8D2D-4FFE21165441}" type="pres">
      <dgm:prSet presAssocID="{9B8EB2A1-5B30-DC48-8887-4C627A5A9421}" presName="Name13" presStyleLbl="parChTrans1D2" presStyleIdx="0" presStyleCnt="8"/>
      <dgm:spPr/>
      <dgm:t>
        <a:bodyPr/>
        <a:lstStyle/>
        <a:p>
          <a:endParaRPr lang="en-US"/>
        </a:p>
      </dgm:t>
    </dgm:pt>
    <dgm:pt modelId="{98541C6B-4F28-BF4D-BED2-30B107C2DE84}" type="pres">
      <dgm:prSet presAssocID="{06F92EFD-625B-EF4F-B283-B8A28A245429}" presName="childText" presStyleLbl="bgAcc1" presStyleIdx="0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D901B-68D2-BC4B-A86D-5484874784DD}" type="pres">
      <dgm:prSet presAssocID="{D426177C-C338-374E-A646-A8B0A84845A6}" presName="Name13" presStyleLbl="parChTrans1D2" presStyleIdx="1" presStyleCnt="8"/>
      <dgm:spPr/>
      <dgm:t>
        <a:bodyPr/>
        <a:lstStyle/>
        <a:p>
          <a:endParaRPr lang="en-US"/>
        </a:p>
      </dgm:t>
    </dgm:pt>
    <dgm:pt modelId="{0A51FE53-5F18-4B4E-99EC-F298E7AD7BC5}" type="pres">
      <dgm:prSet presAssocID="{2718E3A9-8785-9B4C-872C-5A7F3EC1A331}" presName="childText" presStyleLbl="bgAcc1" presStyleIdx="1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45388D-4C60-1E48-8A3A-D2C0641AB0E8}" type="pres">
      <dgm:prSet presAssocID="{9DF1D349-24E3-3046-90DE-D30C05C17495}" presName="Name13" presStyleLbl="parChTrans1D2" presStyleIdx="2" presStyleCnt="8"/>
      <dgm:spPr/>
      <dgm:t>
        <a:bodyPr/>
        <a:lstStyle/>
        <a:p>
          <a:endParaRPr lang="en-US"/>
        </a:p>
      </dgm:t>
    </dgm:pt>
    <dgm:pt modelId="{01D77E86-9302-CA4D-B661-1F1EB238281C}" type="pres">
      <dgm:prSet presAssocID="{26D6DBFF-3D61-7948-955B-16114A4B05E3}" presName="childText" presStyleLbl="bgAcc1" presStyleIdx="2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3215FD-CC91-1E45-9EBA-B7B58F4A0EE7}" type="pres">
      <dgm:prSet presAssocID="{79BD2717-6FBD-5641-8DB9-6F900769A6CD}" presName="Name13" presStyleLbl="parChTrans1D2" presStyleIdx="3" presStyleCnt="8"/>
      <dgm:spPr/>
      <dgm:t>
        <a:bodyPr/>
        <a:lstStyle/>
        <a:p>
          <a:endParaRPr lang="en-US"/>
        </a:p>
      </dgm:t>
    </dgm:pt>
    <dgm:pt modelId="{F08A5082-0714-E84C-8F70-4CC489BCD70E}" type="pres">
      <dgm:prSet presAssocID="{6C885DED-B1C6-DD44-A929-3C0E2C1B3528}" presName="childText" presStyleLbl="bgAcc1" presStyleIdx="3" presStyleCnt="8" custScaleX="1964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6D8C31-8BF5-FD40-B063-8B1D119D55AB}" type="pres">
      <dgm:prSet presAssocID="{FDF2D4C4-5983-AC43-AC71-059FC1629295}" presName="Name13" presStyleLbl="parChTrans1D2" presStyleIdx="4" presStyleCnt="8"/>
      <dgm:spPr/>
      <dgm:t>
        <a:bodyPr/>
        <a:lstStyle/>
        <a:p>
          <a:endParaRPr lang="en-US"/>
        </a:p>
      </dgm:t>
    </dgm:pt>
    <dgm:pt modelId="{C0C4CA25-90DB-9242-B6D6-3531C6E0D3AD}" type="pres">
      <dgm:prSet presAssocID="{7F98D14E-9BFE-5648-BF40-C6B40D863403}" presName="childText" presStyleLbl="bgAcc1" presStyleIdx="4" presStyleCnt="8" custScaleX="2019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345030-7320-3347-A3D4-7D540D82E4C8}" type="pres">
      <dgm:prSet presAssocID="{AC051385-0C55-B544-9102-4972E479FBAC}" presName="Name13" presStyleLbl="parChTrans1D2" presStyleIdx="5" presStyleCnt="8"/>
      <dgm:spPr/>
      <dgm:t>
        <a:bodyPr/>
        <a:lstStyle/>
        <a:p>
          <a:endParaRPr lang="en-US"/>
        </a:p>
      </dgm:t>
    </dgm:pt>
    <dgm:pt modelId="{8FADE39E-3F05-994B-9820-7DC70F5723B3}" type="pres">
      <dgm:prSet presAssocID="{7D8D3657-DA61-0641-8328-F42D67E087B0}" presName="childText" presStyleLbl="bgAcc1" presStyleIdx="5" presStyleCnt="8" custScaleX="2043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DE81EF-6715-5540-BA7E-EB8D3C0274FD}" type="pres">
      <dgm:prSet presAssocID="{AB4D8065-DE77-034C-9434-EA85030A323D}" presName="Name13" presStyleLbl="parChTrans1D2" presStyleIdx="6" presStyleCnt="8"/>
      <dgm:spPr/>
      <dgm:t>
        <a:bodyPr/>
        <a:lstStyle/>
        <a:p>
          <a:endParaRPr lang="en-US"/>
        </a:p>
      </dgm:t>
    </dgm:pt>
    <dgm:pt modelId="{AD76FE52-1BD8-8048-B07F-80EC632ABED5}" type="pres">
      <dgm:prSet presAssocID="{0B24B5D8-D1D0-A645-A8BF-905C653BA113}" presName="childText" presStyleLbl="bgAcc1" presStyleIdx="6" presStyleCnt="8" custScaleX="2061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72A11-DD5A-7343-9EE8-284761DDDBAA}" type="pres">
      <dgm:prSet presAssocID="{A2005465-DF70-A545-932E-CFD7A44EBAAE}" presName="Name13" presStyleLbl="parChTrans1D2" presStyleIdx="7" presStyleCnt="8"/>
      <dgm:spPr/>
      <dgm:t>
        <a:bodyPr/>
        <a:lstStyle/>
        <a:p>
          <a:endParaRPr lang="en-US"/>
        </a:p>
      </dgm:t>
    </dgm:pt>
    <dgm:pt modelId="{3EA27104-E1E0-9E47-B2ED-2BAD8F71CF7F}" type="pres">
      <dgm:prSet presAssocID="{FED71A22-0C65-B946-AD9D-5AEEE5342FB3}" presName="childText" presStyleLbl="bgAcc1" presStyleIdx="7" presStyleCnt="8" custScaleX="2191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31988F-5C92-6D49-BEDB-AD3FE8B7D421}" type="presOf" srcId="{0B24B5D8-D1D0-A645-A8BF-905C653BA113}" destId="{AD76FE52-1BD8-8048-B07F-80EC632ABED5}" srcOrd="0" destOrd="0" presId="urn:microsoft.com/office/officeart/2005/8/layout/hierarchy3"/>
    <dgm:cxn modelId="{414B9A24-A09C-D449-98EF-C75C160759E9}" type="presOf" srcId="{642D2459-A571-4348-A410-8555EA36230A}" destId="{630D8ABB-4ACE-2147-9180-0C390A766011}" srcOrd="0" destOrd="0" presId="urn:microsoft.com/office/officeart/2005/8/layout/hierarchy3"/>
    <dgm:cxn modelId="{8BD067AF-BACC-F944-8164-07567738EA6F}" type="presOf" srcId="{2718E3A9-8785-9B4C-872C-5A7F3EC1A331}" destId="{0A51FE53-5F18-4B4E-99EC-F298E7AD7BC5}" srcOrd="0" destOrd="0" presId="urn:microsoft.com/office/officeart/2005/8/layout/hierarchy3"/>
    <dgm:cxn modelId="{0D6100B0-09E5-0A40-BE6D-A872BCDDB9A2}" type="presOf" srcId="{7D8D3657-DA61-0641-8328-F42D67E087B0}" destId="{8FADE39E-3F05-994B-9820-7DC70F5723B3}" srcOrd="0" destOrd="0" presId="urn:microsoft.com/office/officeart/2005/8/layout/hierarchy3"/>
    <dgm:cxn modelId="{70F66F96-B018-6E49-94B5-D863AD47AF20}" type="presOf" srcId="{E7F85610-3E51-7E44-B31F-64D37D2F9448}" destId="{9708F603-055F-2345-94D0-38D89D3C736F}" srcOrd="1" destOrd="0" presId="urn:microsoft.com/office/officeart/2005/8/layout/hierarchy3"/>
    <dgm:cxn modelId="{E7D575BE-A631-4A40-80E6-EE8C5AC8F1A3}" type="presOf" srcId="{FED71A22-0C65-B946-AD9D-5AEEE5342FB3}" destId="{3EA27104-E1E0-9E47-B2ED-2BAD8F71CF7F}" srcOrd="0" destOrd="0" presId="urn:microsoft.com/office/officeart/2005/8/layout/hierarchy3"/>
    <dgm:cxn modelId="{74CB8874-DC71-7547-A2F4-AA2629FDC5B0}" type="presOf" srcId="{26D6DBFF-3D61-7948-955B-16114A4B05E3}" destId="{01D77E86-9302-CA4D-B661-1F1EB238281C}" srcOrd="0" destOrd="0" presId="urn:microsoft.com/office/officeart/2005/8/layout/hierarchy3"/>
    <dgm:cxn modelId="{39E10AA1-9D60-C64E-8060-CB90CC951F25}" srcId="{E7F85610-3E51-7E44-B31F-64D37D2F9448}" destId="{2718E3A9-8785-9B4C-872C-5A7F3EC1A331}" srcOrd="1" destOrd="0" parTransId="{D426177C-C338-374E-A646-A8B0A84845A6}" sibTransId="{7B84FC08-514E-F448-A9B9-50AD00FC07B6}"/>
    <dgm:cxn modelId="{28869EAA-FF11-134D-9FC6-384CF51DB5E8}" type="presOf" srcId="{79BD2717-6FBD-5641-8DB9-6F900769A6CD}" destId="{DC3215FD-CC91-1E45-9EBA-B7B58F4A0EE7}" srcOrd="0" destOrd="0" presId="urn:microsoft.com/office/officeart/2005/8/layout/hierarchy3"/>
    <dgm:cxn modelId="{ADA9556E-B447-C647-BC71-888944264E46}" srcId="{E7F85610-3E51-7E44-B31F-64D37D2F9448}" destId="{6C885DED-B1C6-DD44-A929-3C0E2C1B3528}" srcOrd="3" destOrd="0" parTransId="{79BD2717-6FBD-5641-8DB9-6F900769A6CD}" sibTransId="{8D8AC91E-7646-AF45-8C44-95C985D1D8E3}"/>
    <dgm:cxn modelId="{D35D3860-B923-FC4A-8731-36171EC2B22D}" type="presOf" srcId="{6C885DED-B1C6-DD44-A929-3C0E2C1B3528}" destId="{F08A5082-0714-E84C-8F70-4CC489BCD70E}" srcOrd="0" destOrd="0" presId="urn:microsoft.com/office/officeart/2005/8/layout/hierarchy3"/>
    <dgm:cxn modelId="{0C26F7B8-5B20-DF47-8178-3B7718C94A18}" type="presOf" srcId="{7F98D14E-9BFE-5648-BF40-C6B40D863403}" destId="{C0C4CA25-90DB-9242-B6D6-3531C6E0D3AD}" srcOrd="0" destOrd="0" presId="urn:microsoft.com/office/officeart/2005/8/layout/hierarchy3"/>
    <dgm:cxn modelId="{CFC4A5A2-E6F3-FC47-8586-94B00C956F79}" type="presOf" srcId="{E7F85610-3E51-7E44-B31F-64D37D2F9448}" destId="{3F26272A-C36D-AB43-81D5-C215B877207C}" srcOrd="0" destOrd="0" presId="urn:microsoft.com/office/officeart/2005/8/layout/hierarchy3"/>
    <dgm:cxn modelId="{0EFFE533-D7C1-BA42-9FEE-0BD651AB2975}" srcId="{E7F85610-3E51-7E44-B31F-64D37D2F9448}" destId="{7F98D14E-9BFE-5648-BF40-C6B40D863403}" srcOrd="4" destOrd="0" parTransId="{FDF2D4C4-5983-AC43-AC71-059FC1629295}" sibTransId="{3438EAEE-1993-BC4F-9A2A-EEC8F0A75C42}"/>
    <dgm:cxn modelId="{A812E1A8-82CE-D344-8D54-824F2A4C4083}" srcId="{E7F85610-3E51-7E44-B31F-64D37D2F9448}" destId="{0B24B5D8-D1D0-A645-A8BF-905C653BA113}" srcOrd="6" destOrd="0" parTransId="{AB4D8065-DE77-034C-9434-EA85030A323D}" sibTransId="{C0264526-3F64-ED41-927A-30D0E63CE1A1}"/>
    <dgm:cxn modelId="{FA2D6826-568D-3D49-B087-99B7DE3F237D}" srcId="{E7F85610-3E51-7E44-B31F-64D37D2F9448}" destId="{7D8D3657-DA61-0641-8328-F42D67E087B0}" srcOrd="5" destOrd="0" parTransId="{AC051385-0C55-B544-9102-4972E479FBAC}" sibTransId="{2444B8D6-FC1F-F641-81B3-2747B72C4C28}"/>
    <dgm:cxn modelId="{C046065B-4D91-3141-930F-B4828FF610D4}" type="presOf" srcId="{9DF1D349-24E3-3046-90DE-D30C05C17495}" destId="{D045388D-4C60-1E48-8A3A-D2C0641AB0E8}" srcOrd="0" destOrd="0" presId="urn:microsoft.com/office/officeart/2005/8/layout/hierarchy3"/>
    <dgm:cxn modelId="{5D71027F-9E69-4140-9364-0642761EBA33}" type="presOf" srcId="{AC051385-0C55-B544-9102-4972E479FBAC}" destId="{3F345030-7320-3347-A3D4-7D540D82E4C8}" srcOrd="0" destOrd="0" presId="urn:microsoft.com/office/officeart/2005/8/layout/hierarchy3"/>
    <dgm:cxn modelId="{C198196C-CC5B-1D4F-81DF-D8C564B39C2D}" srcId="{E7F85610-3E51-7E44-B31F-64D37D2F9448}" destId="{26D6DBFF-3D61-7948-955B-16114A4B05E3}" srcOrd="2" destOrd="0" parTransId="{9DF1D349-24E3-3046-90DE-D30C05C17495}" sibTransId="{7E0C9EF5-DA13-314F-BB65-11DAC65CB5FD}"/>
    <dgm:cxn modelId="{1267618C-125C-B848-90D2-8E2FE69F4322}" type="presOf" srcId="{D426177C-C338-374E-A646-A8B0A84845A6}" destId="{2C7D901B-68D2-BC4B-A86D-5484874784DD}" srcOrd="0" destOrd="0" presId="urn:microsoft.com/office/officeart/2005/8/layout/hierarchy3"/>
    <dgm:cxn modelId="{0277FC6B-8671-C648-9FF0-467FE39313A1}" type="presOf" srcId="{FDF2D4C4-5983-AC43-AC71-059FC1629295}" destId="{806D8C31-8BF5-FD40-B063-8B1D119D55AB}" srcOrd="0" destOrd="0" presId="urn:microsoft.com/office/officeart/2005/8/layout/hierarchy3"/>
    <dgm:cxn modelId="{C5A0B950-FB0C-A747-AD8C-75B0F1F8A725}" type="presOf" srcId="{06F92EFD-625B-EF4F-B283-B8A28A245429}" destId="{98541C6B-4F28-BF4D-BED2-30B107C2DE84}" srcOrd="0" destOrd="0" presId="urn:microsoft.com/office/officeart/2005/8/layout/hierarchy3"/>
    <dgm:cxn modelId="{2F408482-353B-0E45-A175-597D334DDBA6}" srcId="{E7F85610-3E51-7E44-B31F-64D37D2F9448}" destId="{FED71A22-0C65-B946-AD9D-5AEEE5342FB3}" srcOrd="7" destOrd="0" parTransId="{A2005465-DF70-A545-932E-CFD7A44EBAAE}" sibTransId="{BC0EC901-6FC6-1949-8DC6-3225E86C9A75}"/>
    <dgm:cxn modelId="{4E68EC3B-A860-094E-BAFE-4ED16FEEDC15}" srcId="{E7F85610-3E51-7E44-B31F-64D37D2F9448}" destId="{06F92EFD-625B-EF4F-B283-B8A28A245429}" srcOrd="0" destOrd="0" parTransId="{9B8EB2A1-5B30-DC48-8887-4C627A5A9421}" sibTransId="{15B7CCB8-9A15-364E-A5E4-3E25C7257C1B}"/>
    <dgm:cxn modelId="{95DF4D96-8918-8943-BEBE-008BE5994DAD}" type="presOf" srcId="{AB4D8065-DE77-034C-9434-EA85030A323D}" destId="{38DE81EF-6715-5540-BA7E-EB8D3C0274FD}" srcOrd="0" destOrd="0" presId="urn:microsoft.com/office/officeart/2005/8/layout/hierarchy3"/>
    <dgm:cxn modelId="{F6744177-5491-CF45-A46B-612870E804A0}" type="presOf" srcId="{A2005465-DF70-A545-932E-CFD7A44EBAAE}" destId="{A8A72A11-DD5A-7343-9EE8-284761DDDBAA}" srcOrd="0" destOrd="0" presId="urn:microsoft.com/office/officeart/2005/8/layout/hierarchy3"/>
    <dgm:cxn modelId="{0ED915B8-674B-3442-AAB6-0B6AD618C154}" srcId="{642D2459-A571-4348-A410-8555EA36230A}" destId="{E7F85610-3E51-7E44-B31F-64D37D2F9448}" srcOrd="0" destOrd="0" parTransId="{90A3B0E4-1489-AB4C-91DD-24E76AD17B68}" sibTransId="{141F336B-973F-D442-94BE-F1117ACF3683}"/>
    <dgm:cxn modelId="{7EF99867-975C-974E-BE01-3AC0A862A92B}" type="presOf" srcId="{9B8EB2A1-5B30-DC48-8887-4C627A5A9421}" destId="{FE4D680E-33F5-FD4B-8D2D-4FFE21165441}" srcOrd="0" destOrd="0" presId="urn:microsoft.com/office/officeart/2005/8/layout/hierarchy3"/>
    <dgm:cxn modelId="{F71AB7AF-6131-874C-B1FB-152770F8BB3F}" type="presParOf" srcId="{630D8ABB-4ACE-2147-9180-0C390A766011}" destId="{9EF96C98-FF24-3446-B12C-67DE2F8DAF2A}" srcOrd="0" destOrd="0" presId="urn:microsoft.com/office/officeart/2005/8/layout/hierarchy3"/>
    <dgm:cxn modelId="{B0F1FE1A-E06D-8E44-BC5C-70D2F9C19E9F}" type="presParOf" srcId="{9EF96C98-FF24-3446-B12C-67DE2F8DAF2A}" destId="{7441F287-60DA-834B-A2A6-2C143324BBFD}" srcOrd="0" destOrd="0" presId="urn:microsoft.com/office/officeart/2005/8/layout/hierarchy3"/>
    <dgm:cxn modelId="{6521ADD1-4D60-3240-947E-9C50A66D624C}" type="presParOf" srcId="{7441F287-60DA-834B-A2A6-2C143324BBFD}" destId="{3F26272A-C36D-AB43-81D5-C215B877207C}" srcOrd="0" destOrd="0" presId="urn:microsoft.com/office/officeart/2005/8/layout/hierarchy3"/>
    <dgm:cxn modelId="{27CB67F3-688E-074B-A3E3-1BE1E119D448}" type="presParOf" srcId="{7441F287-60DA-834B-A2A6-2C143324BBFD}" destId="{9708F603-055F-2345-94D0-38D89D3C736F}" srcOrd="1" destOrd="0" presId="urn:microsoft.com/office/officeart/2005/8/layout/hierarchy3"/>
    <dgm:cxn modelId="{2E8208D9-ECDA-764C-B436-9FA8960D1E18}" type="presParOf" srcId="{9EF96C98-FF24-3446-B12C-67DE2F8DAF2A}" destId="{27165E75-D39A-B640-AAF2-6F8D575C61EC}" srcOrd="1" destOrd="0" presId="urn:microsoft.com/office/officeart/2005/8/layout/hierarchy3"/>
    <dgm:cxn modelId="{B8E7D9E2-1A9A-FF4E-B82C-11A44287BC17}" type="presParOf" srcId="{27165E75-D39A-B640-AAF2-6F8D575C61EC}" destId="{FE4D680E-33F5-FD4B-8D2D-4FFE21165441}" srcOrd="0" destOrd="0" presId="urn:microsoft.com/office/officeart/2005/8/layout/hierarchy3"/>
    <dgm:cxn modelId="{6EEF4846-76CC-EE48-B3BE-63A37488D0BD}" type="presParOf" srcId="{27165E75-D39A-B640-AAF2-6F8D575C61EC}" destId="{98541C6B-4F28-BF4D-BED2-30B107C2DE84}" srcOrd="1" destOrd="0" presId="urn:microsoft.com/office/officeart/2005/8/layout/hierarchy3"/>
    <dgm:cxn modelId="{44112E54-2F94-C94F-AA5D-EB9BAD77B7F5}" type="presParOf" srcId="{27165E75-D39A-B640-AAF2-6F8D575C61EC}" destId="{2C7D901B-68D2-BC4B-A86D-5484874784DD}" srcOrd="2" destOrd="0" presId="urn:microsoft.com/office/officeart/2005/8/layout/hierarchy3"/>
    <dgm:cxn modelId="{97799C45-2D85-F242-9CD6-461EEB228C4E}" type="presParOf" srcId="{27165E75-D39A-B640-AAF2-6F8D575C61EC}" destId="{0A51FE53-5F18-4B4E-99EC-F298E7AD7BC5}" srcOrd="3" destOrd="0" presId="urn:microsoft.com/office/officeart/2005/8/layout/hierarchy3"/>
    <dgm:cxn modelId="{CD51475C-5B61-CD4F-9D8A-A55C55CD80D4}" type="presParOf" srcId="{27165E75-D39A-B640-AAF2-6F8D575C61EC}" destId="{D045388D-4C60-1E48-8A3A-D2C0641AB0E8}" srcOrd="4" destOrd="0" presId="urn:microsoft.com/office/officeart/2005/8/layout/hierarchy3"/>
    <dgm:cxn modelId="{936911EA-350B-EC42-83F3-058FF96E75B6}" type="presParOf" srcId="{27165E75-D39A-B640-AAF2-6F8D575C61EC}" destId="{01D77E86-9302-CA4D-B661-1F1EB238281C}" srcOrd="5" destOrd="0" presId="urn:microsoft.com/office/officeart/2005/8/layout/hierarchy3"/>
    <dgm:cxn modelId="{B281427F-AF2F-5E45-BED7-1B813D484CFC}" type="presParOf" srcId="{27165E75-D39A-B640-AAF2-6F8D575C61EC}" destId="{DC3215FD-CC91-1E45-9EBA-B7B58F4A0EE7}" srcOrd="6" destOrd="0" presId="urn:microsoft.com/office/officeart/2005/8/layout/hierarchy3"/>
    <dgm:cxn modelId="{FC411BA9-8708-B042-8B04-84212D3C6FE7}" type="presParOf" srcId="{27165E75-D39A-B640-AAF2-6F8D575C61EC}" destId="{F08A5082-0714-E84C-8F70-4CC489BCD70E}" srcOrd="7" destOrd="0" presId="urn:microsoft.com/office/officeart/2005/8/layout/hierarchy3"/>
    <dgm:cxn modelId="{6FA5C743-C1F9-E342-9C49-AF6165AC379B}" type="presParOf" srcId="{27165E75-D39A-B640-AAF2-6F8D575C61EC}" destId="{806D8C31-8BF5-FD40-B063-8B1D119D55AB}" srcOrd="8" destOrd="0" presId="urn:microsoft.com/office/officeart/2005/8/layout/hierarchy3"/>
    <dgm:cxn modelId="{AF3D5FBE-4CA6-B34F-AD91-136200224000}" type="presParOf" srcId="{27165E75-D39A-B640-AAF2-6F8D575C61EC}" destId="{C0C4CA25-90DB-9242-B6D6-3531C6E0D3AD}" srcOrd="9" destOrd="0" presId="urn:microsoft.com/office/officeart/2005/8/layout/hierarchy3"/>
    <dgm:cxn modelId="{AF1CDD71-2AA7-3B46-AD7E-C1702E457411}" type="presParOf" srcId="{27165E75-D39A-B640-AAF2-6F8D575C61EC}" destId="{3F345030-7320-3347-A3D4-7D540D82E4C8}" srcOrd="10" destOrd="0" presId="urn:microsoft.com/office/officeart/2005/8/layout/hierarchy3"/>
    <dgm:cxn modelId="{8EFAC5E0-3BE4-6246-B471-6E1B6F84EEC7}" type="presParOf" srcId="{27165E75-D39A-B640-AAF2-6F8D575C61EC}" destId="{8FADE39E-3F05-994B-9820-7DC70F5723B3}" srcOrd="11" destOrd="0" presId="urn:microsoft.com/office/officeart/2005/8/layout/hierarchy3"/>
    <dgm:cxn modelId="{634BF24D-946B-F84B-9341-F8549C6B45C9}" type="presParOf" srcId="{27165E75-D39A-B640-AAF2-6F8D575C61EC}" destId="{38DE81EF-6715-5540-BA7E-EB8D3C0274FD}" srcOrd="12" destOrd="0" presId="urn:microsoft.com/office/officeart/2005/8/layout/hierarchy3"/>
    <dgm:cxn modelId="{6CF2C569-415F-B34F-8CE9-64BDE67101E1}" type="presParOf" srcId="{27165E75-D39A-B640-AAF2-6F8D575C61EC}" destId="{AD76FE52-1BD8-8048-B07F-80EC632ABED5}" srcOrd="13" destOrd="0" presId="urn:microsoft.com/office/officeart/2005/8/layout/hierarchy3"/>
    <dgm:cxn modelId="{1AFEFAC7-FE1F-7849-BE32-9B464261AA8B}" type="presParOf" srcId="{27165E75-D39A-B640-AAF2-6F8D575C61EC}" destId="{A8A72A11-DD5A-7343-9EE8-284761DDDBAA}" srcOrd="14" destOrd="0" presId="urn:microsoft.com/office/officeart/2005/8/layout/hierarchy3"/>
    <dgm:cxn modelId="{1CBC99EC-1F68-E14E-BE72-6F443C007085}" type="presParOf" srcId="{27165E75-D39A-B640-AAF2-6F8D575C61EC}" destId="{3EA27104-E1E0-9E47-B2ED-2BAD8F71CF7F}" srcOrd="1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4D3BF4-CC29-404B-862D-D1DD73C53E0D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6E7DB6-D8C9-2D44-991C-499777B7E9FD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1200" dirty="0" err="1" smtClean="0">
              <a:solidFill>
                <a:schemeClr val="tx1"/>
              </a:solidFill>
            </a:rPr>
            <a:t>Realise_Tree</a:t>
          </a:r>
          <a:endParaRPr lang="en-US" sz="1200" dirty="0">
            <a:solidFill>
              <a:schemeClr val="tx1"/>
            </a:solidFill>
          </a:endParaRPr>
        </a:p>
      </dgm:t>
    </dgm:pt>
    <dgm:pt modelId="{FF49B778-84C6-BE42-90EB-BE42DB2E2D6F}" type="parTrans" cxnId="{1781053A-FAA6-5C45-A36B-C76334BF5B5A}">
      <dgm:prSet/>
      <dgm:spPr/>
      <dgm:t>
        <a:bodyPr/>
        <a:lstStyle/>
        <a:p>
          <a:endParaRPr lang="en-US"/>
        </a:p>
      </dgm:t>
    </dgm:pt>
    <dgm:pt modelId="{6A282849-2879-AC41-AEA5-87807A990E07}" type="sibTrans" cxnId="{1781053A-FAA6-5C45-A36B-C76334BF5B5A}">
      <dgm:prSet/>
      <dgm:spPr/>
      <dgm:t>
        <a:bodyPr/>
        <a:lstStyle/>
        <a:p>
          <a:endParaRPr lang="en-US"/>
        </a:p>
      </dgm:t>
    </dgm:pt>
    <dgm:pt modelId="{745187EF-A065-4145-B42F-8C334D92DC59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900" dirty="0" err="1" smtClean="0">
              <a:solidFill>
                <a:schemeClr val="tx1"/>
              </a:solidFill>
            </a:rPr>
            <a:t>Crown_Init_List</a:t>
          </a:r>
          <a:endParaRPr lang="en-US" sz="900" dirty="0" smtClean="0">
            <a:solidFill>
              <a:schemeClr val="tx1"/>
            </a:solidFill>
          </a:endParaRPr>
        </a:p>
      </dgm:t>
    </dgm:pt>
    <dgm:pt modelId="{4633D257-C487-8744-BD7A-A9347DE61415}" type="parTrans" cxnId="{3A100DF6-7953-6341-816A-F22910B9DCD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7C237D-AA28-B04A-A397-E536A0D7B254}" type="sibTrans" cxnId="{3A100DF6-7953-6341-816A-F22910B9DCDD}">
      <dgm:prSet/>
      <dgm:spPr/>
      <dgm:t>
        <a:bodyPr/>
        <a:lstStyle/>
        <a:p>
          <a:endParaRPr lang="en-US"/>
        </a:p>
      </dgm:t>
    </dgm:pt>
    <dgm:pt modelId="{BA10674E-E856-EF46-808B-93E3419C1DEA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900" dirty="0" err="1" smtClean="0">
              <a:solidFill>
                <a:schemeClr val="tx1"/>
              </a:solidFill>
            </a:rPr>
            <a:t>Realise_Global_Crown</a:t>
          </a:r>
          <a:endParaRPr lang="en-US" sz="900" dirty="0">
            <a:solidFill>
              <a:schemeClr val="tx1"/>
            </a:solidFill>
          </a:endParaRPr>
        </a:p>
      </dgm:t>
    </dgm:pt>
    <dgm:pt modelId="{0887AAC4-8041-494E-AE8B-00D2C0253291}" type="parTrans" cxnId="{63C89E16-4C3D-464A-89BE-ADEFB5830C2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57A6401-E722-AF41-AF22-493602463932}" type="sibTrans" cxnId="{63C89E16-4C3D-464A-89BE-ADEFB5830C2D}">
      <dgm:prSet/>
      <dgm:spPr/>
      <dgm:t>
        <a:bodyPr/>
        <a:lstStyle/>
        <a:p>
          <a:endParaRPr lang="en-US"/>
        </a:p>
      </dgm:t>
    </dgm:pt>
    <dgm:pt modelId="{2117B0DB-3039-0949-9952-C42B5CA1B5F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{Create/Assign}_Leaf</a:t>
          </a:r>
          <a:endParaRPr lang="en-US" dirty="0">
            <a:solidFill>
              <a:schemeClr val="tx1"/>
            </a:solidFill>
          </a:endParaRPr>
        </a:p>
      </dgm:t>
    </dgm:pt>
    <dgm:pt modelId="{6ACB8A8E-23A0-8948-AD8D-CB1BCA2F1500}" type="parTrans" cxnId="{7E09B798-4650-204B-BE95-B9F59177256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9132F24-F623-AF4A-A2BC-D1CAFECDC4BE}" type="sibTrans" cxnId="{7E09B798-4650-204B-BE95-B9F59177256D}">
      <dgm:prSet/>
      <dgm:spPr/>
      <dgm:t>
        <a:bodyPr/>
        <a:lstStyle/>
        <a:p>
          <a:endParaRPr lang="en-US"/>
        </a:p>
      </dgm:t>
    </dgm:pt>
    <dgm:pt modelId="{3B2AA868-5F61-4044-B2D6-6E08F1B81F99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900" dirty="0" err="1" smtClean="0">
              <a:solidFill>
                <a:schemeClr val="tx1"/>
              </a:solidFill>
            </a:rPr>
            <a:t>Realise_Stem</a:t>
          </a:r>
          <a:endParaRPr lang="en-US" sz="900" dirty="0">
            <a:solidFill>
              <a:schemeClr val="tx1"/>
            </a:solidFill>
          </a:endParaRPr>
        </a:p>
      </dgm:t>
    </dgm:pt>
    <dgm:pt modelId="{050F695C-D34B-5243-B29F-E60EBBF0ECA5}" type="parTrans" cxnId="{E3049201-02C7-704C-91BD-199D28B70C53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11BDC61-2160-6E4D-9BA5-F73FDEF22053}" type="sibTrans" cxnId="{E3049201-02C7-704C-91BD-199D28B70C53}">
      <dgm:prSet/>
      <dgm:spPr/>
      <dgm:t>
        <a:bodyPr/>
        <a:lstStyle/>
        <a:p>
          <a:endParaRPr lang="en-US"/>
        </a:p>
      </dgm:t>
    </dgm:pt>
    <dgm:pt modelId="{9E7C1292-EEA6-A743-ACF2-798A7D05FB22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900" dirty="0" err="1" smtClean="0">
              <a:solidFill>
                <a:schemeClr val="tx1"/>
              </a:solidFill>
            </a:rPr>
            <a:t>Realise_Primaries</a:t>
          </a:r>
          <a:endParaRPr lang="en-US" sz="900" dirty="0">
            <a:solidFill>
              <a:schemeClr val="tx1"/>
            </a:solidFill>
          </a:endParaRPr>
        </a:p>
      </dgm:t>
    </dgm:pt>
    <dgm:pt modelId="{3ADADD54-280A-1347-BD6F-61AC47EC9D93}" type="parTrans" cxnId="{1A8DDA63-60DA-E045-BE60-DE36255ED7F2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EEEBA47-1DC0-9047-963C-713DDEBBB6BD}" type="sibTrans" cxnId="{1A8DDA63-60DA-E045-BE60-DE36255ED7F2}">
      <dgm:prSet/>
      <dgm:spPr/>
      <dgm:t>
        <a:bodyPr/>
        <a:lstStyle/>
        <a:p>
          <a:endParaRPr lang="en-US"/>
        </a:p>
      </dgm:t>
    </dgm:pt>
    <dgm:pt modelId="{949355AB-82C4-BD4D-A3CB-B7EC5F135626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900" dirty="0" err="1" smtClean="0">
              <a:solidFill>
                <a:schemeClr val="tx1"/>
              </a:solidFill>
            </a:rPr>
            <a:t>Realise_Tertiaries</a:t>
          </a:r>
          <a:endParaRPr lang="en-US" sz="900" dirty="0">
            <a:solidFill>
              <a:schemeClr val="tx1"/>
            </a:solidFill>
          </a:endParaRPr>
        </a:p>
      </dgm:t>
    </dgm:pt>
    <dgm:pt modelId="{B2596069-9906-8F46-97C6-2DA16CD596DA}" type="parTrans" cxnId="{0BD4AC08-9070-EF48-8305-6DDFF5446C0B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80BA4D9-C95B-5446-AA2A-C83A2843A0FA}" type="sibTrans" cxnId="{0BD4AC08-9070-EF48-8305-6DDFF5446C0B}">
      <dgm:prSet/>
      <dgm:spPr/>
      <dgm:t>
        <a:bodyPr/>
        <a:lstStyle/>
        <a:p>
          <a:endParaRPr lang="en-US"/>
        </a:p>
      </dgm:t>
    </dgm:pt>
    <dgm:pt modelId="{5B5E365B-8B76-6943-BE1D-2390A76E1C81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900" dirty="0" err="1" smtClean="0">
              <a:solidFill>
                <a:schemeClr val="tx1"/>
              </a:solidFill>
            </a:rPr>
            <a:t>Realise_Foliage</a:t>
          </a:r>
          <a:endParaRPr lang="en-US" sz="900" dirty="0">
            <a:solidFill>
              <a:schemeClr val="tx1"/>
            </a:solidFill>
          </a:endParaRPr>
        </a:p>
      </dgm:t>
    </dgm:pt>
    <dgm:pt modelId="{201581A0-87CD-A74F-8032-FCB203CA8B2E}" type="parTrans" cxnId="{ABF4B547-2DA6-1446-9D7A-56C614E8B21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CA783CC-D268-D745-B18A-DD728CAE55F4}" type="sibTrans" cxnId="{ABF4B547-2DA6-1446-9D7A-56C614E8B216}">
      <dgm:prSet/>
      <dgm:spPr/>
      <dgm:t>
        <a:bodyPr/>
        <a:lstStyle/>
        <a:p>
          <a:endParaRPr lang="en-US"/>
        </a:p>
      </dgm:t>
    </dgm:pt>
    <dgm:pt modelId="{4A5FED70-8BCE-334B-B293-A35849F0EE18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Create_HEDGE_Global_Crown</a:t>
          </a:r>
          <a:endParaRPr lang="en-US" dirty="0">
            <a:solidFill>
              <a:schemeClr val="tx1"/>
            </a:solidFill>
          </a:endParaRPr>
        </a:p>
      </dgm:t>
    </dgm:pt>
    <dgm:pt modelId="{C36902BC-DFE1-B144-963A-B7E83A04FE13}" type="parTrans" cxnId="{0652BBC8-688E-BD46-A096-2C6A87764D0B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8737F73-84D6-ED47-9291-CCE491EF8017}" type="sibTrans" cxnId="{0652BBC8-688E-BD46-A096-2C6A87764D0B}">
      <dgm:prSet/>
      <dgm:spPr/>
      <dgm:t>
        <a:bodyPr/>
        <a:lstStyle/>
        <a:p>
          <a:endParaRPr lang="en-US"/>
        </a:p>
      </dgm:t>
    </dgm:pt>
    <dgm:pt modelId="{0C84A5DF-0A79-E045-B28A-0D16FA948E5D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Create_PINE00n_Global_Crown </a:t>
          </a:r>
        </a:p>
        <a:p>
          <a:r>
            <a:rPr lang="en-US" dirty="0" smtClean="0">
              <a:solidFill>
                <a:schemeClr val="tx1"/>
              </a:solidFill>
            </a:rPr>
            <a:t>(n = 1,2,3)</a:t>
          </a:r>
          <a:endParaRPr lang="en-US" dirty="0">
            <a:solidFill>
              <a:schemeClr val="tx1"/>
            </a:solidFill>
          </a:endParaRPr>
        </a:p>
      </dgm:t>
    </dgm:pt>
    <dgm:pt modelId="{5969E116-76C0-E141-9EE0-0083EC7340A4}" type="parTrans" cxnId="{E25B9D8B-6E59-7E4E-9147-8EB10A1A29CE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FC9F35A-B008-7943-9F13-C3791A73132A}" type="sibTrans" cxnId="{E25B9D8B-6E59-7E4E-9147-8EB10A1A29CE}">
      <dgm:prSet/>
      <dgm:spPr/>
      <dgm:t>
        <a:bodyPr/>
        <a:lstStyle/>
        <a:p>
          <a:endParaRPr lang="en-US"/>
        </a:p>
      </dgm:t>
    </dgm:pt>
    <dgm:pt modelId="{488F1AAD-51D3-8E49-B5BC-3DC257BDC75C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Create_DECIDUOUS001_Global_Crown</a:t>
          </a:r>
          <a:endParaRPr lang="en-US" dirty="0">
            <a:solidFill>
              <a:schemeClr val="tx1"/>
            </a:solidFill>
          </a:endParaRPr>
        </a:p>
      </dgm:t>
    </dgm:pt>
    <dgm:pt modelId="{667958A0-C687-C84C-8F88-7B3C20B6E6D2}" type="parTrans" cxnId="{3DC817E6-1673-D040-AE58-BA51096CFE0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50D974B-545A-FC4C-B4C7-66F951F18F42}" type="sibTrans" cxnId="{3DC817E6-1673-D040-AE58-BA51096CFE06}">
      <dgm:prSet/>
      <dgm:spPr/>
      <dgm:t>
        <a:bodyPr/>
        <a:lstStyle/>
        <a:p>
          <a:endParaRPr lang="en-US"/>
        </a:p>
      </dgm:t>
    </dgm:pt>
    <dgm:pt modelId="{78C69A6D-3973-D846-9D8B-6B44722E285E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Create_Crown</a:t>
          </a:r>
          <a:endParaRPr lang="en-US" dirty="0">
            <a:solidFill>
              <a:schemeClr val="tx1"/>
            </a:solidFill>
          </a:endParaRPr>
        </a:p>
      </dgm:t>
    </dgm:pt>
    <dgm:pt modelId="{1A86EB12-46A3-0B49-B916-9D19196EDE2A}" type="parTrans" cxnId="{6186F2D6-6940-224C-BFC4-B3A5702811A1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C30FAD0-AD90-A246-A248-27B1C5EB5C3B}" type="sibTrans" cxnId="{6186F2D6-6940-224C-BFC4-B3A5702811A1}">
      <dgm:prSet/>
      <dgm:spPr/>
      <dgm:t>
        <a:bodyPr/>
        <a:lstStyle/>
        <a:p>
          <a:endParaRPr lang="en-US"/>
        </a:p>
      </dgm:t>
    </dgm:pt>
    <dgm:pt modelId="{E01EDB7F-3B4A-8D41-8503-585C7EAC8F1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Stem_Direction</a:t>
          </a:r>
          <a:endParaRPr lang="en-US" dirty="0">
            <a:solidFill>
              <a:schemeClr val="tx1"/>
            </a:solidFill>
          </a:endParaRPr>
        </a:p>
      </dgm:t>
    </dgm:pt>
    <dgm:pt modelId="{1AD94B50-F9C0-AE46-AB9A-0D47BC7E4830}" type="parTrans" cxnId="{9FCFFFBB-7AEC-674F-A9C9-CB324F4805EC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05280DF-4E7C-DC4E-9C02-04855F4D6A0D}" type="sibTrans" cxnId="{9FCFFFBB-7AEC-674F-A9C9-CB324F4805EC}">
      <dgm:prSet/>
      <dgm:spPr/>
      <dgm:t>
        <a:bodyPr/>
        <a:lstStyle/>
        <a:p>
          <a:endParaRPr lang="en-US"/>
        </a:p>
      </dgm:t>
    </dgm:pt>
    <dgm:pt modelId="{D3A4341A-5D71-3B4D-86D3-5C71ED4B71C2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Assign_Crown</a:t>
          </a:r>
          <a:endParaRPr lang="en-US" dirty="0">
            <a:solidFill>
              <a:schemeClr val="tx1"/>
            </a:solidFill>
          </a:endParaRPr>
        </a:p>
      </dgm:t>
    </dgm:pt>
    <dgm:pt modelId="{B4CD0AC5-A3ED-2242-B17B-6492C9C32EE3}" type="parTrans" cxnId="{7D498ED7-08B0-124E-AD74-F8CE83543E80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236089F-F5F6-B44C-8A9B-5D437031E4E9}" type="sibTrans" cxnId="{7D498ED7-08B0-124E-AD74-F8CE83543E80}">
      <dgm:prSet/>
      <dgm:spPr/>
      <dgm:t>
        <a:bodyPr/>
        <a:lstStyle/>
        <a:p>
          <a:endParaRPr lang="en-US"/>
        </a:p>
      </dgm:t>
    </dgm:pt>
    <dgm:pt modelId="{766AA610-149C-5F4E-B50C-0A61D9FECF98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Crown_head_add</a:t>
          </a:r>
          <a:endParaRPr lang="en-US" dirty="0">
            <a:solidFill>
              <a:schemeClr val="tx1"/>
            </a:solidFill>
          </a:endParaRPr>
        </a:p>
      </dgm:t>
    </dgm:pt>
    <dgm:pt modelId="{EF65ACCE-3AC5-884A-B26D-21E1FCD4EA34}" type="parTrans" cxnId="{39A90AFB-2990-DF4A-98A5-142D521274C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9A2A25E-89D6-9042-A808-7D90AFA16939}" type="sibTrans" cxnId="{39A90AFB-2990-DF4A-98A5-142D521274CF}">
      <dgm:prSet/>
      <dgm:spPr/>
      <dgm:t>
        <a:bodyPr/>
        <a:lstStyle/>
        <a:p>
          <a:endParaRPr lang="en-US"/>
        </a:p>
      </dgm:t>
    </dgm:pt>
    <dgm:pt modelId="{2BB7446F-1DBD-5249-B4AB-814C236D87B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Create_Crown</a:t>
          </a:r>
          <a:endParaRPr lang="en-US" dirty="0">
            <a:solidFill>
              <a:schemeClr val="tx1"/>
            </a:solidFill>
          </a:endParaRPr>
        </a:p>
      </dgm:t>
    </dgm:pt>
    <dgm:pt modelId="{CDD37230-8B03-1A43-AB6A-87F9DFCCB2D8}" type="parTrans" cxnId="{505E1A57-43E2-844A-9F57-FECCBE6B9AA1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215528-2CCE-E04A-9CBB-532217854A21}" type="sibTrans" cxnId="{505E1A57-43E2-844A-9F57-FECCBE6B9AA1}">
      <dgm:prSet/>
      <dgm:spPr/>
      <dgm:t>
        <a:bodyPr/>
        <a:lstStyle/>
        <a:p>
          <a:endParaRPr lang="en-US"/>
        </a:p>
      </dgm:t>
    </dgm:pt>
    <dgm:pt modelId="{DB3743E5-5143-6542-8D24-24892AAF5F84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Assign_Crown</a:t>
          </a:r>
          <a:endParaRPr lang="en-US" dirty="0">
            <a:solidFill>
              <a:schemeClr val="tx1"/>
            </a:solidFill>
          </a:endParaRPr>
        </a:p>
      </dgm:t>
    </dgm:pt>
    <dgm:pt modelId="{191960A9-5320-CB47-B40C-03D81062D2C3}" type="parTrans" cxnId="{2383C4FE-A5A1-C640-B088-0D83E45E2773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6D16D4B-7CB3-8C42-9E6C-02926F1C5960}" type="sibTrans" cxnId="{2383C4FE-A5A1-C640-B088-0D83E45E2773}">
      <dgm:prSet/>
      <dgm:spPr/>
      <dgm:t>
        <a:bodyPr/>
        <a:lstStyle/>
        <a:p>
          <a:endParaRPr lang="en-US"/>
        </a:p>
      </dgm:t>
    </dgm:pt>
    <dgm:pt modelId="{734148EB-48BC-9B40-902A-6DBAFA377E9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Crown_Fractional_Dry_Depth</a:t>
          </a:r>
          <a:endParaRPr lang="en-US" dirty="0" smtClean="0">
            <a:solidFill>
              <a:schemeClr val="tx1"/>
            </a:solidFill>
          </a:endParaRPr>
        </a:p>
      </dgm:t>
    </dgm:pt>
    <dgm:pt modelId="{2FA7A23F-C06E-A749-A68C-524B80C0CF28}" type="parTrans" cxnId="{A985CDE9-BE8E-2248-B93B-3BE185A92AE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0DAB871-4AB8-0D45-9AA1-D67E98AF0129}" type="sibTrans" cxnId="{A985CDE9-BE8E-2248-B93B-3BE185A92AED}">
      <dgm:prSet/>
      <dgm:spPr/>
      <dgm:t>
        <a:bodyPr/>
        <a:lstStyle/>
        <a:p>
          <a:endParaRPr lang="en-US"/>
        </a:p>
      </dgm:t>
    </dgm:pt>
    <dgm:pt modelId="{54183FBE-B345-0243-9A3D-2E00C758E9A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Assign_Crown</a:t>
          </a:r>
          <a:endParaRPr lang="en-US" dirty="0">
            <a:solidFill>
              <a:schemeClr val="tx1"/>
            </a:solidFill>
          </a:endParaRPr>
        </a:p>
      </dgm:t>
    </dgm:pt>
    <dgm:pt modelId="{0FF3CA57-28A6-4047-8009-CF2545E01C1E}" type="parTrans" cxnId="{696B61F8-87AB-8D4C-A0C6-D27255EAC2B7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E963D94-C372-C240-BBCA-4A6188F0825E}" type="sibTrans" cxnId="{696B61F8-87AB-8D4C-A0C6-D27255EAC2B7}">
      <dgm:prSet/>
      <dgm:spPr/>
      <dgm:t>
        <a:bodyPr/>
        <a:lstStyle/>
        <a:p>
          <a:endParaRPr lang="en-US"/>
        </a:p>
      </dgm:t>
    </dgm:pt>
    <dgm:pt modelId="{0F9835E7-03DF-804C-A318-79386F2CE084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Crown_tail_add</a:t>
          </a:r>
          <a:endParaRPr lang="en-US" dirty="0">
            <a:solidFill>
              <a:schemeClr val="tx1"/>
            </a:solidFill>
          </a:endParaRPr>
        </a:p>
      </dgm:t>
    </dgm:pt>
    <dgm:pt modelId="{9437879C-088F-5A4B-8E6F-13C594353943}" type="parTrans" cxnId="{BCAD08C3-9458-F646-A39F-2524E6D71C69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3A27539-00EB-0945-AAC9-0B7C3DA1412F}" type="sibTrans" cxnId="{BCAD08C3-9458-F646-A39F-2524E6D71C69}">
      <dgm:prSet/>
      <dgm:spPr/>
      <dgm:t>
        <a:bodyPr/>
        <a:lstStyle/>
        <a:p>
          <a:endParaRPr lang="en-US"/>
        </a:p>
      </dgm:t>
    </dgm:pt>
    <dgm:pt modelId="{F15E1910-E399-244E-AAC1-2A99251B532F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Crown_head_add</a:t>
          </a:r>
          <a:endParaRPr lang="en-US" dirty="0">
            <a:solidFill>
              <a:schemeClr val="tx1"/>
            </a:solidFill>
          </a:endParaRPr>
        </a:p>
      </dgm:t>
    </dgm:pt>
    <dgm:pt modelId="{1367AAA0-F510-FC49-914B-D0A0A3E99551}" type="parTrans" cxnId="{2838DE00-1580-A64D-AF8A-3A73F88130EE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37B9FBE-1D2A-1B4C-B2E4-933FD056D8BA}" type="sibTrans" cxnId="{2838DE00-1580-A64D-AF8A-3A73F88130EE}">
      <dgm:prSet/>
      <dgm:spPr/>
      <dgm:t>
        <a:bodyPr/>
        <a:lstStyle/>
        <a:p>
          <a:endParaRPr lang="en-US"/>
        </a:p>
      </dgm:t>
    </dgm:pt>
    <dgm:pt modelId="{355605C8-3450-D543-896C-7193B90CFC95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Stem_Start_Radius</a:t>
          </a:r>
          <a:endParaRPr lang="en-US" dirty="0">
            <a:solidFill>
              <a:schemeClr val="tx1"/>
            </a:solidFill>
          </a:endParaRPr>
        </a:p>
      </dgm:t>
    </dgm:pt>
    <dgm:pt modelId="{DEB90BF1-AEA5-3148-B1E2-EA9D111B07CB}" type="parTrans" cxnId="{948648DC-9C36-904C-BA6A-A5E3E265195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AA3192C-3900-0048-802F-DC742C670CC8}" type="sibTrans" cxnId="{948648DC-9C36-904C-BA6A-A5E3E2651954}">
      <dgm:prSet/>
      <dgm:spPr/>
      <dgm:t>
        <a:bodyPr/>
        <a:lstStyle/>
        <a:p>
          <a:endParaRPr lang="en-US"/>
        </a:p>
      </dgm:t>
    </dgm:pt>
    <dgm:pt modelId="{F114028D-299D-494C-91D4-3FA4994460AE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Stem_End_Radius</a:t>
          </a:r>
          <a:endParaRPr lang="en-US" dirty="0">
            <a:solidFill>
              <a:schemeClr val="tx1"/>
            </a:solidFill>
          </a:endParaRPr>
        </a:p>
      </dgm:t>
    </dgm:pt>
    <dgm:pt modelId="{8F938BEE-DC09-D14F-B6F5-84AA118BA32B}" type="parTrans" cxnId="{AA5F1978-E966-1B43-A094-E1857696F9E2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E06CAE4-FD85-A144-B6EA-22FEE88A81B7}" type="sibTrans" cxnId="{AA5F1978-E966-1B43-A094-E1857696F9E2}">
      <dgm:prSet/>
      <dgm:spPr/>
      <dgm:t>
        <a:bodyPr/>
        <a:lstStyle/>
        <a:p>
          <a:endParaRPr lang="en-US"/>
        </a:p>
      </dgm:t>
    </dgm:pt>
    <dgm:pt modelId="{A2E509F9-CDA9-6044-B440-C6EF8EA404D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Stem_Tropism</a:t>
          </a:r>
          <a:r>
            <a:rPr lang="en-US" dirty="0" smtClean="0">
              <a:solidFill>
                <a:schemeClr val="tx1"/>
              </a:solidFill>
            </a:rPr>
            <a:t>_{Factor/Direction}</a:t>
          </a:r>
          <a:endParaRPr lang="en-US" dirty="0">
            <a:solidFill>
              <a:schemeClr val="tx1"/>
            </a:solidFill>
          </a:endParaRPr>
        </a:p>
      </dgm:t>
    </dgm:pt>
    <dgm:pt modelId="{0071A36E-DF82-DC45-82E6-8BD642C4132F}" type="parTrans" cxnId="{588DE32E-184C-F042-ADA2-677E22A9B57B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DDCF146-CD8A-124E-A054-487F01E29542}" type="sibTrans" cxnId="{588DE32E-184C-F042-ADA2-677E22A9B57B}">
      <dgm:prSet/>
      <dgm:spPr/>
      <dgm:t>
        <a:bodyPr/>
        <a:lstStyle/>
        <a:p>
          <a:endParaRPr lang="en-US"/>
        </a:p>
      </dgm:t>
    </dgm:pt>
    <dgm:pt modelId="{4ECCE811-E318-4A40-932A-571FA3BA37B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Stem_{</a:t>
          </a:r>
          <a:r>
            <a:rPr lang="en-US" dirty="0" err="1" smtClean="0">
              <a:solidFill>
                <a:schemeClr val="tx1"/>
              </a:solidFill>
            </a:rPr>
            <a:t>Lamdacx</a:t>
          </a:r>
          <a:r>
            <a:rPr lang="en-US" dirty="0" smtClean="0">
              <a:solidFill>
                <a:schemeClr val="tx1"/>
              </a:solidFill>
            </a:rPr>
            <a:t>/</a:t>
          </a:r>
          <a:r>
            <a:rPr lang="en-US" dirty="0" err="1" smtClean="0">
              <a:solidFill>
                <a:schemeClr val="tx1"/>
              </a:solidFill>
            </a:rPr>
            <a:t>Lamdacy</a:t>
          </a:r>
          <a:r>
            <a:rPr lang="en-US" dirty="0" smtClean="0">
              <a:solidFill>
                <a:schemeClr val="tx1"/>
              </a:solidFill>
            </a:rPr>
            <a:t>/Gamma/Moisture}</a:t>
          </a:r>
          <a:endParaRPr lang="en-US" dirty="0">
            <a:solidFill>
              <a:schemeClr val="tx1"/>
            </a:solidFill>
          </a:endParaRPr>
        </a:p>
      </dgm:t>
    </dgm:pt>
    <dgm:pt modelId="{F4DA0D77-46F5-1B45-AA6A-144DBCA9507E}" type="parTrans" cxnId="{82B1D031-C1C8-D842-A99E-094101856D97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99BD315-DD8D-C946-ACDE-FCDE609CB563}" type="sibTrans" cxnId="{82B1D031-C1C8-D842-A99E-094101856D97}">
      <dgm:prSet/>
      <dgm:spPr/>
      <dgm:t>
        <a:bodyPr/>
        <a:lstStyle/>
        <a:p>
          <a:endParaRPr lang="en-US"/>
        </a:p>
      </dgm:t>
    </dgm:pt>
    <dgm:pt modelId="{0A018E93-5F90-154D-BA9F-8D8BCB5BC67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Vegetation_permittivity</a:t>
          </a:r>
          <a:endParaRPr lang="en-US" dirty="0">
            <a:solidFill>
              <a:schemeClr val="tx1"/>
            </a:solidFill>
          </a:endParaRPr>
        </a:p>
      </dgm:t>
    </dgm:pt>
    <dgm:pt modelId="{050312BC-8184-8E4F-B198-9E38D3E70B2B}" type="parTrans" cxnId="{8396FCED-C725-4044-A6D0-6F3B4C1C7FF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684AE8-F246-B740-9E67-0E6053FD84A2}" type="sibTrans" cxnId="{8396FCED-C725-4044-A6D0-6F3B4C1C7FF4}">
      <dgm:prSet/>
      <dgm:spPr/>
      <dgm:t>
        <a:bodyPr/>
        <a:lstStyle/>
        <a:p>
          <a:endParaRPr lang="en-US"/>
        </a:p>
      </dgm:t>
    </dgm:pt>
    <dgm:pt modelId="{285B60C2-FF7E-1846-A59A-1E63B4D6D2E9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Realise_living_crown_depth</a:t>
          </a:r>
          <a:endParaRPr lang="en-US" dirty="0">
            <a:solidFill>
              <a:schemeClr val="tx1"/>
            </a:solidFill>
          </a:endParaRPr>
        </a:p>
      </dgm:t>
    </dgm:pt>
    <dgm:pt modelId="{00CCF619-E701-7445-8EA9-E9C5818B08EC}" type="parTrans" cxnId="{3C9813B6-40C5-E644-B272-8482ECB08AC0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B4EC44-4E86-1744-BEFF-C2B01565D3C7}" type="sibTrans" cxnId="{3C9813B6-40C5-E644-B272-8482ECB08AC0}">
      <dgm:prSet/>
      <dgm:spPr/>
      <dgm:t>
        <a:bodyPr/>
        <a:lstStyle/>
        <a:p>
          <a:endParaRPr lang="en-US"/>
        </a:p>
      </dgm:t>
    </dgm:pt>
    <dgm:pt modelId="{518DC712-259B-F14B-9F53-03DC27C7E73A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Stem_direction</a:t>
          </a:r>
          <a:endParaRPr lang="en-US" dirty="0">
            <a:solidFill>
              <a:schemeClr val="tx1"/>
            </a:solidFill>
          </a:endParaRPr>
        </a:p>
      </dgm:t>
    </dgm:pt>
    <dgm:pt modelId="{5ADFF9AE-3908-F44A-AAD0-3CA1C3755E5D}" type="parTrans" cxnId="{AABB142B-A9E6-1E4E-AD9D-E00667CEA5FA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84C3703-DD3F-B849-AA3B-B7B70B89321A}" type="sibTrans" cxnId="{AABB142B-A9E6-1E4E-AD9D-E00667CEA5FA}">
      <dgm:prSet/>
      <dgm:spPr/>
      <dgm:t>
        <a:bodyPr/>
        <a:lstStyle/>
        <a:p>
          <a:endParaRPr lang="en-US"/>
        </a:p>
      </dgm:t>
    </dgm:pt>
    <dgm:pt modelId="{827A0B17-A6BC-FC43-BE09-7F8E1F40781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{Create/Assign}_Crown</a:t>
          </a:r>
          <a:endParaRPr lang="en-US" dirty="0">
            <a:solidFill>
              <a:schemeClr val="tx1"/>
            </a:solidFill>
          </a:endParaRPr>
        </a:p>
      </dgm:t>
    </dgm:pt>
    <dgm:pt modelId="{195D9EE4-1978-A74A-827B-DD1913541AA9}" type="parTrans" cxnId="{489D51CF-517D-7848-A130-F80A6CED1750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9BC6A63-BB87-2D4C-ADB8-5985863B2A1D}" type="sibTrans" cxnId="{489D51CF-517D-7848-A130-F80A6CED1750}">
      <dgm:prSet/>
      <dgm:spPr/>
      <dgm:t>
        <a:bodyPr/>
        <a:lstStyle/>
        <a:p>
          <a:endParaRPr lang="en-US"/>
        </a:p>
      </dgm:t>
    </dgm:pt>
    <dgm:pt modelId="{2B3C9062-1EF9-3242-A400-A901BF41692C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RayCrownIntersection</a:t>
          </a:r>
          <a:endParaRPr lang="en-US" dirty="0">
            <a:solidFill>
              <a:schemeClr val="tx1"/>
            </a:solidFill>
          </a:endParaRPr>
        </a:p>
      </dgm:t>
    </dgm:pt>
    <dgm:pt modelId="{C7B1EAA3-3C24-5E46-B328-F11C0AABFB5A}" type="parTrans" cxnId="{19018BBA-5C71-6F45-9ACC-8806F947D26C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480F11D-824B-0F43-AAD1-1CA0D25EADC9}" type="sibTrans" cxnId="{19018BBA-5C71-6F45-9ACC-8806F947D26C}">
      <dgm:prSet/>
      <dgm:spPr/>
      <dgm:t>
        <a:bodyPr/>
        <a:lstStyle/>
        <a:p>
          <a:endParaRPr lang="en-US"/>
        </a:p>
      </dgm:t>
    </dgm:pt>
    <dgm:pt modelId="{86229BAB-F609-CD4F-81DD-663C204E5F4D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Assign_Branch</a:t>
          </a:r>
          <a:endParaRPr lang="en-US" dirty="0">
            <a:solidFill>
              <a:schemeClr val="tx1"/>
            </a:solidFill>
          </a:endParaRPr>
        </a:p>
      </dgm:t>
    </dgm:pt>
    <dgm:pt modelId="{7D4AB94C-9544-A04C-AD3A-345CADC9CA5A}" type="parTrans" cxnId="{1AD58CDA-E1B4-5944-B071-6F98695D5E7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A586A51-5BAF-FC4B-B4B2-F54CDF754CB6}" type="sibTrans" cxnId="{1AD58CDA-E1B4-5944-B071-6F98695D5E76}">
      <dgm:prSet/>
      <dgm:spPr/>
      <dgm:t>
        <a:bodyPr/>
        <a:lstStyle/>
        <a:p>
          <a:endParaRPr lang="en-US"/>
        </a:p>
      </dgm:t>
    </dgm:pt>
    <dgm:pt modelId="{4047D058-2E39-DC48-8CF7-57CB0BC3FC3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Branch_{Crookedness/Centre/</a:t>
          </a:r>
          <a:r>
            <a:rPr lang="en-US" dirty="0" err="1" smtClean="0">
              <a:solidFill>
                <a:schemeClr val="tx1"/>
              </a:solidFill>
            </a:rPr>
            <a:t>head_add</a:t>
          </a:r>
          <a:r>
            <a:rPr lang="en-US" dirty="0" smtClean="0">
              <a:solidFill>
                <a:schemeClr val="tx1"/>
              </a:solidFill>
            </a:rPr>
            <a:t>}</a:t>
          </a:r>
          <a:endParaRPr lang="en-US" dirty="0">
            <a:solidFill>
              <a:schemeClr val="tx1"/>
            </a:solidFill>
          </a:endParaRPr>
        </a:p>
      </dgm:t>
    </dgm:pt>
    <dgm:pt modelId="{DA4350DE-BC6C-0545-9E9C-F3BC99FA5D42}" type="parTrans" cxnId="{3AB4F4E0-D6E9-AC41-89D0-4BADA21487E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22EDBC7-025C-4043-8481-1C57B13B8053}" type="sibTrans" cxnId="{3AB4F4E0-D6E9-AC41-89D0-4BADA21487EF}">
      <dgm:prSet/>
      <dgm:spPr/>
      <dgm:t>
        <a:bodyPr/>
        <a:lstStyle/>
        <a:p>
          <a:endParaRPr lang="en-US"/>
        </a:p>
      </dgm:t>
    </dgm:pt>
    <dgm:pt modelId="{700D429B-3663-2547-935A-60042F3A6A8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Realise_PINE001_Primaries</a:t>
          </a:r>
          <a:endParaRPr lang="en-US" dirty="0">
            <a:solidFill>
              <a:schemeClr val="tx1"/>
            </a:solidFill>
          </a:endParaRPr>
        </a:p>
      </dgm:t>
    </dgm:pt>
    <dgm:pt modelId="{8DBAD13D-68BC-D342-8405-A98213BEC319}" type="parTrans" cxnId="{84D523D7-37DE-F64C-AF6C-1DAD1F5DE4F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4F0984A-D43A-7947-9D8F-42D7B0D7229C}" type="sibTrans" cxnId="{84D523D7-37DE-F64C-AF6C-1DAD1F5DE4FD}">
      <dgm:prSet/>
      <dgm:spPr/>
      <dgm:t>
        <a:bodyPr/>
        <a:lstStyle/>
        <a:p>
          <a:endParaRPr lang="en-US"/>
        </a:p>
      </dgm:t>
    </dgm:pt>
    <dgm:pt modelId="{E26B5D04-A8C4-0E43-8725-9AC26FC8106A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Realise_DECIDUOUS001_Primaries</a:t>
          </a:r>
          <a:endParaRPr lang="en-US" dirty="0">
            <a:solidFill>
              <a:schemeClr val="tx1"/>
            </a:solidFill>
          </a:endParaRPr>
        </a:p>
      </dgm:t>
    </dgm:pt>
    <dgm:pt modelId="{F770FBDB-9F88-2947-8A46-498BB39F5B1A}" type="parTrans" cxnId="{96849C89-18AF-1243-A3B7-96B1BF9207D5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5DD01E4-BA84-BB43-91DD-5B47F43C9DD1}" type="sibTrans" cxnId="{96849C89-18AF-1243-A3B7-96B1BF9207D5}">
      <dgm:prSet/>
      <dgm:spPr/>
      <dgm:t>
        <a:bodyPr/>
        <a:lstStyle/>
        <a:p>
          <a:endParaRPr lang="en-US"/>
        </a:p>
      </dgm:t>
    </dgm:pt>
    <dgm:pt modelId="{454DD4D2-8DFE-E840-AF89-1D4E90F1DF14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Primary_Maximum_Polar_Angle</a:t>
          </a:r>
          <a:endParaRPr lang="en-US" dirty="0">
            <a:solidFill>
              <a:schemeClr val="tx1"/>
            </a:solidFill>
          </a:endParaRPr>
        </a:p>
      </dgm:t>
    </dgm:pt>
    <dgm:pt modelId="{CB0CE6A6-61FF-7B44-B25F-A11342A4F86C}" type="parTrans" cxnId="{E8387FF4-C6D8-CE45-AE37-FFB3A7F061FC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27AA23E-F43F-C94B-B1AC-9807F3C75835}" type="sibTrans" cxnId="{E8387FF4-C6D8-CE45-AE37-FFB3A7F061FC}">
      <dgm:prSet/>
      <dgm:spPr/>
      <dgm:t>
        <a:bodyPr/>
        <a:lstStyle/>
        <a:p>
          <a:endParaRPr lang="en-US"/>
        </a:p>
      </dgm:t>
    </dgm:pt>
    <dgm:pt modelId="{5D8F26AC-5430-B146-AC42-6A6475EE6B11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Branch_Center</a:t>
          </a:r>
          <a:endParaRPr lang="en-US" dirty="0">
            <a:solidFill>
              <a:schemeClr val="tx1"/>
            </a:solidFill>
          </a:endParaRPr>
        </a:p>
      </dgm:t>
    </dgm:pt>
    <dgm:pt modelId="{E9FF823E-1C67-D84F-A195-9F4DEAEB79AA}" type="parTrans" cxnId="{F1CF858C-8421-FF4C-AA0F-312E16C5CE7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3002E3B-EF00-7E4D-9A29-3FAA61625968}" type="sibTrans" cxnId="{F1CF858C-8421-FF4C-AA0F-312E16C5CE7F}">
      <dgm:prSet/>
      <dgm:spPr/>
      <dgm:t>
        <a:bodyPr/>
        <a:lstStyle/>
        <a:p>
          <a:endParaRPr lang="en-US"/>
        </a:p>
      </dgm:t>
    </dgm:pt>
    <dgm:pt modelId="{5E6C5602-3FA8-AE4A-B329-40CBCEE7FA4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Primary_Radius</a:t>
          </a:r>
          <a:endParaRPr lang="en-US" dirty="0">
            <a:solidFill>
              <a:schemeClr val="tx1"/>
            </a:solidFill>
          </a:endParaRPr>
        </a:p>
      </dgm:t>
    </dgm:pt>
    <dgm:pt modelId="{9480323E-D9E7-0442-A175-3FB192087981}" type="parTrans" cxnId="{87BE61D1-487F-854F-BADA-793655180BF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B3EB5CC-9763-9348-B1EB-CDABA553C104}" type="sibTrans" cxnId="{87BE61D1-487F-854F-BADA-793655180BF6}">
      <dgm:prSet/>
      <dgm:spPr/>
      <dgm:t>
        <a:bodyPr/>
        <a:lstStyle/>
        <a:p>
          <a:endParaRPr lang="en-US"/>
        </a:p>
      </dgm:t>
    </dgm:pt>
    <dgm:pt modelId="{C6196E92-632A-0649-B144-6DFF5D37631C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Primary_Tropism</a:t>
          </a:r>
          <a:r>
            <a:rPr lang="en-US" dirty="0" smtClean="0">
              <a:solidFill>
                <a:schemeClr val="tx1"/>
              </a:solidFill>
            </a:rPr>
            <a:t>_{Factor/Direction}</a:t>
          </a:r>
          <a:endParaRPr lang="en-US" dirty="0">
            <a:solidFill>
              <a:schemeClr val="tx1"/>
            </a:solidFill>
          </a:endParaRPr>
        </a:p>
      </dgm:t>
    </dgm:pt>
    <dgm:pt modelId="{3FCDB023-3AFA-0345-86DD-9C30D5018BB9}" type="parTrans" cxnId="{F7B78427-3D22-EA45-A3AD-E13101FA3879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BC271CF-0380-1A4C-AA0E-809B307FA694}" type="sibTrans" cxnId="{F7B78427-3D22-EA45-A3AD-E13101FA3879}">
      <dgm:prSet/>
      <dgm:spPr/>
      <dgm:t>
        <a:bodyPr/>
        <a:lstStyle/>
        <a:p>
          <a:endParaRPr lang="en-US"/>
        </a:p>
      </dgm:t>
    </dgm:pt>
    <dgm:pt modelId="{DE6500D2-E21D-B945-A12E-AD2ABA2246E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Primary_{</a:t>
          </a:r>
          <a:r>
            <a:rPr lang="en-US" dirty="0" err="1" smtClean="0">
              <a:solidFill>
                <a:schemeClr val="tx1"/>
              </a:solidFill>
            </a:rPr>
            <a:t>Lamdacx</a:t>
          </a:r>
          <a:r>
            <a:rPr lang="en-US" dirty="0" smtClean="0">
              <a:solidFill>
                <a:schemeClr val="tx1"/>
              </a:solidFill>
            </a:rPr>
            <a:t>/</a:t>
          </a:r>
          <a:r>
            <a:rPr lang="en-US" dirty="0" err="1" smtClean="0">
              <a:solidFill>
                <a:schemeClr val="tx1"/>
              </a:solidFill>
            </a:rPr>
            <a:t>Lamdacy</a:t>
          </a:r>
          <a:r>
            <a:rPr lang="en-US" dirty="0" smtClean="0">
              <a:solidFill>
                <a:schemeClr val="tx1"/>
              </a:solidFill>
            </a:rPr>
            <a:t>/Gamma/</a:t>
          </a:r>
          <a:r>
            <a:rPr lang="en-US" dirty="0" err="1" smtClean="0">
              <a:solidFill>
                <a:schemeClr val="tx1"/>
              </a:solidFill>
            </a:rPr>
            <a:t>Dry_Moisture</a:t>
          </a:r>
          <a:r>
            <a:rPr lang="en-US" dirty="0" smtClean="0">
              <a:solidFill>
                <a:schemeClr val="tx1"/>
              </a:solidFill>
            </a:rPr>
            <a:t>}</a:t>
          </a:r>
          <a:endParaRPr lang="en-US" dirty="0">
            <a:solidFill>
              <a:schemeClr val="tx1"/>
            </a:solidFill>
          </a:endParaRPr>
        </a:p>
      </dgm:t>
    </dgm:pt>
    <dgm:pt modelId="{DD4025DD-A857-E342-B3DA-427F2E934E3C}" type="parTrans" cxnId="{1C88A19D-7444-9545-8A6B-063F15044AD3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50185AD-ACA7-C04E-97C5-72B63EEABB6A}" type="sibTrans" cxnId="{1C88A19D-7444-9545-8A6B-063F15044AD3}">
      <dgm:prSet/>
      <dgm:spPr/>
      <dgm:t>
        <a:bodyPr/>
        <a:lstStyle/>
        <a:p>
          <a:endParaRPr lang="en-US"/>
        </a:p>
      </dgm:t>
    </dgm:pt>
    <dgm:pt modelId="{2F2D341D-516E-6B4C-BEDB-71C176C32394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Vegetation_permittivity</a:t>
          </a:r>
          <a:endParaRPr lang="en-US" dirty="0">
            <a:solidFill>
              <a:schemeClr val="tx1"/>
            </a:solidFill>
          </a:endParaRPr>
        </a:p>
      </dgm:t>
    </dgm:pt>
    <dgm:pt modelId="{DDF8AB35-5485-F74F-846B-26D93EE71133}" type="parTrans" cxnId="{A8198DC4-1A4F-5349-BE60-975EC5BC0253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0BF8C81-2729-4646-83D4-823A60D63958}" type="sibTrans" cxnId="{A8198DC4-1A4F-5349-BE60-975EC5BC0253}">
      <dgm:prSet/>
      <dgm:spPr/>
      <dgm:t>
        <a:bodyPr/>
        <a:lstStyle/>
        <a:p>
          <a:endParaRPr lang="en-US"/>
        </a:p>
      </dgm:t>
    </dgm:pt>
    <dgm:pt modelId="{38B8D62B-5695-224F-AA25-EDDD62DF65AF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RayCrownIntersection</a:t>
          </a:r>
          <a:endParaRPr lang="en-US" dirty="0">
            <a:solidFill>
              <a:schemeClr val="tx1"/>
            </a:solidFill>
          </a:endParaRPr>
        </a:p>
      </dgm:t>
    </dgm:pt>
    <dgm:pt modelId="{882D7188-2E75-C04A-BAB9-7614DF166605}" type="parTrans" cxnId="{81CB11BA-41FD-BA4B-B006-2A3F19432512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6E33162-BCE2-4E4A-84F5-801AB26DDA2D}" type="sibTrans" cxnId="{81CB11BA-41FD-BA4B-B006-2A3F19432512}">
      <dgm:prSet/>
      <dgm:spPr/>
      <dgm:t>
        <a:bodyPr/>
        <a:lstStyle/>
        <a:p>
          <a:endParaRPr lang="en-US"/>
        </a:p>
      </dgm:t>
    </dgm:pt>
    <dgm:pt modelId="{77C7AB50-3183-B245-82B1-CF677DB0281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Assign_Branch</a:t>
          </a:r>
          <a:endParaRPr lang="en-US" dirty="0">
            <a:solidFill>
              <a:schemeClr val="tx1"/>
            </a:solidFill>
          </a:endParaRPr>
        </a:p>
      </dgm:t>
    </dgm:pt>
    <dgm:pt modelId="{8BD68273-85EF-9D44-BDF8-A6C131DC0ECE}" type="parTrans" cxnId="{162037A4-36F5-674C-BC7B-6FBD2877094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667E679-3DEB-4F4C-96B6-04B7A3AD7AAA}" type="sibTrans" cxnId="{162037A4-36F5-674C-BC7B-6FBD2877094F}">
      <dgm:prSet/>
      <dgm:spPr/>
      <dgm:t>
        <a:bodyPr/>
        <a:lstStyle/>
        <a:p>
          <a:endParaRPr lang="en-US"/>
        </a:p>
      </dgm:t>
    </dgm:pt>
    <dgm:pt modelId="{2F4B1689-DF70-0148-8583-438AA6955008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Branch_{Crookedness/Centre/</a:t>
          </a:r>
          <a:r>
            <a:rPr lang="en-US" dirty="0" err="1" smtClean="0">
              <a:solidFill>
                <a:schemeClr val="tx1"/>
              </a:solidFill>
            </a:rPr>
            <a:t>head_add</a:t>
          </a:r>
          <a:r>
            <a:rPr lang="en-US" dirty="0" smtClean="0">
              <a:solidFill>
                <a:schemeClr val="tx1"/>
              </a:solidFill>
            </a:rPr>
            <a:t>}</a:t>
          </a:r>
          <a:endParaRPr lang="en-US" dirty="0">
            <a:solidFill>
              <a:schemeClr val="tx1"/>
            </a:solidFill>
          </a:endParaRPr>
        </a:p>
      </dgm:t>
    </dgm:pt>
    <dgm:pt modelId="{22EF830E-15BA-3549-B098-6E1ED9EA22E2}" type="parTrans" cxnId="{CE88DD9A-D747-984E-BF35-655D54A7908A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D9BE633-280D-2440-BF49-163770BB13E6}" type="sibTrans" cxnId="{CE88DD9A-D747-984E-BF35-655D54A7908A}">
      <dgm:prSet/>
      <dgm:spPr/>
      <dgm:t>
        <a:bodyPr/>
        <a:lstStyle/>
        <a:p>
          <a:endParaRPr lang="en-US"/>
        </a:p>
      </dgm:t>
    </dgm:pt>
    <dgm:pt modelId="{690C8C95-2387-6B49-A4A1-E87A19E388C2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Branch_{Centre/Radius}</a:t>
          </a:r>
          <a:endParaRPr lang="en-US" dirty="0">
            <a:solidFill>
              <a:schemeClr val="tx1"/>
            </a:solidFill>
          </a:endParaRPr>
        </a:p>
      </dgm:t>
    </dgm:pt>
    <dgm:pt modelId="{8CB272ED-F64C-154E-8335-437F2E3EDEF0}" type="parTrans" cxnId="{933E9FBB-1B1A-BD45-B8A6-5A23F18DC35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800C8D-AC1B-7441-BD8F-AF9AA22E0A5B}" type="sibTrans" cxnId="{933E9FBB-1B1A-BD45-B8A6-5A23F18DC356}">
      <dgm:prSet/>
      <dgm:spPr/>
      <dgm:t>
        <a:bodyPr/>
        <a:lstStyle/>
        <a:p>
          <a:endParaRPr lang="en-US"/>
        </a:p>
      </dgm:t>
    </dgm:pt>
    <dgm:pt modelId="{C51AE83F-F148-FB46-9F34-B04D3E65CEF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Primary_Tropism</a:t>
          </a:r>
          <a:r>
            <a:rPr lang="en-US" dirty="0" smtClean="0">
              <a:solidFill>
                <a:schemeClr val="tx1"/>
              </a:solidFill>
            </a:rPr>
            <a:t>_{Factor/Direction}</a:t>
          </a:r>
          <a:endParaRPr lang="en-US" dirty="0">
            <a:solidFill>
              <a:schemeClr val="tx1"/>
            </a:solidFill>
          </a:endParaRPr>
        </a:p>
      </dgm:t>
    </dgm:pt>
    <dgm:pt modelId="{C2046ED6-6187-4144-9842-23E300B31BC1}" type="parTrans" cxnId="{4F7148F6-936E-3C49-B84B-9E6EE6C1644C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9793DEA-A4F4-FF42-8EE7-0518B22FD1DB}" type="sibTrans" cxnId="{4F7148F6-936E-3C49-B84B-9E6EE6C1644C}">
      <dgm:prSet/>
      <dgm:spPr/>
      <dgm:t>
        <a:bodyPr/>
        <a:lstStyle/>
        <a:p>
          <a:endParaRPr lang="en-US"/>
        </a:p>
      </dgm:t>
    </dgm:pt>
    <dgm:pt modelId="{284E6D2B-5BC1-294E-B4FC-541C74696F36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Primary_{</a:t>
          </a:r>
          <a:r>
            <a:rPr lang="en-US" dirty="0" err="1" smtClean="0">
              <a:solidFill>
                <a:schemeClr val="tx1"/>
              </a:solidFill>
            </a:rPr>
            <a:t>Lambdacx</a:t>
          </a:r>
          <a:r>
            <a:rPr lang="en-US" dirty="0" smtClean="0">
              <a:solidFill>
                <a:schemeClr val="tx1"/>
              </a:solidFill>
            </a:rPr>
            <a:t>/</a:t>
          </a:r>
          <a:r>
            <a:rPr lang="en-US" dirty="0" err="1" smtClean="0">
              <a:solidFill>
                <a:schemeClr val="tx1"/>
              </a:solidFill>
            </a:rPr>
            <a:t>Lambdacy</a:t>
          </a:r>
          <a:r>
            <a:rPr lang="en-US" dirty="0" smtClean="0">
              <a:solidFill>
                <a:schemeClr val="tx1"/>
              </a:solidFill>
            </a:rPr>
            <a:t>/Gamma/Moisture}</a:t>
          </a:r>
          <a:endParaRPr lang="en-US" dirty="0">
            <a:solidFill>
              <a:schemeClr val="tx1"/>
            </a:solidFill>
          </a:endParaRPr>
        </a:p>
      </dgm:t>
    </dgm:pt>
    <dgm:pt modelId="{0AB16857-8DA8-8145-BB4C-616813260721}" type="parTrans" cxnId="{2140A59C-0A6A-5D43-A6EE-0EAABB701AEE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0DC3490-818D-4548-9D5E-24AD71732232}" type="sibTrans" cxnId="{2140A59C-0A6A-5D43-A6EE-0EAABB701AEE}">
      <dgm:prSet/>
      <dgm:spPr/>
      <dgm:t>
        <a:bodyPr/>
        <a:lstStyle/>
        <a:p>
          <a:endParaRPr lang="en-US"/>
        </a:p>
      </dgm:t>
    </dgm:pt>
    <dgm:pt modelId="{9B954E5F-E15F-0942-B324-09E5BD4044B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Vegetation_permittivity</a:t>
          </a:r>
          <a:endParaRPr lang="en-US" dirty="0">
            <a:solidFill>
              <a:schemeClr val="tx1"/>
            </a:solidFill>
          </a:endParaRPr>
        </a:p>
      </dgm:t>
    </dgm:pt>
    <dgm:pt modelId="{8AB091F7-4F81-2946-A090-E174D6CAA6FC}" type="parTrans" cxnId="{9EE0A24C-7406-D64D-93F9-506393B4144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0767E26-32C4-0245-9011-3C3B3C82CDCE}" type="sibTrans" cxnId="{9EE0A24C-7406-D64D-93F9-506393B4144F}">
      <dgm:prSet/>
      <dgm:spPr/>
      <dgm:t>
        <a:bodyPr/>
        <a:lstStyle/>
        <a:p>
          <a:endParaRPr lang="en-US"/>
        </a:p>
      </dgm:t>
    </dgm:pt>
    <dgm:pt modelId="{0CED4126-6773-5145-A509-1C405A3E559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RayCrownIntersection</a:t>
          </a:r>
          <a:endParaRPr lang="en-US" dirty="0">
            <a:solidFill>
              <a:schemeClr val="tx1"/>
            </a:solidFill>
          </a:endParaRPr>
        </a:p>
      </dgm:t>
    </dgm:pt>
    <dgm:pt modelId="{B8B2DD68-12F0-8E42-9534-0D264C7EFA1F}" type="parTrans" cxnId="{80587550-BB80-C04A-AE10-CF1EC235829B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35F2942-42C5-CE4F-9EF8-CD3619C39FCD}" type="sibTrans" cxnId="{80587550-BB80-C04A-AE10-CF1EC235829B}">
      <dgm:prSet/>
      <dgm:spPr/>
      <dgm:t>
        <a:bodyPr/>
        <a:lstStyle/>
        <a:p>
          <a:endParaRPr lang="en-US"/>
        </a:p>
      </dgm:t>
    </dgm:pt>
    <dgm:pt modelId="{F1E454DE-5948-6343-B232-38C08C28771D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Create_{Branch/Ray/Spheroid}</a:t>
          </a:r>
          <a:endParaRPr lang="en-US" dirty="0">
            <a:solidFill>
              <a:schemeClr val="tx1"/>
            </a:solidFill>
          </a:endParaRPr>
        </a:p>
      </dgm:t>
    </dgm:pt>
    <dgm:pt modelId="{2F58BBC8-FFE9-6645-AAD6-7EE99C10E7F9}" type="parTrans" cxnId="{2AF4E2CB-3DEE-7C43-B9B2-D071489DFF69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AF6B03A-8B02-7843-9287-49BB9686E20C}" type="sibTrans" cxnId="{2AF4E2CB-3DEE-7C43-B9B2-D071489DFF69}">
      <dgm:prSet/>
      <dgm:spPr/>
      <dgm:t>
        <a:bodyPr/>
        <a:lstStyle/>
        <a:p>
          <a:endParaRPr lang="en-US"/>
        </a:p>
      </dgm:t>
    </dgm:pt>
    <dgm:pt modelId="{3086C30F-6662-6743-9AF2-F5546E8A4225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Assign_Branch</a:t>
          </a:r>
          <a:endParaRPr lang="en-US" dirty="0">
            <a:solidFill>
              <a:schemeClr val="tx1"/>
            </a:solidFill>
          </a:endParaRPr>
        </a:p>
      </dgm:t>
    </dgm:pt>
    <dgm:pt modelId="{B52EF74F-3287-8540-8BED-4C914917D114}" type="parTrans" cxnId="{7899FFA3-D8D1-5046-A2A9-B257278E24C7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BCBA034-7CB5-4B4A-8B08-B8EB516BD0BA}" type="sibTrans" cxnId="{7899FFA3-D8D1-5046-A2A9-B257278E24C7}">
      <dgm:prSet/>
      <dgm:spPr/>
      <dgm:t>
        <a:bodyPr/>
        <a:lstStyle/>
        <a:p>
          <a:endParaRPr lang="en-US"/>
        </a:p>
      </dgm:t>
    </dgm:pt>
    <dgm:pt modelId="{B6D155FB-D3C8-CD4F-A595-61E48F2CC387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Branch_{Crookedness/Centre/</a:t>
          </a:r>
          <a:r>
            <a:rPr lang="en-US" err="1" smtClean="0">
              <a:solidFill>
                <a:schemeClr val="tx1"/>
              </a:solidFill>
            </a:rPr>
            <a:t>head_add</a:t>
          </a:r>
          <a:r>
            <a:rPr lang="en-US" smtClean="0">
              <a:solidFill>
                <a:schemeClr val="tx1"/>
              </a:solidFill>
            </a:rPr>
            <a:t>}</a:t>
          </a:r>
          <a:endParaRPr lang="en-US" dirty="0">
            <a:solidFill>
              <a:schemeClr val="tx1"/>
            </a:solidFill>
          </a:endParaRPr>
        </a:p>
      </dgm:t>
    </dgm:pt>
    <dgm:pt modelId="{4B2CDB21-075A-AC42-83AC-38D887767137}" type="parTrans" cxnId="{04DCA7AD-7688-7244-BF6C-CCB35D5C56E3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8F04474-8953-3243-A970-35E12992BF76}" type="sibTrans" cxnId="{04DCA7AD-7688-7244-BF6C-CCB35D5C56E3}">
      <dgm:prSet/>
      <dgm:spPr/>
      <dgm:t>
        <a:bodyPr/>
        <a:lstStyle/>
        <a:p>
          <a:endParaRPr lang="en-US"/>
        </a:p>
      </dgm:t>
    </dgm:pt>
    <dgm:pt modelId="{D37C2303-BDFD-054B-A0D2-A56535619895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Realise_PINE001_Secondaries</a:t>
          </a:r>
          <a:endParaRPr lang="en-US" dirty="0">
            <a:solidFill>
              <a:schemeClr val="tx1"/>
            </a:solidFill>
          </a:endParaRPr>
        </a:p>
      </dgm:t>
    </dgm:pt>
    <dgm:pt modelId="{15B14A5C-1195-B44B-9DD0-50AAB284CCB0}" type="parTrans" cxnId="{460F0E95-5A85-E54B-A2A3-C54987D7F15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B915C96-5454-5341-A93F-F0D0506C27BA}" type="sibTrans" cxnId="{460F0E95-5A85-E54B-A2A3-C54987D7F156}">
      <dgm:prSet/>
      <dgm:spPr/>
      <dgm:t>
        <a:bodyPr/>
        <a:lstStyle/>
        <a:p>
          <a:endParaRPr lang="en-US"/>
        </a:p>
      </dgm:t>
    </dgm:pt>
    <dgm:pt modelId="{5799BE70-63D1-3A48-ACFA-1392E4C3D39F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Realise_DECIDUOUS001_Secondaries</a:t>
          </a:r>
          <a:endParaRPr lang="en-US" dirty="0">
            <a:solidFill>
              <a:schemeClr val="tx1"/>
            </a:solidFill>
          </a:endParaRPr>
        </a:p>
      </dgm:t>
    </dgm:pt>
    <dgm:pt modelId="{FD1BDB38-810B-AD45-B7C8-2043D8F05538}" type="parTrans" cxnId="{5EAA6179-36C6-C140-BCD1-B243D6988D2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D8C613B-5763-C94C-92EA-7B1DA4B45776}" type="sibTrans" cxnId="{5EAA6179-36C6-C140-BCD1-B243D6988D2F}">
      <dgm:prSet/>
      <dgm:spPr/>
      <dgm:t>
        <a:bodyPr/>
        <a:lstStyle/>
        <a:p>
          <a:endParaRPr lang="en-US"/>
        </a:p>
      </dgm:t>
    </dgm:pt>
    <dgm:pt modelId="{3F64B090-4763-9049-8E3C-7A971CCA86E6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Create_Crown</a:t>
          </a:r>
          <a:endParaRPr lang="en-US" dirty="0">
            <a:solidFill>
              <a:schemeClr val="tx1"/>
            </a:solidFill>
          </a:endParaRPr>
        </a:p>
      </dgm:t>
    </dgm:pt>
    <dgm:pt modelId="{3B157DD1-D304-9E48-8239-D11131CF175A}" type="parTrans" cxnId="{5521A797-B612-1E41-8468-7B400162FE09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DF71B69-FC5E-1949-9097-F8D857807A77}" type="sibTrans" cxnId="{5521A797-B612-1E41-8468-7B400162FE09}">
      <dgm:prSet/>
      <dgm:spPr/>
      <dgm:t>
        <a:bodyPr/>
        <a:lstStyle/>
        <a:p>
          <a:endParaRPr lang="en-US"/>
        </a:p>
      </dgm:t>
    </dgm:pt>
    <dgm:pt modelId="{11B7370A-E44B-F141-8030-FC2EE0B987E2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Branch_Centre</a:t>
          </a:r>
          <a:endParaRPr lang="en-US" dirty="0">
            <a:solidFill>
              <a:schemeClr val="tx1"/>
            </a:solidFill>
          </a:endParaRPr>
        </a:p>
      </dgm:t>
    </dgm:pt>
    <dgm:pt modelId="{99D8EEFC-A385-2248-A9DC-A789B4D26C02}" type="parTrans" cxnId="{0F2A98BE-4682-6741-9599-A0A53CE65E7E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38B6BBF-39B8-AE45-9C9A-FDD41AE8A660}" type="sibTrans" cxnId="{0F2A98BE-4682-6741-9599-A0A53CE65E7E}">
      <dgm:prSet/>
      <dgm:spPr/>
      <dgm:t>
        <a:bodyPr/>
        <a:lstStyle/>
        <a:p>
          <a:endParaRPr lang="en-US"/>
        </a:p>
      </dgm:t>
    </dgm:pt>
    <dgm:pt modelId="{FA142AF7-81C1-0E47-8611-C085B5B24EAA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Number_of_Secondaries</a:t>
          </a:r>
          <a:endParaRPr lang="en-US" dirty="0">
            <a:solidFill>
              <a:schemeClr val="tx1"/>
            </a:solidFill>
          </a:endParaRPr>
        </a:p>
      </dgm:t>
    </dgm:pt>
    <dgm:pt modelId="{099217EC-CE96-2A48-9A1B-36257C9D1BD7}" type="parTrans" cxnId="{FEDFB031-056B-9C4F-9362-42415F230BD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4B6E6BB-7AC1-3241-B487-3BDB1004B136}" type="sibTrans" cxnId="{FEDFB031-056B-9C4F-9362-42415F230BD6}">
      <dgm:prSet/>
      <dgm:spPr/>
      <dgm:t>
        <a:bodyPr/>
        <a:lstStyle/>
        <a:p>
          <a:endParaRPr lang="en-US"/>
        </a:p>
      </dgm:t>
    </dgm:pt>
    <dgm:pt modelId="{5DC1A23D-8D26-7741-85DD-61A101C81F96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Pine_Secondary_Length</a:t>
          </a:r>
          <a:endParaRPr lang="en-US" dirty="0">
            <a:solidFill>
              <a:schemeClr val="tx1"/>
            </a:solidFill>
          </a:endParaRPr>
        </a:p>
      </dgm:t>
    </dgm:pt>
    <dgm:pt modelId="{88F7A2B5-1814-DC40-9E9A-2D63F11E6200}" type="parTrans" cxnId="{09C1533F-3437-9C40-87FE-4276ACBF791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F0CEB09-4784-BF4E-9DD8-ADAFF15A0F01}" type="sibTrans" cxnId="{09C1533F-3437-9C40-87FE-4276ACBF7914}">
      <dgm:prSet/>
      <dgm:spPr/>
      <dgm:t>
        <a:bodyPr/>
        <a:lstStyle/>
        <a:p>
          <a:endParaRPr lang="en-US"/>
        </a:p>
      </dgm:t>
    </dgm:pt>
    <dgm:pt modelId="{43B8486B-3DE7-A147-8D0B-D06EBB32097C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Secondary_{Tropism_{Factor/Direction}/</a:t>
          </a:r>
          <a:r>
            <a:rPr lang="en-US" dirty="0" err="1" smtClean="0">
              <a:solidFill>
                <a:schemeClr val="tx1"/>
              </a:solidFill>
            </a:rPr>
            <a:t>Lamdacx</a:t>
          </a:r>
          <a:r>
            <a:rPr lang="en-US" dirty="0" smtClean="0">
              <a:solidFill>
                <a:schemeClr val="tx1"/>
              </a:solidFill>
            </a:rPr>
            <a:t>/</a:t>
          </a:r>
          <a:r>
            <a:rPr lang="en-US" dirty="0" err="1" smtClean="0">
              <a:solidFill>
                <a:schemeClr val="tx1"/>
              </a:solidFill>
            </a:rPr>
            <a:t>Lamdacy</a:t>
          </a:r>
          <a:r>
            <a:rPr lang="en-US" dirty="0" smtClean="0">
              <a:solidFill>
                <a:schemeClr val="tx1"/>
              </a:solidFill>
            </a:rPr>
            <a:t>/Gamma}</a:t>
          </a:r>
          <a:endParaRPr lang="en-US" dirty="0">
            <a:solidFill>
              <a:schemeClr val="tx1"/>
            </a:solidFill>
          </a:endParaRPr>
        </a:p>
      </dgm:t>
    </dgm:pt>
    <dgm:pt modelId="{58066C04-7A3A-984E-93B9-0476E111A1EF}" type="parTrans" cxnId="{64E77048-67D8-B342-A22F-8D2E6E14BE7E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65BA29E-F01D-644B-BD17-AFA83DF31E06}" type="sibTrans" cxnId="{64E77048-67D8-B342-A22F-8D2E6E14BE7E}">
      <dgm:prSet/>
      <dgm:spPr/>
      <dgm:t>
        <a:bodyPr/>
        <a:lstStyle/>
        <a:p>
          <a:endParaRPr lang="en-US"/>
        </a:p>
      </dgm:t>
    </dgm:pt>
    <dgm:pt modelId="{43C93368-169A-9C41-A02B-A35B5319D182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RayCrownIntersection</a:t>
          </a:r>
          <a:endParaRPr lang="en-US" dirty="0">
            <a:solidFill>
              <a:schemeClr val="tx1"/>
            </a:solidFill>
          </a:endParaRPr>
        </a:p>
      </dgm:t>
    </dgm:pt>
    <dgm:pt modelId="{31C6ADBB-FDFD-5E4E-AE86-C1FBD055EECA}" type="parTrans" cxnId="{E62C7557-7725-6B40-9997-AF5D31E56F7B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BB776B-9716-1044-9E09-599C839A4120}" type="sibTrans" cxnId="{E62C7557-7725-6B40-9997-AF5D31E56F7B}">
      <dgm:prSet/>
      <dgm:spPr/>
      <dgm:t>
        <a:bodyPr/>
        <a:lstStyle/>
        <a:p>
          <a:endParaRPr lang="en-US"/>
        </a:p>
      </dgm:t>
    </dgm:pt>
    <dgm:pt modelId="{3FAC7A56-6CCC-6A4B-A9C3-D90C2E2220BF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Assign_Branch</a:t>
          </a:r>
          <a:endParaRPr lang="en-US" dirty="0">
            <a:solidFill>
              <a:schemeClr val="tx1"/>
            </a:solidFill>
          </a:endParaRPr>
        </a:p>
      </dgm:t>
    </dgm:pt>
    <dgm:pt modelId="{9EF32247-71D6-8A4A-85EE-C270E7E3EED7}" type="parTrans" cxnId="{B1CB74F5-2CC7-554C-BEAE-02A2F5CC38C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6BC48FC-63D4-3F49-9360-A016DAD06EC9}" type="sibTrans" cxnId="{B1CB74F5-2CC7-554C-BEAE-02A2F5CC38CF}">
      <dgm:prSet/>
      <dgm:spPr/>
      <dgm:t>
        <a:bodyPr/>
        <a:lstStyle/>
        <a:p>
          <a:endParaRPr lang="en-US"/>
        </a:p>
      </dgm:t>
    </dgm:pt>
    <dgm:pt modelId="{D7897B01-0932-0E42-A7CB-4EFA4D5182D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Branch_{Crookedness/Centre/</a:t>
          </a:r>
          <a:r>
            <a:rPr lang="en-US" dirty="0" err="1" smtClean="0">
              <a:solidFill>
                <a:schemeClr val="tx1"/>
              </a:solidFill>
            </a:rPr>
            <a:t>head_add</a:t>
          </a:r>
          <a:r>
            <a:rPr lang="en-US" dirty="0" smtClean="0">
              <a:solidFill>
                <a:schemeClr val="tx1"/>
              </a:solidFill>
            </a:rPr>
            <a:t>}</a:t>
          </a:r>
          <a:endParaRPr lang="en-US" dirty="0">
            <a:solidFill>
              <a:schemeClr val="tx1"/>
            </a:solidFill>
          </a:endParaRPr>
        </a:p>
      </dgm:t>
    </dgm:pt>
    <dgm:pt modelId="{14534D30-7436-A243-BAB6-012897038D7F}" type="parTrans" cxnId="{EF953FBD-093D-0541-8888-3F49ADA0D6C5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73C0390-E9ED-9441-910C-75AA79A2523D}" type="sibTrans" cxnId="{EF953FBD-093D-0541-8888-3F49ADA0D6C5}">
      <dgm:prSet/>
      <dgm:spPr/>
      <dgm:t>
        <a:bodyPr/>
        <a:lstStyle/>
        <a:p>
          <a:endParaRPr lang="en-US"/>
        </a:p>
      </dgm:t>
    </dgm:pt>
    <dgm:pt modelId="{A386BB55-02A9-1843-B511-BA496054ECB7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900" dirty="0" err="1" smtClean="0">
              <a:solidFill>
                <a:schemeClr val="tx1"/>
              </a:solidFill>
            </a:rPr>
            <a:t>Realise_Secondaries</a:t>
          </a:r>
          <a:r>
            <a:rPr lang="en-US" sz="900" dirty="0" smtClean="0">
              <a:solidFill>
                <a:schemeClr val="tx1"/>
              </a:solidFill>
            </a:rPr>
            <a:t> </a:t>
          </a:r>
        </a:p>
        <a:p>
          <a:r>
            <a:rPr lang="en-US" sz="900" dirty="0" smtClean="0">
              <a:solidFill>
                <a:schemeClr val="tx1"/>
              </a:solidFill>
            </a:rPr>
            <a:t>(for each primary)</a:t>
          </a:r>
          <a:endParaRPr lang="en-US" sz="900" dirty="0">
            <a:solidFill>
              <a:schemeClr val="tx1"/>
            </a:solidFill>
          </a:endParaRPr>
        </a:p>
      </dgm:t>
    </dgm:pt>
    <dgm:pt modelId="{EB4FBDC4-3F57-C540-A742-8A54A5CD990D}" type="sibTrans" cxnId="{8CA7F66C-A646-C946-B077-D298F00A9EC2}">
      <dgm:prSet/>
      <dgm:spPr/>
      <dgm:t>
        <a:bodyPr/>
        <a:lstStyle/>
        <a:p>
          <a:endParaRPr lang="en-US"/>
        </a:p>
      </dgm:t>
    </dgm:pt>
    <dgm:pt modelId="{BF60B9E9-345D-944E-B088-3FABD55EF6E0}" type="parTrans" cxnId="{8CA7F66C-A646-C946-B077-D298F00A9EC2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336F569-F35C-3848-AE30-D89EE3FCB5A6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Create_{Branch/Ray/Spheroid}</a:t>
          </a:r>
          <a:endParaRPr lang="en-US" dirty="0">
            <a:solidFill>
              <a:schemeClr val="tx1"/>
            </a:solidFill>
          </a:endParaRPr>
        </a:p>
      </dgm:t>
    </dgm:pt>
    <dgm:pt modelId="{C28F69F4-496C-F649-9197-35011721F4C5}" type="parTrans" cxnId="{E9545B55-E09B-CF48-A420-B0517458AD5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E3EAD35-7F53-DF45-9125-A25F119A7C21}" type="sibTrans" cxnId="{E9545B55-E09B-CF48-A420-B0517458AD54}">
      <dgm:prSet/>
      <dgm:spPr/>
      <dgm:t>
        <a:bodyPr/>
        <a:lstStyle/>
        <a:p>
          <a:endParaRPr lang="en-US"/>
        </a:p>
      </dgm:t>
    </dgm:pt>
    <dgm:pt modelId="{433FDEE6-8AA9-5246-9CED-128DAED99F4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Assign_Spheroid</a:t>
          </a:r>
          <a:endParaRPr lang="en-US" dirty="0">
            <a:solidFill>
              <a:schemeClr val="tx1"/>
            </a:solidFill>
          </a:endParaRPr>
        </a:p>
      </dgm:t>
    </dgm:pt>
    <dgm:pt modelId="{1EA09781-D0CC-654A-B7BD-B7E7D1A90CCB}" type="parTrans" cxnId="{0BDD740F-9AA7-944F-89D4-49D941591DFC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866F69C-02A7-4246-8C23-06E56F736DD0}" type="sibTrans" cxnId="{0BDD740F-9AA7-944F-89D4-49D941591DFC}">
      <dgm:prSet/>
      <dgm:spPr/>
      <dgm:t>
        <a:bodyPr/>
        <a:lstStyle/>
        <a:p>
          <a:endParaRPr lang="en-US"/>
        </a:p>
      </dgm:t>
    </dgm:pt>
    <dgm:pt modelId="{37EEC22D-3772-C745-B1A7-CE41A28ACE3B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Secondary_{Tropism_{Factor/Direction}/</a:t>
          </a:r>
          <a:r>
            <a:rPr lang="en-US" dirty="0" err="1" smtClean="0">
              <a:solidFill>
                <a:schemeClr val="tx1"/>
              </a:solidFill>
            </a:rPr>
            <a:t>Lamdacx</a:t>
          </a:r>
          <a:r>
            <a:rPr lang="en-US" dirty="0" smtClean="0">
              <a:solidFill>
                <a:schemeClr val="tx1"/>
              </a:solidFill>
            </a:rPr>
            <a:t>/</a:t>
          </a:r>
          <a:r>
            <a:rPr lang="en-US" dirty="0" err="1" smtClean="0">
              <a:solidFill>
                <a:schemeClr val="tx1"/>
              </a:solidFill>
            </a:rPr>
            <a:t>Lamdacy</a:t>
          </a:r>
          <a:r>
            <a:rPr lang="en-US" dirty="0" smtClean="0">
              <a:solidFill>
                <a:schemeClr val="tx1"/>
              </a:solidFill>
            </a:rPr>
            <a:t>/Gamma}</a:t>
          </a:r>
          <a:endParaRPr lang="en-US" dirty="0">
            <a:solidFill>
              <a:schemeClr val="tx1"/>
            </a:solidFill>
          </a:endParaRPr>
        </a:p>
      </dgm:t>
    </dgm:pt>
    <dgm:pt modelId="{8EF9A176-7093-CA44-8BE2-BB841C5CB03F}" type="parTrans" cxnId="{483DF60A-93F4-1940-9060-BDBA83FA00EF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25DE05-9303-6F44-B133-D6C8D524172C}" type="sibTrans" cxnId="{483DF60A-93F4-1940-9060-BDBA83FA00EF}">
      <dgm:prSet/>
      <dgm:spPr/>
      <dgm:t>
        <a:bodyPr/>
        <a:lstStyle/>
        <a:p>
          <a:endParaRPr lang="en-US"/>
        </a:p>
      </dgm:t>
    </dgm:pt>
    <dgm:pt modelId="{0EB6F889-9767-124A-A79D-6D157F8053AE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RaySpheroidIntersection</a:t>
          </a:r>
          <a:endParaRPr lang="en-US" dirty="0">
            <a:solidFill>
              <a:schemeClr val="tx1"/>
            </a:solidFill>
          </a:endParaRPr>
        </a:p>
      </dgm:t>
    </dgm:pt>
    <dgm:pt modelId="{BDE6E323-407B-7349-8C09-5607CC0C7E13}" type="parTrans" cxnId="{1B6C5EFF-C800-E54C-A136-064A2720849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35A5100-32F7-7E48-A6E0-04885B12490E}" type="sibTrans" cxnId="{1B6C5EFF-C800-E54C-A136-064A27208494}">
      <dgm:prSet/>
      <dgm:spPr/>
      <dgm:t>
        <a:bodyPr/>
        <a:lstStyle/>
        <a:p>
          <a:endParaRPr lang="en-US"/>
        </a:p>
      </dgm:t>
    </dgm:pt>
    <dgm:pt modelId="{4B274D9F-B634-4343-A83C-4E6309C8E50B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Assign_Branch</a:t>
          </a:r>
          <a:endParaRPr lang="en-US" dirty="0" smtClean="0">
            <a:solidFill>
              <a:schemeClr val="tx1"/>
            </a:solidFill>
          </a:endParaRPr>
        </a:p>
      </dgm:t>
    </dgm:pt>
    <dgm:pt modelId="{5285725B-A94E-294F-858E-E0A7AA7B7F34}" type="parTrans" cxnId="{9B2F169A-0B5F-624B-890C-0381DA8F251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E1E9434-4F83-B542-9672-6F815667EBA1}" type="sibTrans" cxnId="{9B2F169A-0B5F-624B-890C-0381DA8F2514}">
      <dgm:prSet/>
      <dgm:spPr/>
      <dgm:t>
        <a:bodyPr/>
        <a:lstStyle/>
        <a:p>
          <a:endParaRPr lang="en-US"/>
        </a:p>
      </dgm:t>
    </dgm:pt>
    <dgm:pt modelId="{A1A6C7CC-32F3-5D48-A61E-4312EF244B22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Branch_{Crookedness/Centre/</a:t>
          </a:r>
          <a:r>
            <a:rPr lang="en-US" dirty="0" err="1" smtClean="0">
              <a:solidFill>
                <a:schemeClr val="tx1"/>
              </a:solidFill>
            </a:rPr>
            <a:t>head_add</a:t>
          </a:r>
          <a:r>
            <a:rPr lang="en-US" dirty="0" smtClean="0">
              <a:solidFill>
                <a:schemeClr val="tx1"/>
              </a:solidFill>
            </a:rPr>
            <a:t>}</a:t>
          </a:r>
        </a:p>
      </dgm:t>
    </dgm:pt>
    <dgm:pt modelId="{D6D12B51-6EEC-FC4D-8728-101AE2A32EB6}" type="parTrans" cxnId="{D532FB05-4669-7543-89E3-F587CD81FC89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22C4FEB-A87F-1340-95B6-5EA7F1FF612F}" type="sibTrans" cxnId="{D532FB05-4669-7543-89E3-F587CD81FC89}">
      <dgm:prSet/>
      <dgm:spPr/>
      <dgm:t>
        <a:bodyPr/>
        <a:lstStyle/>
        <a:p>
          <a:endParaRPr lang="en-US"/>
        </a:p>
      </dgm:t>
    </dgm:pt>
    <dgm:pt modelId="{26A51DA6-7DBC-8345-9C2D-452230929AE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Create_Branch</a:t>
          </a:r>
          <a:endParaRPr lang="en-US" dirty="0">
            <a:solidFill>
              <a:schemeClr val="tx1"/>
            </a:solidFill>
          </a:endParaRPr>
        </a:p>
      </dgm:t>
    </dgm:pt>
    <dgm:pt modelId="{4272E3E7-FD9C-2B4B-A386-35839BDD8C4E}" type="parTrans" cxnId="{E7308B12-5D6A-A141-9B70-DE2CF0DB91E1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6267472-89F7-8E45-8EED-C8BFF738D855}" type="sibTrans" cxnId="{E7308B12-5D6A-A141-9B70-DE2CF0DB91E1}">
      <dgm:prSet/>
      <dgm:spPr/>
      <dgm:t>
        <a:bodyPr/>
        <a:lstStyle/>
        <a:p>
          <a:endParaRPr lang="en-US"/>
        </a:p>
      </dgm:t>
    </dgm:pt>
    <dgm:pt modelId="{FF1965D2-351E-9E41-9546-CF5C4BC95A6D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Tertiary_Branch_Moisture</a:t>
          </a:r>
          <a:endParaRPr lang="en-US" dirty="0">
            <a:solidFill>
              <a:schemeClr val="tx1"/>
            </a:solidFill>
          </a:endParaRPr>
        </a:p>
      </dgm:t>
    </dgm:pt>
    <dgm:pt modelId="{7C00315B-18A0-5E47-8E21-13547AE38F72}" type="parTrans" cxnId="{1C834D46-1C06-1045-9E46-E88AC3C72E5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5F189CD-DB65-C04A-9226-DC68F9B97C1B}" type="sibTrans" cxnId="{1C834D46-1C06-1045-9E46-E88AC3C72E54}">
      <dgm:prSet/>
      <dgm:spPr/>
      <dgm:t>
        <a:bodyPr/>
        <a:lstStyle/>
        <a:p>
          <a:endParaRPr lang="en-US"/>
        </a:p>
      </dgm:t>
    </dgm:pt>
    <dgm:pt modelId="{7B4B5460-2DFC-6E40-AE48-4844B25F7014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Random_Crown_Location</a:t>
          </a:r>
          <a:endParaRPr lang="en-US" dirty="0">
            <a:solidFill>
              <a:schemeClr val="tx1"/>
            </a:solidFill>
          </a:endParaRPr>
        </a:p>
      </dgm:t>
    </dgm:pt>
    <dgm:pt modelId="{4274FC44-9352-BE45-B9B6-FCF17703BC93}" type="parTrans" cxnId="{63B5341F-E7AF-C84E-B000-768083C07852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DC5C125-E2DB-4040-90CB-3296AFD0F34C}" type="sibTrans" cxnId="{63B5341F-E7AF-C84E-B000-768083C07852}">
      <dgm:prSet/>
      <dgm:spPr/>
      <dgm:t>
        <a:bodyPr/>
        <a:lstStyle/>
        <a:p>
          <a:endParaRPr lang="en-US"/>
        </a:p>
      </dgm:t>
    </dgm:pt>
    <dgm:pt modelId="{91019AC0-729B-DC49-A8E1-32269D4058CA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Assign_Branch</a:t>
          </a:r>
          <a:endParaRPr lang="en-US" dirty="0">
            <a:solidFill>
              <a:schemeClr val="tx1"/>
            </a:solidFill>
          </a:endParaRPr>
        </a:p>
      </dgm:t>
    </dgm:pt>
    <dgm:pt modelId="{EDD589B2-27BA-0F4C-B8D8-9D48FD8AE5EA}" type="parTrans" cxnId="{A42AA255-DEC7-864C-9D04-0B4A1D69F205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BC153F5-D668-E04C-AAAE-7B2B5B154514}" type="sibTrans" cxnId="{A42AA255-DEC7-864C-9D04-0B4A1D69F205}">
      <dgm:prSet/>
      <dgm:spPr/>
      <dgm:t>
        <a:bodyPr/>
        <a:lstStyle/>
        <a:p>
          <a:endParaRPr lang="en-US"/>
        </a:p>
      </dgm:t>
    </dgm:pt>
    <dgm:pt modelId="{5816C48D-B1A1-F248-89E4-28298F1CBE71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Branch_{Crookedness/Centre/</a:t>
          </a:r>
          <a:r>
            <a:rPr lang="en-US" dirty="0" err="1" smtClean="0">
              <a:solidFill>
                <a:schemeClr val="tx1"/>
              </a:solidFill>
            </a:rPr>
            <a:t>head_add</a:t>
          </a:r>
          <a:r>
            <a:rPr lang="en-US" dirty="0" smtClean="0">
              <a:solidFill>
                <a:schemeClr val="tx1"/>
              </a:solidFill>
            </a:rPr>
            <a:t>}</a:t>
          </a:r>
          <a:endParaRPr lang="en-US" dirty="0">
            <a:solidFill>
              <a:schemeClr val="tx1"/>
            </a:solidFill>
          </a:endParaRPr>
        </a:p>
      </dgm:t>
    </dgm:pt>
    <dgm:pt modelId="{684A3F22-96D4-C04D-BD21-8517ED93B3F7}" type="parTrans" cxnId="{84AFCCB9-0B58-3D49-ADA0-1E486B62C8C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FD74851-832B-E748-B482-872CF1E04CDF}" type="sibTrans" cxnId="{84AFCCB9-0B58-3D49-ADA0-1E486B62C8C4}">
      <dgm:prSet/>
      <dgm:spPr/>
      <dgm:t>
        <a:bodyPr/>
        <a:lstStyle/>
        <a:p>
          <a:endParaRPr lang="en-US"/>
        </a:p>
      </dgm:t>
    </dgm:pt>
    <dgm:pt modelId="{A20E1016-0818-5A4B-989F-BB0F7466B13C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Random_Crown_Location</a:t>
          </a:r>
          <a:endParaRPr lang="en-US" dirty="0">
            <a:solidFill>
              <a:schemeClr val="tx1"/>
            </a:solidFill>
          </a:endParaRPr>
        </a:p>
      </dgm:t>
    </dgm:pt>
    <dgm:pt modelId="{F148D6E0-CCE0-AD49-A6AB-01491CED10A2}" type="parTrans" cxnId="{98E384FB-1EB6-7C4B-9D17-C78A4E1A8804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B481A42-9931-394F-9509-7719B8BE4476}" type="sibTrans" cxnId="{98E384FB-1EB6-7C4B-9D17-C78A4E1A8804}">
      <dgm:prSet/>
      <dgm:spPr/>
      <dgm:t>
        <a:bodyPr/>
        <a:lstStyle/>
        <a:p>
          <a:endParaRPr lang="en-US"/>
        </a:p>
      </dgm:t>
    </dgm:pt>
    <dgm:pt modelId="{682F4649-B43A-EB45-8843-CD343D5AA3AA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Vegetation_permittivity</a:t>
          </a:r>
          <a:endParaRPr lang="en-US" dirty="0">
            <a:solidFill>
              <a:schemeClr val="tx1"/>
            </a:solidFill>
          </a:endParaRPr>
        </a:p>
      </dgm:t>
    </dgm:pt>
    <dgm:pt modelId="{90422015-3415-A542-BEC5-4C756A5D56C7}" type="parTrans" cxnId="{A34FCC2C-7793-C041-85DA-1002232EEB0B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81FFC54-61CC-4847-ADEE-756B3890E322}" type="sibTrans" cxnId="{A34FCC2C-7793-C041-85DA-1002232EEB0B}">
      <dgm:prSet/>
      <dgm:spPr/>
      <dgm:t>
        <a:bodyPr/>
        <a:lstStyle/>
        <a:p>
          <a:endParaRPr lang="en-US"/>
        </a:p>
      </dgm:t>
    </dgm:pt>
    <dgm:pt modelId="{0675A828-34A7-C245-ADF9-26078E0E83BB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Leaf_Moisture</a:t>
          </a:r>
          <a:endParaRPr lang="en-US" dirty="0">
            <a:solidFill>
              <a:schemeClr val="tx1"/>
            </a:solidFill>
          </a:endParaRPr>
        </a:p>
      </dgm:t>
    </dgm:pt>
    <dgm:pt modelId="{84C214B8-64F5-AB41-86ED-C7328CAFD0ED}" type="parTrans" cxnId="{48299A57-F61D-D649-A63A-2AAF56C6E1FC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8965059-8011-3149-8183-BC9E09686194}" type="sibTrans" cxnId="{48299A57-F61D-D649-A63A-2AAF56C6E1FC}">
      <dgm:prSet/>
      <dgm:spPr/>
      <dgm:t>
        <a:bodyPr/>
        <a:lstStyle/>
        <a:p>
          <a:endParaRPr lang="en-US"/>
        </a:p>
      </dgm:t>
    </dgm:pt>
    <dgm:pt modelId="{07401371-954A-7243-8F6F-0FF9A28E2F1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Assign_Leaf</a:t>
          </a:r>
          <a:endParaRPr lang="en-US" dirty="0">
            <a:solidFill>
              <a:schemeClr val="tx1"/>
            </a:solidFill>
          </a:endParaRPr>
        </a:p>
      </dgm:t>
    </dgm:pt>
    <dgm:pt modelId="{EE5777F7-120A-9A47-8AFD-93F93C054765}" type="parTrans" cxnId="{5F0C2DC1-5717-D148-B142-507EBE5A3339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A0B9619-3605-F143-9837-0828C26EEC47}" type="sibTrans" cxnId="{5F0C2DC1-5717-D148-B142-507EBE5A3339}">
      <dgm:prSet/>
      <dgm:spPr/>
      <dgm:t>
        <a:bodyPr/>
        <a:lstStyle/>
        <a:p>
          <a:endParaRPr lang="en-US"/>
        </a:p>
      </dgm:t>
    </dgm:pt>
    <dgm:pt modelId="{D3B9232F-A283-6241-A9E7-6013A9284319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Leaf_head_add</a:t>
          </a:r>
          <a:endParaRPr lang="en-US" dirty="0">
            <a:solidFill>
              <a:schemeClr val="tx1"/>
            </a:solidFill>
          </a:endParaRPr>
        </a:p>
      </dgm:t>
    </dgm:pt>
    <dgm:pt modelId="{579BC5B2-8A7A-A247-B167-AA51A89AB4B6}" type="parTrans" cxnId="{12927D1B-FF23-3C40-84AB-0CA20AD26843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DDB73D2-6594-E744-A773-04877015B0B7}" type="sibTrans" cxnId="{12927D1B-FF23-3C40-84AB-0CA20AD26843}">
      <dgm:prSet/>
      <dgm:spPr/>
      <dgm:t>
        <a:bodyPr/>
        <a:lstStyle/>
        <a:p>
          <a:endParaRPr lang="en-US"/>
        </a:p>
      </dgm:t>
    </dgm:pt>
    <dgm:pt modelId="{B9588338-300A-FD4C-B686-B432E1AA5323}" type="pres">
      <dgm:prSet presAssocID="{FB4D3BF4-CC29-404B-862D-D1DD73C53E0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50A80EB-98CE-3048-845B-733CA46144CB}" type="pres">
      <dgm:prSet presAssocID="{4B6E7DB6-D8C9-2D44-991C-499777B7E9FD}" presName="hierRoot1" presStyleCnt="0">
        <dgm:presLayoutVars>
          <dgm:hierBranch val="init"/>
        </dgm:presLayoutVars>
      </dgm:prSet>
      <dgm:spPr/>
    </dgm:pt>
    <dgm:pt modelId="{CBB23740-FE58-FF4F-92F3-187CBD45B6F3}" type="pres">
      <dgm:prSet presAssocID="{4B6E7DB6-D8C9-2D44-991C-499777B7E9FD}" presName="rootComposite1" presStyleCnt="0"/>
      <dgm:spPr/>
    </dgm:pt>
    <dgm:pt modelId="{87647BFD-C5C8-CF45-9478-84002CD34575}" type="pres">
      <dgm:prSet presAssocID="{4B6E7DB6-D8C9-2D44-991C-499777B7E9FD}" presName="rootText1" presStyleLbl="node0" presStyleIdx="0" presStyleCnt="1" custScaleX="3398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87437C-FF8C-B246-9FBD-558DF3D4A180}" type="pres">
      <dgm:prSet presAssocID="{4B6E7DB6-D8C9-2D44-991C-499777B7E9F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594CAB73-2DF0-1342-8ED8-32796E05ED41}" type="pres">
      <dgm:prSet presAssocID="{4B6E7DB6-D8C9-2D44-991C-499777B7E9FD}" presName="hierChild2" presStyleCnt="0"/>
      <dgm:spPr/>
    </dgm:pt>
    <dgm:pt modelId="{4DFD6662-6FB6-054E-9053-5D07AAF63159}" type="pres">
      <dgm:prSet presAssocID="{4633D257-C487-8744-BD7A-A9347DE61415}" presName="Name37" presStyleLbl="parChTrans1D2" presStyleIdx="0" presStyleCnt="7"/>
      <dgm:spPr/>
      <dgm:t>
        <a:bodyPr/>
        <a:lstStyle/>
        <a:p>
          <a:endParaRPr lang="en-US"/>
        </a:p>
      </dgm:t>
    </dgm:pt>
    <dgm:pt modelId="{56D9A6B5-E383-B64E-AFA2-F07076AB10A5}" type="pres">
      <dgm:prSet presAssocID="{745187EF-A065-4145-B42F-8C334D92DC59}" presName="hierRoot2" presStyleCnt="0">
        <dgm:presLayoutVars>
          <dgm:hierBranch val="init"/>
        </dgm:presLayoutVars>
      </dgm:prSet>
      <dgm:spPr/>
    </dgm:pt>
    <dgm:pt modelId="{7B26D58E-8A65-0B43-85E0-ABAAA71F3409}" type="pres">
      <dgm:prSet presAssocID="{745187EF-A065-4145-B42F-8C334D92DC59}" presName="rootComposite" presStyleCnt="0"/>
      <dgm:spPr/>
    </dgm:pt>
    <dgm:pt modelId="{9CC661AA-0744-AE41-B3F0-01596482C7A7}" type="pres">
      <dgm:prSet presAssocID="{745187EF-A065-4145-B42F-8C334D92DC59}" presName="rootText" presStyleLbl="node2" presStyleIdx="0" presStyleCnt="7" custScaleX="1340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AA35838-2BF9-F943-A1C0-59C0692661B5}" type="pres">
      <dgm:prSet presAssocID="{745187EF-A065-4145-B42F-8C334D92DC59}" presName="rootConnector" presStyleLbl="node2" presStyleIdx="0" presStyleCnt="7"/>
      <dgm:spPr/>
      <dgm:t>
        <a:bodyPr/>
        <a:lstStyle/>
        <a:p>
          <a:endParaRPr lang="en-US"/>
        </a:p>
      </dgm:t>
    </dgm:pt>
    <dgm:pt modelId="{54EB9DD3-8EF8-C643-9055-E61CAD78B4A0}" type="pres">
      <dgm:prSet presAssocID="{745187EF-A065-4145-B42F-8C334D92DC59}" presName="hierChild4" presStyleCnt="0"/>
      <dgm:spPr/>
    </dgm:pt>
    <dgm:pt modelId="{1EF80D82-0217-C74A-907A-2E4088502C7C}" type="pres">
      <dgm:prSet presAssocID="{745187EF-A065-4145-B42F-8C334D92DC59}" presName="hierChild5" presStyleCnt="0"/>
      <dgm:spPr/>
    </dgm:pt>
    <dgm:pt modelId="{8D6146E2-B309-9042-8C3C-A6F235F5238E}" type="pres">
      <dgm:prSet presAssocID="{0887AAC4-8041-494E-AE8B-00D2C0253291}" presName="Name37" presStyleLbl="parChTrans1D2" presStyleIdx="1" presStyleCnt="7"/>
      <dgm:spPr/>
      <dgm:t>
        <a:bodyPr/>
        <a:lstStyle/>
        <a:p>
          <a:endParaRPr lang="en-US"/>
        </a:p>
      </dgm:t>
    </dgm:pt>
    <dgm:pt modelId="{B7D229DD-432B-C146-B98D-2224B3742867}" type="pres">
      <dgm:prSet presAssocID="{BA10674E-E856-EF46-808B-93E3419C1DEA}" presName="hierRoot2" presStyleCnt="0">
        <dgm:presLayoutVars>
          <dgm:hierBranch val="init"/>
        </dgm:presLayoutVars>
      </dgm:prSet>
      <dgm:spPr/>
    </dgm:pt>
    <dgm:pt modelId="{3B4F9255-E216-7847-A68A-FC7DED6B2623}" type="pres">
      <dgm:prSet presAssocID="{BA10674E-E856-EF46-808B-93E3419C1DEA}" presName="rootComposite" presStyleCnt="0"/>
      <dgm:spPr/>
    </dgm:pt>
    <dgm:pt modelId="{23BBE08E-56BE-1A45-AF27-9075A6219070}" type="pres">
      <dgm:prSet presAssocID="{BA10674E-E856-EF46-808B-93E3419C1DEA}" presName="rootText" presStyleLbl="node2" presStyleIdx="1" presStyleCnt="7" custScaleX="1935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7CEF45-073A-614A-8BFA-1D87030E183E}" type="pres">
      <dgm:prSet presAssocID="{BA10674E-E856-EF46-808B-93E3419C1DEA}" presName="rootConnector" presStyleLbl="node2" presStyleIdx="1" presStyleCnt="7"/>
      <dgm:spPr/>
      <dgm:t>
        <a:bodyPr/>
        <a:lstStyle/>
        <a:p>
          <a:endParaRPr lang="en-US"/>
        </a:p>
      </dgm:t>
    </dgm:pt>
    <dgm:pt modelId="{9440E5D4-6AA7-794E-859F-0349B8FEA267}" type="pres">
      <dgm:prSet presAssocID="{BA10674E-E856-EF46-808B-93E3419C1DEA}" presName="hierChild4" presStyleCnt="0"/>
      <dgm:spPr/>
    </dgm:pt>
    <dgm:pt modelId="{FDCFDA55-A626-B149-9FCD-775AA3F2F737}" type="pres">
      <dgm:prSet presAssocID="{C36902BC-DFE1-B144-963A-B7E83A04FE13}" presName="Name37" presStyleLbl="parChTrans1D3" presStyleIdx="0" presStyleCnt="26"/>
      <dgm:spPr/>
      <dgm:t>
        <a:bodyPr/>
        <a:lstStyle/>
        <a:p>
          <a:endParaRPr lang="en-US"/>
        </a:p>
      </dgm:t>
    </dgm:pt>
    <dgm:pt modelId="{87590121-F71F-AC42-BCA0-F10E4A710303}" type="pres">
      <dgm:prSet presAssocID="{4A5FED70-8BCE-334B-B293-A35849F0EE18}" presName="hierRoot2" presStyleCnt="0">
        <dgm:presLayoutVars>
          <dgm:hierBranch val="init"/>
        </dgm:presLayoutVars>
      </dgm:prSet>
      <dgm:spPr/>
    </dgm:pt>
    <dgm:pt modelId="{1F8133E0-A8AA-9F41-88F2-31F27446C931}" type="pres">
      <dgm:prSet presAssocID="{4A5FED70-8BCE-334B-B293-A35849F0EE18}" presName="rootComposite" presStyleCnt="0"/>
      <dgm:spPr/>
    </dgm:pt>
    <dgm:pt modelId="{DD390B19-6F3C-0E43-AFDD-9FBA01495E69}" type="pres">
      <dgm:prSet presAssocID="{4A5FED70-8BCE-334B-B293-A35849F0EE18}" presName="rootText" presStyleLbl="node3" presStyleIdx="0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0A01A6-82D5-D242-9824-A0AFE06B0791}" type="pres">
      <dgm:prSet presAssocID="{4A5FED70-8BCE-334B-B293-A35849F0EE18}" presName="rootConnector" presStyleLbl="node3" presStyleIdx="0" presStyleCnt="26"/>
      <dgm:spPr/>
      <dgm:t>
        <a:bodyPr/>
        <a:lstStyle/>
        <a:p>
          <a:endParaRPr lang="en-US"/>
        </a:p>
      </dgm:t>
    </dgm:pt>
    <dgm:pt modelId="{05BCFCB7-45D5-CA49-93AB-C20CA5F2A3E8}" type="pres">
      <dgm:prSet presAssocID="{4A5FED70-8BCE-334B-B293-A35849F0EE18}" presName="hierChild4" presStyleCnt="0"/>
      <dgm:spPr/>
    </dgm:pt>
    <dgm:pt modelId="{A27AA4B4-026D-4A4C-A176-121115E7B7E5}" type="pres">
      <dgm:prSet presAssocID="{1A86EB12-46A3-0B49-B916-9D19196EDE2A}" presName="Name37" presStyleLbl="parChTrans1D4" presStyleIdx="0" presStyleCnt="44"/>
      <dgm:spPr/>
      <dgm:t>
        <a:bodyPr/>
        <a:lstStyle/>
        <a:p>
          <a:endParaRPr lang="en-US"/>
        </a:p>
      </dgm:t>
    </dgm:pt>
    <dgm:pt modelId="{E1AFD94E-6FEB-E649-B1B9-387AE6782492}" type="pres">
      <dgm:prSet presAssocID="{78C69A6D-3973-D846-9D8B-6B44722E285E}" presName="hierRoot2" presStyleCnt="0">
        <dgm:presLayoutVars>
          <dgm:hierBranch val="init"/>
        </dgm:presLayoutVars>
      </dgm:prSet>
      <dgm:spPr/>
    </dgm:pt>
    <dgm:pt modelId="{884F19E9-F550-9148-9FDF-089E29285692}" type="pres">
      <dgm:prSet presAssocID="{78C69A6D-3973-D846-9D8B-6B44722E285E}" presName="rootComposite" presStyleCnt="0"/>
      <dgm:spPr/>
    </dgm:pt>
    <dgm:pt modelId="{0B0E3344-EE91-F948-8A83-2F9B94F89716}" type="pres">
      <dgm:prSet presAssocID="{78C69A6D-3973-D846-9D8B-6B44722E285E}" presName="rootText" presStyleLbl="node4" presStyleIdx="0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CCB872-0C83-3F46-8DD4-B45E0160CC44}" type="pres">
      <dgm:prSet presAssocID="{78C69A6D-3973-D846-9D8B-6B44722E285E}" presName="rootConnector" presStyleLbl="node4" presStyleIdx="0" presStyleCnt="44"/>
      <dgm:spPr/>
      <dgm:t>
        <a:bodyPr/>
        <a:lstStyle/>
        <a:p>
          <a:endParaRPr lang="en-US"/>
        </a:p>
      </dgm:t>
    </dgm:pt>
    <dgm:pt modelId="{BD7CF680-A6C3-114F-AF37-8731E46AE956}" type="pres">
      <dgm:prSet presAssocID="{78C69A6D-3973-D846-9D8B-6B44722E285E}" presName="hierChild4" presStyleCnt="0"/>
      <dgm:spPr/>
    </dgm:pt>
    <dgm:pt modelId="{4219DFBA-EA9F-2541-8594-CB7ED71D3752}" type="pres">
      <dgm:prSet presAssocID="{78C69A6D-3973-D846-9D8B-6B44722E285E}" presName="hierChild5" presStyleCnt="0"/>
      <dgm:spPr/>
    </dgm:pt>
    <dgm:pt modelId="{17DFF972-245F-184B-9C42-651733955309}" type="pres">
      <dgm:prSet presAssocID="{1AD94B50-F9C0-AE46-AB9A-0D47BC7E4830}" presName="Name37" presStyleLbl="parChTrans1D4" presStyleIdx="1" presStyleCnt="44"/>
      <dgm:spPr/>
      <dgm:t>
        <a:bodyPr/>
        <a:lstStyle/>
        <a:p>
          <a:endParaRPr lang="en-US"/>
        </a:p>
      </dgm:t>
    </dgm:pt>
    <dgm:pt modelId="{5538E7F2-726A-154F-B170-06CACEEE412E}" type="pres">
      <dgm:prSet presAssocID="{E01EDB7F-3B4A-8D41-8503-585C7EAC8F10}" presName="hierRoot2" presStyleCnt="0">
        <dgm:presLayoutVars>
          <dgm:hierBranch val="init"/>
        </dgm:presLayoutVars>
      </dgm:prSet>
      <dgm:spPr/>
    </dgm:pt>
    <dgm:pt modelId="{D41E0EB5-3456-1944-AEB0-22268085204A}" type="pres">
      <dgm:prSet presAssocID="{E01EDB7F-3B4A-8D41-8503-585C7EAC8F10}" presName="rootComposite" presStyleCnt="0"/>
      <dgm:spPr/>
    </dgm:pt>
    <dgm:pt modelId="{BD4D75DD-E8F1-FE45-8130-3EB203E277D0}" type="pres">
      <dgm:prSet presAssocID="{E01EDB7F-3B4A-8D41-8503-585C7EAC8F10}" presName="rootText" presStyleLbl="node4" presStyleIdx="1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9046553-8648-1E43-A37C-2B1D53AAEF71}" type="pres">
      <dgm:prSet presAssocID="{E01EDB7F-3B4A-8D41-8503-585C7EAC8F10}" presName="rootConnector" presStyleLbl="node4" presStyleIdx="1" presStyleCnt="44"/>
      <dgm:spPr/>
      <dgm:t>
        <a:bodyPr/>
        <a:lstStyle/>
        <a:p>
          <a:endParaRPr lang="en-US"/>
        </a:p>
      </dgm:t>
    </dgm:pt>
    <dgm:pt modelId="{4B006C28-966C-6648-A4AD-279B1583CF35}" type="pres">
      <dgm:prSet presAssocID="{E01EDB7F-3B4A-8D41-8503-585C7EAC8F10}" presName="hierChild4" presStyleCnt="0"/>
      <dgm:spPr/>
    </dgm:pt>
    <dgm:pt modelId="{74E4FACB-FBDA-EB45-809B-B8D953DBDC48}" type="pres">
      <dgm:prSet presAssocID="{E01EDB7F-3B4A-8D41-8503-585C7EAC8F10}" presName="hierChild5" presStyleCnt="0"/>
      <dgm:spPr/>
    </dgm:pt>
    <dgm:pt modelId="{D374CD3F-1C0F-6C46-ABEC-2223CE4852D8}" type="pres">
      <dgm:prSet presAssocID="{B4CD0AC5-A3ED-2242-B17B-6492C9C32EE3}" presName="Name37" presStyleLbl="parChTrans1D4" presStyleIdx="2" presStyleCnt="44"/>
      <dgm:spPr/>
      <dgm:t>
        <a:bodyPr/>
        <a:lstStyle/>
        <a:p>
          <a:endParaRPr lang="en-US"/>
        </a:p>
      </dgm:t>
    </dgm:pt>
    <dgm:pt modelId="{70E8A14D-B69C-0D4D-BDCF-DBA49EDFDE23}" type="pres">
      <dgm:prSet presAssocID="{D3A4341A-5D71-3B4D-86D3-5C71ED4B71C2}" presName="hierRoot2" presStyleCnt="0">
        <dgm:presLayoutVars>
          <dgm:hierBranch val="init"/>
        </dgm:presLayoutVars>
      </dgm:prSet>
      <dgm:spPr/>
    </dgm:pt>
    <dgm:pt modelId="{1FEA0723-81C3-A945-B1A8-31ADE017C1D0}" type="pres">
      <dgm:prSet presAssocID="{D3A4341A-5D71-3B4D-86D3-5C71ED4B71C2}" presName="rootComposite" presStyleCnt="0"/>
      <dgm:spPr/>
    </dgm:pt>
    <dgm:pt modelId="{03043B2A-16D4-2542-8928-59B419A979DB}" type="pres">
      <dgm:prSet presAssocID="{D3A4341A-5D71-3B4D-86D3-5C71ED4B71C2}" presName="rootText" presStyleLbl="node4" presStyleIdx="2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605636-DD9E-9143-8C0E-FA7E84D5AC1A}" type="pres">
      <dgm:prSet presAssocID="{D3A4341A-5D71-3B4D-86D3-5C71ED4B71C2}" presName="rootConnector" presStyleLbl="node4" presStyleIdx="2" presStyleCnt="44"/>
      <dgm:spPr/>
      <dgm:t>
        <a:bodyPr/>
        <a:lstStyle/>
        <a:p>
          <a:endParaRPr lang="en-US"/>
        </a:p>
      </dgm:t>
    </dgm:pt>
    <dgm:pt modelId="{36C32597-47A7-9248-A992-E6A94FA26F93}" type="pres">
      <dgm:prSet presAssocID="{D3A4341A-5D71-3B4D-86D3-5C71ED4B71C2}" presName="hierChild4" presStyleCnt="0"/>
      <dgm:spPr/>
    </dgm:pt>
    <dgm:pt modelId="{EBB9B8F9-FD06-B448-9B3E-0071BC7EEA9F}" type="pres">
      <dgm:prSet presAssocID="{D3A4341A-5D71-3B4D-86D3-5C71ED4B71C2}" presName="hierChild5" presStyleCnt="0"/>
      <dgm:spPr/>
    </dgm:pt>
    <dgm:pt modelId="{D1418885-C578-7B45-B662-A46B76758024}" type="pres">
      <dgm:prSet presAssocID="{EF65ACCE-3AC5-884A-B26D-21E1FCD4EA34}" presName="Name37" presStyleLbl="parChTrans1D4" presStyleIdx="3" presStyleCnt="44"/>
      <dgm:spPr/>
      <dgm:t>
        <a:bodyPr/>
        <a:lstStyle/>
        <a:p>
          <a:endParaRPr lang="en-US"/>
        </a:p>
      </dgm:t>
    </dgm:pt>
    <dgm:pt modelId="{C920133C-F102-E347-A296-0D046A74567F}" type="pres">
      <dgm:prSet presAssocID="{766AA610-149C-5F4E-B50C-0A61D9FECF98}" presName="hierRoot2" presStyleCnt="0">
        <dgm:presLayoutVars>
          <dgm:hierBranch val="init"/>
        </dgm:presLayoutVars>
      </dgm:prSet>
      <dgm:spPr/>
    </dgm:pt>
    <dgm:pt modelId="{2757316F-4E5E-964D-8854-4CC417AEC5F2}" type="pres">
      <dgm:prSet presAssocID="{766AA610-149C-5F4E-B50C-0A61D9FECF98}" presName="rootComposite" presStyleCnt="0"/>
      <dgm:spPr/>
    </dgm:pt>
    <dgm:pt modelId="{5599A9E2-4728-F348-95B5-BEE7E9E6142E}" type="pres">
      <dgm:prSet presAssocID="{766AA610-149C-5F4E-B50C-0A61D9FECF98}" presName="rootText" presStyleLbl="node4" presStyleIdx="3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B602A6A-C4CC-7D4A-B354-19945F71F337}" type="pres">
      <dgm:prSet presAssocID="{766AA610-149C-5F4E-B50C-0A61D9FECF98}" presName="rootConnector" presStyleLbl="node4" presStyleIdx="3" presStyleCnt="44"/>
      <dgm:spPr/>
      <dgm:t>
        <a:bodyPr/>
        <a:lstStyle/>
        <a:p>
          <a:endParaRPr lang="en-US"/>
        </a:p>
      </dgm:t>
    </dgm:pt>
    <dgm:pt modelId="{8A966E05-58FE-8742-81DB-8232330B4778}" type="pres">
      <dgm:prSet presAssocID="{766AA610-149C-5F4E-B50C-0A61D9FECF98}" presName="hierChild4" presStyleCnt="0"/>
      <dgm:spPr/>
    </dgm:pt>
    <dgm:pt modelId="{92C01124-9E39-764F-9DCE-DE80F15638B9}" type="pres">
      <dgm:prSet presAssocID="{766AA610-149C-5F4E-B50C-0A61D9FECF98}" presName="hierChild5" presStyleCnt="0"/>
      <dgm:spPr/>
    </dgm:pt>
    <dgm:pt modelId="{6C0BB8A9-1DE7-3C44-B390-9A9945A9DF93}" type="pres">
      <dgm:prSet presAssocID="{4A5FED70-8BCE-334B-B293-A35849F0EE18}" presName="hierChild5" presStyleCnt="0"/>
      <dgm:spPr/>
    </dgm:pt>
    <dgm:pt modelId="{F86673F5-0EE6-0E48-AD7B-CA9E55E24288}" type="pres">
      <dgm:prSet presAssocID="{5969E116-76C0-E141-9EE0-0083EC7340A4}" presName="Name37" presStyleLbl="parChTrans1D3" presStyleIdx="1" presStyleCnt="26"/>
      <dgm:spPr/>
      <dgm:t>
        <a:bodyPr/>
        <a:lstStyle/>
        <a:p>
          <a:endParaRPr lang="en-US"/>
        </a:p>
      </dgm:t>
    </dgm:pt>
    <dgm:pt modelId="{D267F470-A0F2-C242-99C4-14A5ED4FC074}" type="pres">
      <dgm:prSet presAssocID="{0C84A5DF-0A79-E045-B28A-0D16FA948E5D}" presName="hierRoot2" presStyleCnt="0">
        <dgm:presLayoutVars>
          <dgm:hierBranch val="init"/>
        </dgm:presLayoutVars>
      </dgm:prSet>
      <dgm:spPr/>
    </dgm:pt>
    <dgm:pt modelId="{4F4D0432-8C9A-6F4D-ABDA-1FD6BDA1A897}" type="pres">
      <dgm:prSet presAssocID="{0C84A5DF-0A79-E045-B28A-0D16FA948E5D}" presName="rootComposite" presStyleCnt="0"/>
      <dgm:spPr/>
    </dgm:pt>
    <dgm:pt modelId="{863EE93D-D66A-9547-9E51-DBF8D5C903A1}" type="pres">
      <dgm:prSet presAssocID="{0C84A5DF-0A79-E045-B28A-0D16FA948E5D}" presName="rootText" presStyleLbl="node3" presStyleIdx="1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2A41FA0-7D3F-F044-B505-8140136B2507}" type="pres">
      <dgm:prSet presAssocID="{0C84A5DF-0A79-E045-B28A-0D16FA948E5D}" presName="rootConnector" presStyleLbl="node3" presStyleIdx="1" presStyleCnt="26"/>
      <dgm:spPr/>
      <dgm:t>
        <a:bodyPr/>
        <a:lstStyle/>
        <a:p>
          <a:endParaRPr lang="en-US"/>
        </a:p>
      </dgm:t>
    </dgm:pt>
    <dgm:pt modelId="{E0B3AD59-688C-1447-9C84-8EB23E0850E6}" type="pres">
      <dgm:prSet presAssocID="{0C84A5DF-0A79-E045-B28A-0D16FA948E5D}" presName="hierChild4" presStyleCnt="0"/>
      <dgm:spPr/>
    </dgm:pt>
    <dgm:pt modelId="{326FF530-6BB2-0743-A0CC-C909344577DE}" type="pres">
      <dgm:prSet presAssocID="{CDD37230-8B03-1A43-AB6A-87F9DFCCB2D8}" presName="Name37" presStyleLbl="parChTrans1D4" presStyleIdx="4" presStyleCnt="44"/>
      <dgm:spPr/>
      <dgm:t>
        <a:bodyPr/>
        <a:lstStyle/>
        <a:p>
          <a:endParaRPr lang="en-US"/>
        </a:p>
      </dgm:t>
    </dgm:pt>
    <dgm:pt modelId="{7B137DB4-B3B9-E242-84A2-AD9B09826C94}" type="pres">
      <dgm:prSet presAssocID="{2BB7446F-1DBD-5249-B4AB-814C236D87B3}" presName="hierRoot2" presStyleCnt="0">
        <dgm:presLayoutVars>
          <dgm:hierBranch val="init"/>
        </dgm:presLayoutVars>
      </dgm:prSet>
      <dgm:spPr/>
    </dgm:pt>
    <dgm:pt modelId="{79C30F91-BEF2-D847-A247-E4852D3E8336}" type="pres">
      <dgm:prSet presAssocID="{2BB7446F-1DBD-5249-B4AB-814C236D87B3}" presName="rootComposite" presStyleCnt="0"/>
      <dgm:spPr/>
    </dgm:pt>
    <dgm:pt modelId="{F51B4A7C-59A0-0441-871A-6A6377BA660C}" type="pres">
      <dgm:prSet presAssocID="{2BB7446F-1DBD-5249-B4AB-814C236D87B3}" presName="rootText" presStyleLbl="node4" presStyleIdx="4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C79CAD6-6B66-5046-BBA9-9165CA755A89}" type="pres">
      <dgm:prSet presAssocID="{2BB7446F-1DBD-5249-B4AB-814C236D87B3}" presName="rootConnector" presStyleLbl="node4" presStyleIdx="4" presStyleCnt="44"/>
      <dgm:spPr/>
      <dgm:t>
        <a:bodyPr/>
        <a:lstStyle/>
        <a:p>
          <a:endParaRPr lang="en-US"/>
        </a:p>
      </dgm:t>
    </dgm:pt>
    <dgm:pt modelId="{BD91B930-7EC8-BA44-84A2-7410557C8491}" type="pres">
      <dgm:prSet presAssocID="{2BB7446F-1DBD-5249-B4AB-814C236D87B3}" presName="hierChild4" presStyleCnt="0"/>
      <dgm:spPr/>
    </dgm:pt>
    <dgm:pt modelId="{AB4BCE74-6638-3C44-BF11-713BEC2604D3}" type="pres">
      <dgm:prSet presAssocID="{2BB7446F-1DBD-5249-B4AB-814C236D87B3}" presName="hierChild5" presStyleCnt="0"/>
      <dgm:spPr/>
    </dgm:pt>
    <dgm:pt modelId="{AD464B64-4F64-BD43-92A7-EFBB295B3B2D}" type="pres">
      <dgm:prSet presAssocID="{191960A9-5320-CB47-B40C-03D81062D2C3}" presName="Name37" presStyleLbl="parChTrans1D4" presStyleIdx="5" presStyleCnt="44"/>
      <dgm:spPr/>
      <dgm:t>
        <a:bodyPr/>
        <a:lstStyle/>
        <a:p>
          <a:endParaRPr lang="en-US"/>
        </a:p>
      </dgm:t>
    </dgm:pt>
    <dgm:pt modelId="{90B87A71-66A5-8B49-8E4C-2FB2C9A12124}" type="pres">
      <dgm:prSet presAssocID="{DB3743E5-5143-6542-8D24-24892AAF5F84}" presName="hierRoot2" presStyleCnt="0">
        <dgm:presLayoutVars>
          <dgm:hierBranch val="init"/>
        </dgm:presLayoutVars>
      </dgm:prSet>
      <dgm:spPr/>
    </dgm:pt>
    <dgm:pt modelId="{FD034CDF-0901-2048-8421-4D3FEAD396C5}" type="pres">
      <dgm:prSet presAssocID="{DB3743E5-5143-6542-8D24-24892AAF5F84}" presName="rootComposite" presStyleCnt="0"/>
      <dgm:spPr/>
    </dgm:pt>
    <dgm:pt modelId="{119B5BE7-15C5-6746-98E0-E08EC4E6E605}" type="pres">
      <dgm:prSet presAssocID="{DB3743E5-5143-6542-8D24-24892AAF5F84}" presName="rootText" presStyleLbl="node4" presStyleIdx="5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58564B-D48D-B140-ACC9-D1A5E4292E93}" type="pres">
      <dgm:prSet presAssocID="{DB3743E5-5143-6542-8D24-24892AAF5F84}" presName="rootConnector" presStyleLbl="node4" presStyleIdx="5" presStyleCnt="44"/>
      <dgm:spPr/>
      <dgm:t>
        <a:bodyPr/>
        <a:lstStyle/>
        <a:p>
          <a:endParaRPr lang="en-US"/>
        </a:p>
      </dgm:t>
    </dgm:pt>
    <dgm:pt modelId="{5B7DAD6B-6E9F-1945-B65D-29F567FF4DA2}" type="pres">
      <dgm:prSet presAssocID="{DB3743E5-5143-6542-8D24-24892AAF5F84}" presName="hierChild4" presStyleCnt="0"/>
      <dgm:spPr/>
    </dgm:pt>
    <dgm:pt modelId="{89805AD2-53FB-9C40-80E4-18081F575EAD}" type="pres">
      <dgm:prSet presAssocID="{DB3743E5-5143-6542-8D24-24892AAF5F84}" presName="hierChild5" presStyleCnt="0"/>
      <dgm:spPr/>
    </dgm:pt>
    <dgm:pt modelId="{A4D60CBF-226B-4849-9E00-8362D3437B34}" type="pres">
      <dgm:prSet presAssocID="{1367AAA0-F510-FC49-914B-D0A0A3E99551}" presName="Name37" presStyleLbl="parChTrans1D4" presStyleIdx="6" presStyleCnt="44"/>
      <dgm:spPr/>
      <dgm:t>
        <a:bodyPr/>
        <a:lstStyle/>
        <a:p>
          <a:endParaRPr lang="en-US"/>
        </a:p>
      </dgm:t>
    </dgm:pt>
    <dgm:pt modelId="{24790EA4-D1E3-334E-94D1-1B0B9D226218}" type="pres">
      <dgm:prSet presAssocID="{F15E1910-E399-244E-AAC1-2A99251B532F}" presName="hierRoot2" presStyleCnt="0">
        <dgm:presLayoutVars>
          <dgm:hierBranch val="init"/>
        </dgm:presLayoutVars>
      </dgm:prSet>
      <dgm:spPr/>
    </dgm:pt>
    <dgm:pt modelId="{3B018E8F-F771-3E42-96ED-697B61023DDF}" type="pres">
      <dgm:prSet presAssocID="{F15E1910-E399-244E-AAC1-2A99251B532F}" presName="rootComposite" presStyleCnt="0"/>
      <dgm:spPr/>
    </dgm:pt>
    <dgm:pt modelId="{54A9522B-45E0-FF49-816D-7659024F4831}" type="pres">
      <dgm:prSet presAssocID="{F15E1910-E399-244E-AAC1-2A99251B532F}" presName="rootText" presStyleLbl="node4" presStyleIdx="6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74D63C8-40A4-6145-8FA5-1EC8ED561FD3}" type="pres">
      <dgm:prSet presAssocID="{F15E1910-E399-244E-AAC1-2A99251B532F}" presName="rootConnector" presStyleLbl="node4" presStyleIdx="6" presStyleCnt="44"/>
      <dgm:spPr/>
      <dgm:t>
        <a:bodyPr/>
        <a:lstStyle/>
        <a:p>
          <a:endParaRPr lang="en-US"/>
        </a:p>
      </dgm:t>
    </dgm:pt>
    <dgm:pt modelId="{BFB6E2B2-B33D-E347-82AA-FE6BD538812F}" type="pres">
      <dgm:prSet presAssocID="{F15E1910-E399-244E-AAC1-2A99251B532F}" presName="hierChild4" presStyleCnt="0"/>
      <dgm:spPr/>
    </dgm:pt>
    <dgm:pt modelId="{109FD4EF-A646-7A4A-90DD-B8245DBF50BA}" type="pres">
      <dgm:prSet presAssocID="{F15E1910-E399-244E-AAC1-2A99251B532F}" presName="hierChild5" presStyleCnt="0"/>
      <dgm:spPr/>
    </dgm:pt>
    <dgm:pt modelId="{FD316A67-6BFF-574F-BA2A-1672EB0CA969}" type="pres">
      <dgm:prSet presAssocID="{2FA7A23F-C06E-A749-A68C-524B80C0CF28}" presName="Name37" presStyleLbl="parChTrans1D4" presStyleIdx="7" presStyleCnt="44"/>
      <dgm:spPr/>
      <dgm:t>
        <a:bodyPr/>
        <a:lstStyle/>
        <a:p>
          <a:endParaRPr lang="en-US"/>
        </a:p>
      </dgm:t>
    </dgm:pt>
    <dgm:pt modelId="{F3718358-703D-534B-8D1B-14A4C6969553}" type="pres">
      <dgm:prSet presAssocID="{734148EB-48BC-9B40-902A-6DBAFA377E93}" presName="hierRoot2" presStyleCnt="0">
        <dgm:presLayoutVars>
          <dgm:hierBranch val="init"/>
        </dgm:presLayoutVars>
      </dgm:prSet>
      <dgm:spPr/>
    </dgm:pt>
    <dgm:pt modelId="{96A77385-6D32-7A49-9A2A-58CEEA08089E}" type="pres">
      <dgm:prSet presAssocID="{734148EB-48BC-9B40-902A-6DBAFA377E93}" presName="rootComposite" presStyleCnt="0"/>
      <dgm:spPr/>
    </dgm:pt>
    <dgm:pt modelId="{F8CE596C-A6CB-4D43-BCF4-47427E7D311D}" type="pres">
      <dgm:prSet presAssocID="{734148EB-48BC-9B40-902A-6DBAFA377E93}" presName="rootText" presStyleLbl="node4" presStyleIdx="7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D39E1C-17F2-0840-B26D-80B4A8077320}" type="pres">
      <dgm:prSet presAssocID="{734148EB-48BC-9B40-902A-6DBAFA377E93}" presName="rootConnector" presStyleLbl="node4" presStyleIdx="7" presStyleCnt="44"/>
      <dgm:spPr/>
      <dgm:t>
        <a:bodyPr/>
        <a:lstStyle/>
        <a:p>
          <a:endParaRPr lang="en-US"/>
        </a:p>
      </dgm:t>
    </dgm:pt>
    <dgm:pt modelId="{122E0C91-DB7E-814E-B0F5-7509EF44085C}" type="pres">
      <dgm:prSet presAssocID="{734148EB-48BC-9B40-902A-6DBAFA377E93}" presName="hierChild4" presStyleCnt="0"/>
      <dgm:spPr/>
    </dgm:pt>
    <dgm:pt modelId="{6B1EC562-779F-F045-AA57-ECA09352FEAA}" type="pres">
      <dgm:prSet presAssocID="{734148EB-48BC-9B40-902A-6DBAFA377E93}" presName="hierChild5" presStyleCnt="0"/>
      <dgm:spPr/>
    </dgm:pt>
    <dgm:pt modelId="{51788DF1-E0C2-6444-AE20-CB163D80BB0C}" type="pres">
      <dgm:prSet presAssocID="{0FF3CA57-28A6-4047-8009-CF2545E01C1E}" presName="Name37" presStyleLbl="parChTrans1D4" presStyleIdx="8" presStyleCnt="44"/>
      <dgm:spPr/>
      <dgm:t>
        <a:bodyPr/>
        <a:lstStyle/>
        <a:p>
          <a:endParaRPr lang="en-US"/>
        </a:p>
      </dgm:t>
    </dgm:pt>
    <dgm:pt modelId="{3614E3E3-A787-0442-8322-00A58C06024A}" type="pres">
      <dgm:prSet presAssocID="{54183FBE-B345-0243-9A3D-2E00C758E9A0}" presName="hierRoot2" presStyleCnt="0">
        <dgm:presLayoutVars>
          <dgm:hierBranch val="init"/>
        </dgm:presLayoutVars>
      </dgm:prSet>
      <dgm:spPr/>
    </dgm:pt>
    <dgm:pt modelId="{FF0FF7EA-4BE1-DF4B-A80B-E9CDDB28DEFF}" type="pres">
      <dgm:prSet presAssocID="{54183FBE-B345-0243-9A3D-2E00C758E9A0}" presName="rootComposite" presStyleCnt="0"/>
      <dgm:spPr/>
    </dgm:pt>
    <dgm:pt modelId="{BDD08945-39E1-534E-B5B5-17AD0583400C}" type="pres">
      <dgm:prSet presAssocID="{54183FBE-B345-0243-9A3D-2E00C758E9A0}" presName="rootText" presStyleLbl="node4" presStyleIdx="8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C0A4559-1ABF-624F-A3AC-3C9F589FB004}" type="pres">
      <dgm:prSet presAssocID="{54183FBE-B345-0243-9A3D-2E00C758E9A0}" presName="rootConnector" presStyleLbl="node4" presStyleIdx="8" presStyleCnt="44"/>
      <dgm:spPr/>
      <dgm:t>
        <a:bodyPr/>
        <a:lstStyle/>
        <a:p>
          <a:endParaRPr lang="en-US"/>
        </a:p>
      </dgm:t>
    </dgm:pt>
    <dgm:pt modelId="{3C6DF49C-86B8-8C4E-BF47-9E3A00FD8519}" type="pres">
      <dgm:prSet presAssocID="{54183FBE-B345-0243-9A3D-2E00C758E9A0}" presName="hierChild4" presStyleCnt="0"/>
      <dgm:spPr/>
    </dgm:pt>
    <dgm:pt modelId="{F101889C-F7CF-C347-9780-D09246F18DC4}" type="pres">
      <dgm:prSet presAssocID="{54183FBE-B345-0243-9A3D-2E00C758E9A0}" presName="hierChild5" presStyleCnt="0"/>
      <dgm:spPr/>
    </dgm:pt>
    <dgm:pt modelId="{B9784D7B-F1FD-9948-8DB2-C4B28483AA42}" type="pres">
      <dgm:prSet presAssocID="{9437879C-088F-5A4B-8E6F-13C594353943}" presName="Name37" presStyleLbl="parChTrans1D4" presStyleIdx="9" presStyleCnt="44"/>
      <dgm:spPr/>
      <dgm:t>
        <a:bodyPr/>
        <a:lstStyle/>
        <a:p>
          <a:endParaRPr lang="en-US"/>
        </a:p>
      </dgm:t>
    </dgm:pt>
    <dgm:pt modelId="{25566B53-3E41-924D-9A70-02F05B490D27}" type="pres">
      <dgm:prSet presAssocID="{0F9835E7-03DF-804C-A318-79386F2CE084}" presName="hierRoot2" presStyleCnt="0">
        <dgm:presLayoutVars>
          <dgm:hierBranch val="init"/>
        </dgm:presLayoutVars>
      </dgm:prSet>
      <dgm:spPr/>
    </dgm:pt>
    <dgm:pt modelId="{D3F9FFC1-C01D-DC40-B159-620A172E76ED}" type="pres">
      <dgm:prSet presAssocID="{0F9835E7-03DF-804C-A318-79386F2CE084}" presName="rootComposite" presStyleCnt="0"/>
      <dgm:spPr/>
    </dgm:pt>
    <dgm:pt modelId="{A08CD9FD-5490-364E-AD6D-BE895AC026BF}" type="pres">
      <dgm:prSet presAssocID="{0F9835E7-03DF-804C-A318-79386F2CE084}" presName="rootText" presStyleLbl="node4" presStyleIdx="9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9225EA8-602D-D449-836E-61C01BDB260E}" type="pres">
      <dgm:prSet presAssocID="{0F9835E7-03DF-804C-A318-79386F2CE084}" presName="rootConnector" presStyleLbl="node4" presStyleIdx="9" presStyleCnt="44"/>
      <dgm:spPr/>
      <dgm:t>
        <a:bodyPr/>
        <a:lstStyle/>
        <a:p>
          <a:endParaRPr lang="en-US"/>
        </a:p>
      </dgm:t>
    </dgm:pt>
    <dgm:pt modelId="{ECAD4C40-90D0-A446-BBE1-30DCB3E971A5}" type="pres">
      <dgm:prSet presAssocID="{0F9835E7-03DF-804C-A318-79386F2CE084}" presName="hierChild4" presStyleCnt="0"/>
      <dgm:spPr/>
    </dgm:pt>
    <dgm:pt modelId="{8B72EE39-646B-AD40-8E0A-28B313777D56}" type="pres">
      <dgm:prSet presAssocID="{0F9835E7-03DF-804C-A318-79386F2CE084}" presName="hierChild5" presStyleCnt="0"/>
      <dgm:spPr/>
    </dgm:pt>
    <dgm:pt modelId="{BB15F268-C018-9B4A-BFDD-FF627BBE6C08}" type="pres">
      <dgm:prSet presAssocID="{0C84A5DF-0A79-E045-B28A-0D16FA948E5D}" presName="hierChild5" presStyleCnt="0"/>
      <dgm:spPr/>
    </dgm:pt>
    <dgm:pt modelId="{B91ACF00-D454-914D-B10F-4349DA5CFE78}" type="pres">
      <dgm:prSet presAssocID="{667958A0-C687-C84C-8F88-7B3C20B6E6D2}" presName="Name37" presStyleLbl="parChTrans1D3" presStyleIdx="2" presStyleCnt="26"/>
      <dgm:spPr/>
      <dgm:t>
        <a:bodyPr/>
        <a:lstStyle/>
        <a:p>
          <a:endParaRPr lang="en-US"/>
        </a:p>
      </dgm:t>
    </dgm:pt>
    <dgm:pt modelId="{DF17B9B8-59BE-6D41-8A31-CFC7D5CBF4E3}" type="pres">
      <dgm:prSet presAssocID="{488F1AAD-51D3-8E49-B5BC-3DC257BDC75C}" presName="hierRoot2" presStyleCnt="0">
        <dgm:presLayoutVars>
          <dgm:hierBranch val="init"/>
        </dgm:presLayoutVars>
      </dgm:prSet>
      <dgm:spPr/>
    </dgm:pt>
    <dgm:pt modelId="{226F7785-ECF8-924C-920D-36D23C873B9B}" type="pres">
      <dgm:prSet presAssocID="{488F1AAD-51D3-8E49-B5BC-3DC257BDC75C}" presName="rootComposite" presStyleCnt="0"/>
      <dgm:spPr/>
    </dgm:pt>
    <dgm:pt modelId="{B5BC4BB0-F17F-CC49-A7A1-78DC98DCBB5D}" type="pres">
      <dgm:prSet presAssocID="{488F1AAD-51D3-8E49-B5BC-3DC257BDC75C}" presName="rootText" presStyleLbl="node3" presStyleIdx="2" presStyleCnt="26" custScaleX="1160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8DEC33-C2A1-BE44-85D3-AD8834A34D32}" type="pres">
      <dgm:prSet presAssocID="{488F1AAD-51D3-8E49-B5BC-3DC257BDC75C}" presName="rootConnector" presStyleLbl="node3" presStyleIdx="2" presStyleCnt="26"/>
      <dgm:spPr/>
      <dgm:t>
        <a:bodyPr/>
        <a:lstStyle/>
        <a:p>
          <a:endParaRPr lang="en-US"/>
        </a:p>
      </dgm:t>
    </dgm:pt>
    <dgm:pt modelId="{972BC676-BAF5-5B45-8A95-ACF567898D8E}" type="pres">
      <dgm:prSet presAssocID="{488F1AAD-51D3-8E49-B5BC-3DC257BDC75C}" presName="hierChild4" presStyleCnt="0"/>
      <dgm:spPr/>
    </dgm:pt>
    <dgm:pt modelId="{53033268-5D6C-CF4E-97B7-C8B82EB736A1}" type="pres">
      <dgm:prSet presAssocID="{00CCF619-E701-7445-8EA9-E9C5818B08EC}" presName="Name37" presStyleLbl="parChTrans1D4" presStyleIdx="10" presStyleCnt="44"/>
      <dgm:spPr/>
      <dgm:t>
        <a:bodyPr/>
        <a:lstStyle/>
        <a:p>
          <a:endParaRPr lang="en-US"/>
        </a:p>
      </dgm:t>
    </dgm:pt>
    <dgm:pt modelId="{D2BFFF0B-7199-044F-B951-ADEB86422642}" type="pres">
      <dgm:prSet presAssocID="{285B60C2-FF7E-1846-A59A-1E63B4D6D2E9}" presName="hierRoot2" presStyleCnt="0">
        <dgm:presLayoutVars>
          <dgm:hierBranch val="init"/>
        </dgm:presLayoutVars>
      </dgm:prSet>
      <dgm:spPr/>
    </dgm:pt>
    <dgm:pt modelId="{4ED67FBA-5958-334B-BF0F-D10EB547718C}" type="pres">
      <dgm:prSet presAssocID="{285B60C2-FF7E-1846-A59A-1E63B4D6D2E9}" presName="rootComposite" presStyleCnt="0"/>
      <dgm:spPr/>
    </dgm:pt>
    <dgm:pt modelId="{13CD413B-71D8-AE4A-BE6B-0933D0427244}" type="pres">
      <dgm:prSet presAssocID="{285B60C2-FF7E-1846-A59A-1E63B4D6D2E9}" presName="rootText" presStyleLbl="node4" presStyleIdx="10" presStyleCnt="44" custLinFactNeighborX="-42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4F347C-BD56-E74D-AEF7-18BD21E50262}" type="pres">
      <dgm:prSet presAssocID="{285B60C2-FF7E-1846-A59A-1E63B4D6D2E9}" presName="rootConnector" presStyleLbl="node4" presStyleIdx="10" presStyleCnt="44"/>
      <dgm:spPr/>
      <dgm:t>
        <a:bodyPr/>
        <a:lstStyle/>
        <a:p>
          <a:endParaRPr lang="en-US"/>
        </a:p>
      </dgm:t>
    </dgm:pt>
    <dgm:pt modelId="{7AAE4439-E093-1D44-AF0D-506043BC90A4}" type="pres">
      <dgm:prSet presAssocID="{285B60C2-FF7E-1846-A59A-1E63B4D6D2E9}" presName="hierChild4" presStyleCnt="0"/>
      <dgm:spPr/>
    </dgm:pt>
    <dgm:pt modelId="{35EBE5DA-563F-6A4E-8B93-451C3CCA2D5B}" type="pres">
      <dgm:prSet presAssocID="{285B60C2-FF7E-1846-A59A-1E63B4D6D2E9}" presName="hierChild5" presStyleCnt="0"/>
      <dgm:spPr/>
    </dgm:pt>
    <dgm:pt modelId="{6AE623FD-736A-6248-9514-D629C900A026}" type="pres">
      <dgm:prSet presAssocID="{5ADFF9AE-3908-F44A-AAD0-3CA1C3755E5D}" presName="Name37" presStyleLbl="parChTrans1D4" presStyleIdx="11" presStyleCnt="44"/>
      <dgm:spPr/>
      <dgm:t>
        <a:bodyPr/>
        <a:lstStyle/>
        <a:p>
          <a:endParaRPr lang="en-US"/>
        </a:p>
      </dgm:t>
    </dgm:pt>
    <dgm:pt modelId="{F6D7FB7B-D82B-A046-927B-D9A6FA23B051}" type="pres">
      <dgm:prSet presAssocID="{518DC712-259B-F14B-9F53-03DC27C7E73A}" presName="hierRoot2" presStyleCnt="0">
        <dgm:presLayoutVars>
          <dgm:hierBranch val="init"/>
        </dgm:presLayoutVars>
      </dgm:prSet>
      <dgm:spPr/>
    </dgm:pt>
    <dgm:pt modelId="{8406E0E8-DC91-E843-9000-38D891207FB9}" type="pres">
      <dgm:prSet presAssocID="{518DC712-259B-F14B-9F53-03DC27C7E73A}" presName="rootComposite" presStyleCnt="0"/>
      <dgm:spPr/>
    </dgm:pt>
    <dgm:pt modelId="{9F065419-3C6F-FA4B-A831-DBA8BA1785D4}" type="pres">
      <dgm:prSet presAssocID="{518DC712-259B-F14B-9F53-03DC27C7E73A}" presName="rootText" presStyleLbl="node4" presStyleIdx="11" presStyleCnt="44" custLinFactNeighborX="-42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907A01-CD81-6841-83B1-383AE68A4244}" type="pres">
      <dgm:prSet presAssocID="{518DC712-259B-F14B-9F53-03DC27C7E73A}" presName="rootConnector" presStyleLbl="node4" presStyleIdx="11" presStyleCnt="44"/>
      <dgm:spPr/>
      <dgm:t>
        <a:bodyPr/>
        <a:lstStyle/>
        <a:p>
          <a:endParaRPr lang="en-US"/>
        </a:p>
      </dgm:t>
    </dgm:pt>
    <dgm:pt modelId="{92CA117A-1CC5-2940-990C-7626216FE4BF}" type="pres">
      <dgm:prSet presAssocID="{518DC712-259B-F14B-9F53-03DC27C7E73A}" presName="hierChild4" presStyleCnt="0"/>
      <dgm:spPr/>
    </dgm:pt>
    <dgm:pt modelId="{695B6E95-E7DE-CE44-80AA-3FD4C661F6AA}" type="pres">
      <dgm:prSet presAssocID="{518DC712-259B-F14B-9F53-03DC27C7E73A}" presName="hierChild5" presStyleCnt="0"/>
      <dgm:spPr/>
    </dgm:pt>
    <dgm:pt modelId="{013F9495-872C-BE45-BB40-461C6BD2D6D1}" type="pres">
      <dgm:prSet presAssocID="{195D9EE4-1978-A74A-827B-DD1913541AA9}" presName="Name37" presStyleLbl="parChTrans1D4" presStyleIdx="12" presStyleCnt="44"/>
      <dgm:spPr/>
      <dgm:t>
        <a:bodyPr/>
        <a:lstStyle/>
        <a:p>
          <a:endParaRPr lang="en-US"/>
        </a:p>
      </dgm:t>
    </dgm:pt>
    <dgm:pt modelId="{29CD6B4D-34D5-E34F-860C-7436ED04E1D9}" type="pres">
      <dgm:prSet presAssocID="{827A0B17-A6BC-FC43-BE09-7F8E1F407813}" presName="hierRoot2" presStyleCnt="0">
        <dgm:presLayoutVars>
          <dgm:hierBranch val="init"/>
        </dgm:presLayoutVars>
      </dgm:prSet>
      <dgm:spPr/>
    </dgm:pt>
    <dgm:pt modelId="{E75159CF-D0C5-D14F-B685-6F1890F321C3}" type="pres">
      <dgm:prSet presAssocID="{827A0B17-A6BC-FC43-BE09-7F8E1F407813}" presName="rootComposite" presStyleCnt="0"/>
      <dgm:spPr/>
    </dgm:pt>
    <dgm:pt modelId="{4D086A4C-4595-0A4A-A098-B979FD7CD15A}" type="pres">
      <dgm:prSet presAssocID="{827A0B17-A6BC-FC43-BE09-7F8E1F407813}" presName="rootText" presStyleLbl="node4" presStyleIdx="12" presStyleCnt="44" custLinFactNeighborX="-42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0B4875-0A14-7042-8EA1-246B258E93CE}" type="pres">
      <dgm:prSet presAssocID="{827A0B17-A6BC-FC43-BE09-7F8E1F407813}" presName="rootConnector" presStyleLbl="node4" presStyleIdx="12" presStyleCnt="44"/>
      <dgm:spPr/>
      <dgm:t>
        <a:bodyPr/>
        <a:lstStyle/>
        <a:p>
          <a:endParaRPr lang="en-US"/>
        </a:p>
      </dgm:t>
    </dgm:pt>
    <dgm:pt modelId="{1FF524A5-6381-314F-9FDE-11C0CB59A58B}" type="pres">
      <dgm:prSet presAssocID="{827A0B17-A6BC-FC43-BE09-7F8E1F407813}" presName="hierChild4" presStyleCnt="0"/>
      <dgm:spPr/>
    </dgm:pt>
    <dgm:pt modelId="{0627CF10-2C98-6E4A-A5A1-A974244F455D}" type="pres">
      <dgm:prSet presAssocID="{827A0B17-A6BC-FC43-BE09-7F8E1F407813}" presName="hierChild5" presStyleCnt="0"/>
      <dgm:spPr/>
    </dgm:pt>
    <dgm:pt modelId="{2F02175D-C0EA-2740-90B5-21AC91F733AC}" type="pres">
      <dgm:prSet presAssocID="{488F1AAD-51D3-8E49-B5BC-3DC257BDC75C}" presName="hierChild5" presStyleCnt="0"/>
      <dgm:spPr/>
    </dgm:pt>
    <dgm:pt modelId="{73CE9EF9-6889-074A-B4D8-22CBC52F3793}" type="pres">
      <dgm:prSet presAssocID="{BA10674E-E856-EF46-808B-93E3419C1DEA}" presName="hierChild5" presStyleCnt="0"/>
      <dgm:spPr/>
    </dgm:pt>
    <dgm:pt modelId="{AB9E50BE-54D5-1A49-B948-D180F33EA428}" type="pres">
      <dgm:prSet presAssocID="{050F695C-D34B-5243-B29F-E60EBBF0ECA5}" presName="Name37" presStyleLbl="parChTrans1D2" presStyleIdx="2" presStyleCnt="7"/>
      <dgm:spPr/>
      <dgm:t>
        <a:bodyPr/>
        <a:lstStyle/>
        <a:p>
          <a:endParaRPr lang="en-US"/>
        </a:p>
      </dgm:t>
    </dgm:pt>
    <dgm:pt modelId="{F54A0D4D-D7F5-B646-BBFC-1EBCF325FF22}" type="pres">
      <dgm:prSet presAssocID="{3B2AA868-5F61-4044-B2D6-6E08F1B81F99}" presName="hierRoot2" presStyleCnt="0">
        <dgm:presLayoutVars>
          <dgm:hierBranch val="init"/>
        </dgm:presLayoutVars>
      </dgm:prSet>
      <dgm:spPr/>
    </dgm:pt>
    <dgm:pt modelId="{E6B8AE3D-5832-A54C-9D52-E990E4847C8A}" type="pres">
      <dgm:prSet presAssocID="{3B2AA868-5F61-4044-B2D6-6E08F1B81F99}" presName="rootComposite" presStyleCnt="0"/>
      <dgm:spPr/>
    </dgm:pt>
    <dgm:pt modelId="{DED244D4-B76A-A845-B41A-251B460A0B8C}" type="pres">
      <dgm:prSet presAssocID="{3B2AA868-5F61-4044-B2D6-6E08F1B81F99}" presName="rootText" presStyleLbl="node2" presStyleIdx="2" presStyleCnt="7" custScaleX="1340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9F8D5F-C1BE-A043-BF1D-3BBF57035C3B}" type="pres">
      <dgm:prSet presAssocID="{3B2AA868-5F61-4044-B2D6-6E08F1B81F99}" presName="rootConnector" presStyleLbl="node2" presStyleIdx="2" presStyleCnt="7"/>
      <dgm:spPr/>
      <dgm:t>
        <a:bodyPr/>
        <a:lstStyle/>
        <a:p>
          <a:endParaRPr lang="en-US"/>
        </a:p>
      </dgm:t>
    </dgm:pt>
    <dgm:pt modelId="{26FB0D6C-C378-FF49-938B-7A6CA0C57421}" type="pres">
      <dgm:prSet presAssocID="{3B2AA868-5F61-4044-B2D6-6E08F1B81F99}" presName="hierChild4" presStyleCnt="0"/>
      <dgm:spPr/>
    </dgm:pt>
    <dgm:pt modelId="{43C1D0FC-B846-DE47-85BE-3C1BFE2C332E}" type="pres">
      <dgm:prSet presAssocID="{DEB90BF1-AEA5-3148-B1E2-EA9D111B07CB}" presName="Name37" presStyleLbl="parChTrans1D3" presStyleIdx="3" presStyleCnt="26"/>
      <dgm:spPr/>
      <dgm:t>
        <a:bodyPr/>
        <a:lstStyle/>
        <a:p>
          <a:endParaRPr lang="en-US"/>
        </a:p>
      </dgm:t>
    </dgm:pt>
    <dgm:pt modelId="{63096E45-AFF8-BD4E-9FDC-7F9A02E7BF6E}" type="pres">
      <dgm:prSet presAssocID="{355605C8-3450-D543-896C-7193B90CFC95}" presName="hierRoot2" presStyleCnt="0">
        <dgm:presLayoutVars>
          <dgm:hierBranch val="init"/>
        </dgm:presLayoutVars>
      </dgm:prSet>
      <dgm:spPr/>
    </dgm:pt>
    <dgm:pt modelId="{384D5FC5-A2D1-5546-A6EA-D51A08F97262}" type="pres">
      <dgm:prSet presAssocID="{355605C8-3450-D543-896C-7193B90CFC95}" presName="rootComposite" presStyleCnt="0"/>
      <dgm:spPr/>
    </dgm:pt>
    <dgm:pt modelId="{99DFE81D-ABF0-D142-9BA7-5776007C0DD2}" type="pres">
      <dgm:prSet presAssocID="{355605C8-3450-D543-896C-7193B90CFC95}" presName="rootText" presStyleLbl="node3" presStyleIdx="3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640F98-3530-6246-93D8-5669EB0E8502}" type="pres">
      <dgm:prSet presAssocID="{355605C8-3450-D543-896C-7193B90CFC95}" presName="rootConnector" presStyleLbl="node3" presStyleIdx="3" presStyleCnt="26"/>
      <dgm:spPr/>
      <dgm:t>
        <a:bodyPr/>
        <a:lstStyle/>
        <a:p>
          <a:endParaRPr lang="en-US"/>
        </a:p>
      </dgm:t>
    </dgm:pt>
    <dgm:pt modelId="{267BE23F-3163-C947-AAE0-F2D76D346891}" type="pres">
      <dgm:prSet presAssocID="{355605C8-3450-D543-896C-7193B90CFC95}" presName="hierChild4" presStyleCnt="0"/>
      <dgm:spPr/>
    </dgm:pt>
    <dgm:pt modelId="{CF96A1F6-03AA-4C44-B04F-824A4E4DFD32}" type="pres">
      <dgm:prSet presAssocID="{355605C8-3450-D543-896C-7193B90CFC95}" presName="hierChild5" presStyleCnt="0"/>
      <dgm:spPr/>
    </dgm:pt>
    <dgm:pt modelId="{E326CBC1-6262-B447-A106-9F7B2CD23B4E}" type="pres">
      <dgm:prSet presAssocID="{8F938BEE-DC09-D14F-B6F5-84AA118BA32B}" presName="Name37" presStyleLbl="parChTrans1D3" presStyleIdx="4" presStyleCnt="26"/>
      <dgm:spPr/>
      <dgm:t>
        <a:bodyPr/>
        <a:lstStyle/>
        <a:p>
          <a:endParaRPr lang="en-US"/>
        </a:p>
      </dgm:t>
    </dgm:pt>
    <dgm:pt modelId="{57762507-077B-3D43-BE50-151A113E7050}" type="pres">
      <dgm:prSet presAssocID="{F114028D-299D-494C-91D4-3FA4994460AE}" presName="hierRoot2" presStyleCnt="0">
        <dgm:presLayoutVars>
          <dgm:hierBranch val="init"/>
        </dgm:presLayoutVars>
      </dgm:prSet>
      <dgm:spPr/>
    </dgm:pt>
    <dgm:pt modelId="{38306308-0DB9-F942-A31E-C22FD124E8FB}" type="pres">
      <dgm:prSet presAssocID="{F114028D-299D-494C-91D4-3FA4994460AE}" presName="rootComposite" presStyleCnt="0"/>
      <dgm:spPr/>
    </dgm:pt>
    <dgm:pt modelId="{900FCD48-AC5D-BD4B-B57D-31B8136C240A}" type="pres">
      <dgm:prSet presAssocID="{F114028D-299D-494C-91D4-3FA4994460AE}" presName="rootText" presStyleLbl="node3" presStyleIdx="4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C1B74D-A5C2-754D-A36E-80069A55D956}" type="pres">
      <dgm:prSet presAssocID="{F114028D-299D-494C-91D4-3FA4994460AE}" presName="rootConnector" presStyleLbl="node3" presStyleIdx="4" presStyleCnt="26"/>
      <dgm:spPr/>
      <dgm:t>
        <a:bodyPr/>
        <a:lstStyle/>
        <a:p>
          <a:endParaRPr lang="en-US"/>
        </a:p>
      </dgm:t>
    </dgm:pt>
    <dgm:pt modelId="{8306B33E-3345-0042-8EAE-FB45330B85AF}" type="pres">
      <dgm:prSet presAssocID="{F114028D-299D-494C-91D4-3FA4994460AE}" presName="hierChild4" presStyleCnt="0"/>
      <dgm:spPr/>
    </dgm:pt>
    <dgm:pt modelId="{F2558971-72B7-6C43-851B-2BF74280842B}" type="pres">
      <dgm:prSet presAssocID="{F114028D-299D-494C-91D4-3FA4994460AE}" presName="hierChild5" presStyleCnt="0"/>
      <dgm:spPr/>
    </dgm:pt>
    <dgm:pt modelId="{F8C3E743-41DB-AD40-8113-0956797FF70F}" type="pres">
      <dgm:prSet presAssocID="{0071A36E-DF82-DC45-82E6-8BD642C4132F}" presName="Name37" presStyleLbl="parChTrans1D3" presStyleIdx="5" presStyleCnt="26"/>
      <dgm:spPr/>
      <dgm:t>
        <a:bodyPr/>
        <a:lstStyle/>
        <a:p>
          <a:endParaRPr lang="en-US"/>
        </a:p>
      </dgm:t>
    </dgm:pt>
    <dgm:pt modelId="{C5D64937-C049-3445-8F9E-F084D9DD02C2}" type="pres">
      <dgm:prSet presAssocID="{A2E509F9-CDA9-6044-B440-C6EF8EA404D7}" presName="hierRoot2" presStyleCnt="0">
        <dgm:presLayoutVars>
          <dgm:hierBranch val="init"/>
        </dgm:presLayoutVars>
      </dgm:prSet>
      <dgm:spPr/>
    </dgm:pt>
    <dgm:pt modelId="{1F03FF85-8CDA-2E41-ABA3-0E23D0A7AE00}" type="pres">
      <dgm:prSet presAssocID="{A2E509F9-CDA9-6044-B440-C6EF8EA404D7}" presName="rootComposite" presStyleCnt="0"/>
      <dgm:spPr/>
    </dgm:pt>
    <dgm:pt modelId="{674405F1-3727-9D45-866E-7B5DC26D370F}" type="pres">
      <dgm:prSet presAssocID="{A2E509F9-CDA9-6044-B440-C6EF8EA404D7}" presName="rootText" presStyleLbl="node3" presStyleIdx="5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F148CA8-E454-BF4C-BC33-6CAFC0EDC8AE}" type="pres">
      <dgm:prSet presAssocID="{A2E509F9-CDA9-6044-B440-C6EF8EA404D7}" presName="rootConnector" presStyleLbl="node3" presStyleIdx="5" presStyleCnt="26"/>
      <dgm:spPr/>
      <dgm:t>
        <a:bodyPr/>
        <a:lstStyle/>
        <a:p>
          <a:endParaRPr lang="en-US"/>
        </a:p>
      </dgm:t>
    </dgm:pt>
    <dgm:pt modelId="{B826167B-3A52-CE41-A687-087F1534A1B7}" type="pres">
      <dgm:prSet presAssocID="{A2E509F9-CDA9-6044-B440-C6EF8EA404D7}" presName="hierChild4" presStyleCnt="0"/>
      <dgm:spPr/>
    </dgm:pt>
    <dgm:pt modelId="{EB956EB6-C9B4-D64D-A886-312E28CBBAF2}" type="pres">
      <dgm:prSet presAssocID="{A2E509F9-CDA9-6044-B440-C6EF8EA404D7}" presName="hierChild5" presStyleCnt="0"/>
      <dgm:spPr/>
    </dgm:pt>
    <dgm:pt modelId="{10AC9057-0B1B-D849-8B41-D59EC3178F4F}" type="pres">
      <dgm:prSet presAssocID="{F4DA0D77-46F5-1B45-AA6A-144DBCA9507E}" presName="Name37" presStyleLbl="parChTrans1D3" presStyleIdx="6" presStyleCnt="26"/>
      <dgm:spPr/>
      <dgm:t>
        <a:bodyPr/>
        <a:lstStyle/>
        <a:p>
          <a:endParaRPr lang="en-US"/>
        </a:p>
      </dgm:t>
    </dgm:pt>
    <dgm:pt modelId="{BC975E63-30FF-8748-A00E-0DDCB709C10E}" type="pres">
      <dgm:prSet presAssocID="{4ECCE811-E318-4A40-932A-571FA3BA37B0}" presName="hierRoot2" presStyleCnt="0">
        <dgm:presLayoutVars>
          <dgm:hierBranch val="init"/>
        </dgm:presLayoutVars>
      </dgm:prSet>
      <dgm:spPr/>
    </dgm:pt>
    <dgm:pt modelId="{83F8E7E5-3819-9A4A-8CCF-2A596F7B19A6}" type="pres">
      <dgm:prSet presAssocID="{4ECCE811-E318-4A40-932A-571FA3BA37B0}" presName="rootComposite" presStyleCnt="0"/>
      <dgm:spPr/>
    </dgm:pt>
    <dgm:pt modelId="{9DA9282A-F37C-504A-A97B-76396C0CB058}" type="pres">
      <dgm:prSet presAssocID="{4ECCE811-E318-4A40-932A-571FA3BA37B0}" presName="rootText" presStyleLbl="node3" presStyleIdx="6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9D42323-7E98-E645-8B16-F4D5AD4EA06D}" type="pres">
      <dgm:prSet presAssocID="{4ECCE811-E318-4A40-932A-571FA3BA37B0}" presName="rootConnector" presStyleLbl="node3" presStyleIdx="6" presStyleCnt="26"/>
      <dgm:spPr/>
      <dgm:t>
        <a:bodyPr/>
        <a:lstStyle/>
        <a:p>
          <a:endParaRPr lang="en-US"/>
        </a:p>
      </dgm:t>
    </dgm:pt>
    <dgm:pt modelId="{01A6D58F-A08C-6B4F-81AB-777711E3DCE0}" type="pres">
      <dgm:prSet presAssocID="{4ECCE811-E318-4A40-932A-571FA3BA37B0}" presName="hierChild4" presStyleCnt="0"/>
      <dgm:spPr/>
    </dgm:pt>
    <dgm:pt modelId="{CC6F8537-F0D3-6F4C-81DD-630AA9038510}" type="pres">
      <dgm:prSet presAssocID="{4ECCE811-E318-4A40-932A-571FA3BA37B0}" presName="hierChild5" presStyleCnt="0"/>
      <dgm:spPr/>
    </dgm:pt>
    <dgm:pt modelId="{AB097B20-CA4D-B745-8368-211577EFBB1F}" type="pres">
      <dgm:prSet presAssocID="{050312BC-8184-8E4F-B198-9E38D3E70B2B}" presName="Name37" presStyleLbl="parChTrans1D3" presStyleIdx="7" presStyleCnt="26"/>
      <dgm:spPr/>
      <dgm:t>
        <a:bodyPr/>
        <a:lstStyle/>
        <a:p>
          <a:endParaRPr lang="en-US"/>
        </a:p>
      </dgm:t>
    </dgm:pt>
    <dgm:pt modelId="{DA113771-AFDE-C24F-A38C-9F61D8E4874A}" type="pres">
      <dgm:prSet presAssocID="{0A018E93-5F90-154D-BA9F-8D8BCB5BC673}" presName="hierRoot2" presStyleCnt="0">
        <dgm:presLayoutVars>
          <dgm:hierBranch val="init"/>
        </dgm:presLayoutVars>
      </dgm:prSet>
      <dgm:spPr/>
    </dgm:pt>
    <dgm:pt modelId="{FE837256-85AA-DE4C-B27C-A8137C1FC5A1}" type="pres">
      <dgm:prSet presAssocID="{0A018E93-5F90-154D-BA9F-8D8BCB5BC673}" presName="rootComposite" presStyleCnt="0"/>
      <dgm:spPr/>
    </dgm:pt>
    <dgm:pt modelId="{A8C96DFE-AD73-854C-9E10-7A50D7E847D6}" type="pres">
      <dgm:prSet presAssocID="{0A018E93-5F90-154D-BA9F-8D8BCB5BC673}" presName="rootText" presStyleLbl="node3" presStyleIdx="7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4FA1A6E-78A4-414F-A674-7CD976BB5B6B}" type="pres">
      <dgm:prSet presAssocID="{0A018E93-5F90-154D-BA9F-8D8BCB5BC673}" presName="rootConnector" presStyleLbl="node3" presStyleIdx="7" presStyleCnt="26"/>
      <dgm:spPr/>
      <dgm:t>
        <a:bodyPr/>
        <a:lstStyle/>
        <a:p>
          <a:endParaRPr lang="en-US"/>
        </a:p>
      </dgm:t>
    </dgm:pt>
    <dgm:pt modelId="{258A233A-6BC5-864D-B8D7-1BFEA0D0B5D0}" type="pres">
      <dgm:prSet presAssocID="{0A018E93-5F90-154D-BA9F-8D8BCB5BC673}" presName="hierChild4" presStyleCnt="0"/>
      <dgm:spPr/>
    </dgm:pt>
    <dgm:pt modelId="{EB303400-4D70-9642-B4C3-A90BB8309C7F}" type="pres">
      <dgm:prSet presAssocID="{0A018E93-5F90-154D-BA9F-8D8BCB5BC673}" presName="hierChild5" presStyleCnt="0"/>
      <dgm:spPr/>
    </dgm:pt>
    <dgm:pt modelId="{75E05960-12B2-C545-9173-5484113A98E1}" type="pres">
      <dgm:prSet presAssocID="{C7B1EAA3-3C24-5E46-B328-F11C0AABFB5A}" presName="Name37" presStyleLbl="parChTrans1D3" presStyleIdx="8" presStyleCnt="26"/>
      <dgm:spPr/>
      <dgm:t>
        <a:bodyPr/>
        <a:lstStyle/>
        <a:p>
          <a:endParaRPr lang="en-US"/>
        </a:p>
      </dgm:t>
    </dgm:pt>
    <dgm:pt modelId="{EE63D480-9C03-0F4C-89AB-0EF746A6E3C9}" type="pres">
      <dgm:prSet presAssocID="{2B3C9062-1EF9-3242-A400-A901BF41692C}" presName="hierRoot2" presStyleCnt="0">
        <dgm:presLayoutVars>
          <dgm:hierBranch val="init"/>
        </dgm:presLayoutVars>
      </dgm:prSet>
      <dgm:spPr/>
    </dgm:pt>
    <dgm:pt modelId="{14808AFA-63DD-0D44-B335-15B35E1C4C49}" type="pres">
      <dgm:prSet presAssocID="{2B3C9062-1EF9-3242-A400-A901BF41692C}" presName="rootComposite" presStyleCnt="0"/>
      <dgm:spPr/>
    </dgm:pt>
    <dgm:pt modelId="{FFEEEEF1-6681-A042-89FF-EB753BCEF031}" type="pres">
      <dgm:prSet presAssocID="{2B3C9062-1EF9-3242-A400-A901BF41692C}" presName="rootText" presStyleLbl="node3" presStyleIdx="8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75DDED-6EDB-A945-BC0D-F44A3AD68D83}" type="pres">
      <dgm:prSet presAssocID="{2B3C9062-1EF9-3242-A400-A901BF41692C}" presName="rootConnector" presStyleLbl="node3" presStyleIdx="8" presStyleCnt="26"/>
      <dgm:spPr/>
      <dgm:t>
        <a:bodyPr/>
        <a:lstStyle/>
        <a:p>
          <a:endParaRPr lang="en-US"/>
        </a:p>
      </dgm:t>
    </dgm:pt>
    <dgm:pt modelId="{7CDF7E25-A72D-884B-9B4C-CD6295E6CD94}" type="pres">
      <dgm:prSet presAssocID="{2B3C9062-1EF9-3242-A400-A901BF41692C}" presName="hierChild4" presStyleCnt="0"/>
      <dgm:spPr/>
    </dgm:pt>
    <dgm:pt modelId="{7240C09A-85FB-3145-AD3A-5A236AF2EF2D}" type="pres">
      <dgm:prSet presAssocID="{2B3C9062-1EF9-3242-A400-A901BF41692C}" presName="hierChild5" presStyleCnt="0"/>
      <dgm:spPr/>
    </dgm:pt>
    <dgm:pt modelId="{172E4736-9099-7A4D-8232-53FAF32B9935}" type="pres">
      <dgm:prSet presAssocID="{7D4AB94C-9544-A04C-AD3A-345CADC9CA5A}" presName="Name37" presStyleLbl="parChTrans1D3" presStyleIdx="9" presStyleCnt="26"/>
      <dgm:spPr/>
      <dgm:t>
        <a:bodyPr/>
        <a:lstStyle/>
        <a:p>
          <a:endParaRPr lang="en-US"/>
        </a:p>
      </dgm:t>
    </dgm:pt>
    <dgm:pt modelId="{36C1F85A-98E5-7348-B27F-7993E4177DB7}" type="pres">
      <dgm:prSet presAssocID="{86229BAB-F609-CD4F-81DD-663C204E5F4D}" presName="hierRoot2" presStyleCnt="0">
        <dgm:presLayoutVars>
          <dgm:hierBranch val="init"/>
        </dgm:presLayoutVars>
      </dgm:prSet>
      <dgm:spPr/>
    </dgm:pt>
    <dgm:pt modelId="{7FC8BCD4-C934-7047-ADBB-2C67D5A5C4E7}" type="pres">
      <dgm:prSet presAssocID="{86229BAB-F609-CD4F-81DD-663C204E5F4D}" presName="rootComposite" presStyleCnt="0"/>
      <dgm:spPr/>
    </dgm:pt>
    <dgm:pt modelId="{4BB6F4B0-E472-4A48-B1E7-AB09E4077741}" type="pres">
      <dgm:prSet presAssocID="{86229BAB-F609-CD4F-81DD-663C204E5F4D}" presName="rootText" presStyleLbl="node3" presStyleIdx="9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B84B6D8-F9A3-A048-B06A-CD4457ADA8AF}" type="pres">
      <dgm:prSet presAssocID="{86229BAB-F609-CD4F-81DD-663C204E5F4D}" presName="rootConnector" presStyleLbl="node3" presStyleIdx="9" presStyleCnt="26"/>
      <dgm:spPr/>
      <dgm:t>
        <a:bodyPr/>
        <a:lstStyle/>
        <a:p>
          <a:endParaRPr lang="en-US"/>
        </a:p>
      </dgm:t>
    </dgm:pt>
    <dgm:pt modelId="{0F516B7C-7EA8-164E-B918-F315E8320603}" type="pres">
      <dgm:prSet presAssocID="{86229BAB-F609-CD4F-81DD-663C204E5F4D}" presName="hierChild4" presStyleCnt="0"/>
      <dgm:spPr/>
    </dgm:pt>
    <dgm:pt modelId="{F0486A78-2426-AE4A-96B3-00BD1C6F79D6}" type="pres">
      <dgm:prSet presAssocID="{86229BAB-F609-CD4F-81DD-663C204E5F4D}" presName="hierChild5" presStyleCnt="0"/>
      <dgm:spPr/>
    </dgm:pt>
    <dgm:pt modelId="{BF2BE316-5EFD-A448-9CF4-4BA8BC1287B4}" type="pres">
      <dgm:prSet presAssocID="{DA4350DE-BC6C-0545-9E9C-F3BC99FA5D42}" presName="Name37" presStyleLbl="parChTrans1D3" presStyleIdx="10" presStyleCnt="26"/>
      <dgm:spPr/>
      <dgm:t>
        <a:bodyPr/>
        <a:lstStyle/>
        <a:p>
          <a:endParaRPr lang="en-US"/>
        </a:p>
      </dgm:t>
    </dgm:pt>
    <dgm:pt modelId="{0A2E9203-EA28-8145-A466-E870D7F77298}" type="pres">
      <dgm:prSet presAssocID="{4047D058-2E39-DC48-8CF7-57CB0BC3FC37}" presName="hierRoot2" presStyleCnt="0">
        <dgm:presLayoutVars>
          <dgm:hierBranch val="init"/>
        </dgm:presLayoutVars>
      </dgm:prSet>
      <dgm:spPr/>
    </dgm:pt>
    <dgm:pt modelId="{4E246B42-B4E1-8A4F-91BB-789FAA677EE4}" type="pres">
      <dgm:prSet presAssocID="{4047D058-2E39-DC48-8CF7-57CB0BC3FC37}" presName="rootComposite" presStyleCnt="0"/>
      <dgm:spPr/>
    </dgm:pt>
    <dgm:pt modelId="{2383877B-F16A-644E-AC43-F0D0C668F3C6}" type="pres">
      <dgm:prSet presAssocID="{4047D058-2E39-DC48-8CF7-57CB0BC3FC37}" presName="rootText" presStyleLbl="node3" presStyleIdx="10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26B9EC-E80D-5A47-A94C-85F15BDA3DB8}" type="pres">
      <dgm:prSet presAssocID="{4047D058-2E39-DC48-8CF7-57CB0BC3FC37}" presName="rootConnector" presStyleLbl="node3" presStyleIdx="10" presStyleCnt="26"/>
      <dgm:spPr/>
      <dgm:t>
        <a:bodyPr/>
        <a:lstStyle/>
        <a:p>
          <a:endParaRPr lang="en-US"/>
        </a:p>
      </dgm:t>
    </dgm:pt>
    <dgm:pt modelId="{15256EE2-AFF7-BB45-AB76-D402142D44C3}" type="pres">
      <dgm:prSet presAssocID="{4047D058-2E39-DC48-8CF7-57CB0BC3FC37}" presName="hierChild4" presStyleCnt="0"/>
      <dgm:spPr/>
    </dgm:pt>
    <dgm:pt modelId="{5B27EA6C-309F-F046-A875-4EC7A3C780ED}" type="pres">
      <dgm:prSet presAssocID="{4047D058-2E39-DC48-8CF7-57CB0BC3FC37}" presName="hierChild5" presStyleCnt="0"/>
      <dgm:spPr/>
    </dgm:pt>
    <dgm:pt modelId="{2BE34B4A-67DD-9047-8BA7-3A8372DD165C}" type="pres">
      <dgm:prSet presAssocID="{3B2AA868-5F61-4044-B2D6-6E08F1B81F99}" presName="hierChild5" presStyleCnt="0"/>
      <dgm:spPr/>
    </dgm:pt>
    <dgm:pt modelId="{F23911E6-ACEC-4E46-A4A4-07F7850626C6}" type="pres">
      <dgm:prSet presAssocID="{3ADADD54-280A-1347-BD6F-61AC47EC9D93}" presName="Name37" presStyleLbl="parChTrans1D2" presStyleIdx="3" presStyleCnt="7"/>
      <dgm:spPr/>
      <dgm:t>
        <a:bodyPr/>
        <a:lstStyle/>
        <a:p>
          <a:endParaRPr lang="en-US"/>
        </a:p>
      </dgm:t>
    </dgm:pt>
    <dgm:pt modelId="{08751043-6089-FB4E-AD60-07BE14FD4F65}" type="pres">
      <dgm:prSet presAssocID="{9E7C1292-EEA6-A743-ACF2-798A7D05FB22}" presName="hierRoot2" presStyleCnt="0">
        <dgm:presLayoutVars>
          <dgm:hierBranch val="init"/>
        </dgm:presLayoutVars>
      </dgm:prSet>
      <dgm:spPr/>
    </dgm:pt>
    <dgm:pt modelId="{B1C48F9A-4458-C546-BBF2-FBA2666B6B13}" type="pres">
      <dgm:prSet presAssocID="{9E7C1292-EEA6-A743-ACF2-798A7D05FB22}" presName="rootComposite" presStyleCnt="0"/>
      <dgm:spPr/>
    </dgm:pt>
    <dgm:pt modelId="{2C32B8F3-2FCC-6D4B-AF1D-A2C823DE6A3E}" type="pres">
      <dgm:prSet presAssocID="{9E7C1292-EEA6-A743-ACF2-798A7D05FB22}" presName="rootText" presStyleLbl="node2" presStyleIdx="3" presStyleCnt="7" custScaleX="1340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624D9A4-0770-1A45-B897-3B6DB3D41AC0}" type="pres">
      <dgm:prSet presAssocID="{9E7C1292-EEA6-A743-ACF2-798A7D05FB22}" presName="rootConnector" presStyleLbl="node2" presStyleIdx="3" presStyleCnt="7"/>
      <dgm:spPr/>
      <dgm:t>
        <a:bodyPr/>
        <a:lstStyle/>
        <a:p>
          <a:endParaRPr lang="en-US"/>
        </a:p>
      </dgm:t>
    </dgm:pt>
    <dgm:pt modelId="{CD51414B-AC5C-D543-B674-AE721F74F5B6}" type="pres">
      <dgm:prSet presAssocID="{9E7C1292-EEA6-A743-ACF2-798A7D05FB22}" presName="hierChild4" presStyleCnt="0"/>
      <dgm:spPr/>
    </dgm:pt>
    <dgm:pt modelId="{D0A621F6-49B1-4E4C-9A80-0DFCBAF700FC}" type="pres">
      <dgm:prSet presAssocID="{8DBAD13D-68BC-D342-8405-A98213BEC319}" presName="Name37" presStyleLbl="parChTrans1D3" presStyleIdx="11" presStyleCnt="26"/>
      <dgm:spPr/>
      <dgm:t>
        <a:bodyPr/>
        <a:lstStyle/>
        <a:p>
          <a:endParaRPr lang="en-US"/>
        </a:p>
      </dgm:t>
    </dgm:pt>
    <dgm:pt modelId="{9646366A-4CCB-6E41-A54D-244D641C7B1C}" type="pres">
      <dgm:prSet presAssocID="{700D429B-3663-2547-935A-60042F3A6A87}" presName="hierRoot2" presStyleCnt="0">
        <dgm:presLayoutVars>
          <dgm:hierBranch val="init"/>
        </dgm:presLayoutVars>
      </dgm:prSet>
      <dgm:spPr/>
    </dgm:pt>
    <dgm:pt modelId="{07913995-15EC-5443-A0E4-8177BCFC656D}" type="pres">
      <dgm:prSet presAssocID="{700D429B-3663-2547-935A-60042F3A6A87}" presName="rootComposite" presStyleCnt="0"/>
      <dgm:spPr/>
    </dgm:pt>
    <dgm:pt modelId="{502E0BF7-76B6-754C-BA73-64F68AC8F2A5}" type="pres">
      <dgm:prSet presAssocID="{700D429B-3663-2547-935A-60042F3A6A87}" presName="rootText" presStyleLbl="node3" presStyleIdx="11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9FDA1CB-D726-4B47-9A44-79AA2AB36443}" type="pres">
      <dgm:prSet presAssocID="{700D429B-3663-2547-935A-60042F3A6A87}" presName="rootConnector" presStyleLbl="node3" presStyleIdx="11" presStyleCnt="26"/>
      <dgm:spPr/>
      <dgm:t>
        <a:bodyPr/>
        <a:lstStyle/>
        <a:p>
          <a:endParaRPr lang="en-US"/>
        </a:p>
      </dgm:t>
    </dgm:pt>
    <dgm:pt modelId="{114B63A9-A914-7B44-BAD7-8FFD1BC9FD94}" type="pres">
      <dgm:prSet presAssocID="{700D429B-3663-2547-935A-60042F3A6A87}" presName="hierChild4" presStyleCnt="0"/>
      <dgm:spPr/>
    </dgm:pt>
    <dgm:pt modelId="{72524FBB-506B-A24E-8109-48BB5BC762DB}" type="pres">
      <dgm:prSet presAssocID="{CB0CE6A6-61FF-7B44-B25F-A11342A4F86C}" presName="Name37" presStyleLbl="parChTrans1D4" presStyleIdx="13" presStyleCnt="44"/>
      <dgm:spPr/>
      <dgm:t>
        <a:bodyPr/>
        <a:lstStyle/>
        <a:p>
          <a:endParaRPr lang="en-US"/>
        </a:p>
      </dgm:t>
    </dgm:pt>
    <dgm:pt modelId="{26F38899-47E3-BF4B-97E6-4799DAC6DDBA}" type="pres">
      <dgm:prSet presAssocID="{454DD4D2-8DFE-E840-AF89-1D4E90F1DF14}" presName="hierRoot2" presStyleCnt="0">
        <dgm:presLayoutVars>
          <dgm:hierBranch val="init"/>
        </dgm:presLayoutVars>
      </dgm:prSet>
      <dgm:spPr/>
    </dgm:pt>
    <dgm:pt modelId="{B2D203C2-F84D-C949-8A68-6746938B20CA}" type="pres">
      <dgm:prSet presAssocID="{454DD4D2-8DFE-E840-AF89-1D4E90F1DF14}" presName="rootComposite" presStyleCnt="0"/>
      <dgm:spPr/>
    </dgm:pt>
    <dgm:pt modelId="{142332B1-D5BE-D143-B86E-8E529FC9D393}" type="pres">
      <dgm:prSet presAssocID="{454DD4D2-8DFE-E840-AF89-1D4E90F1DF14}" presName="rootText" presStyleLbl="node4" presStyleIdx="13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5AEA5B0-904D-C343-8820-CF644F3A8A21}" type="pres">
      <dgm:prSet presAssocID="{454DD4D2-8DFE-E840-AF89-1D4E90F1DF14}" presName="rootConnector" presStyleLbl="node4" presStyleIdx="13" presStyleCnt="44"/>
      <dgm:spPr/>
      <dgm:t>
        <a:bodyPr/>
        <a:lstStyle/>
        <a:p>
          <a:endParaRPr lang="en-US"/>
        </a:p>
      </dgm:t>
    </dgm:pt>
    <dgm:pt modelId="{3E0A1060-15AD-BF43-B655-ED7F21B309C7}" type="pres">
      <dgm:prSet presAssocID="{454DD4D2-8DFE-E840-AF89-1D4E90F1DF14}" presName="hierChild4" presStyleCnt="0"/>
      <dgm:spPr/>
    </dgm:pt>
    <dgm:pt modelId="{E41094AE-6971-DD49-8312-F2EB99AE6A4B}" type="pres">
      <dgm:prSet presAssocID="{454DD4D2-8DFE-E840-AF89-1D4E90F1DF14}" presName="hierChild5" presStyleCnt="0"/>
      <dgm:spPr/>
    </dgm:pt>
    <dgm:pt modelId="{57C26EE9-A292-7A49-83B9-6EE399D88496}" type="pres">
      <dgm:prSet presAssocID="{E9FF823E-1C67-D84F-A195-9F4DEAEB79AA}" presName="Name37" presStyleLbl="parChTrans1D4" presStyleIdx="14" presStyleCnt="44"/>
      <dgm:spPr/>
      <dgm:t>
        <a:bodyPr/>
        <a:lstStyle/>
        <a:p>
          <a:endParaRPr lang="en-US"/>
        </a:p>
      </dgm:t>
    </dgm:pt>
    <dgm:pt modelId="{6657290A-4007-6C45-9320-3881D6217C55}" type="pres">
      <dgm:prSet presAssocID="{5D8F26AC-5430-B146-AC42-6A6475EE6B11}" presName="hierRoot2" presStyleCnt="0">
        <dgm:presLayoutVars>
          <dgm:hierBranch val="init"/>
        </dgm:presLayoutVars>
      </dgm:prSet>
      <dgm:spPr/>
    </dgm:pt>
    <dgm:pt modelId="{E7B14FB0-34C8-E84D-A472-BAF42D4A4FA6}" type="pres">
      <dgm:prSet presAssocID="{5D8F26AC-5430-B146-AC42-6A6475EE6B11}" presName="rootComposite" presStyleCnt="0"/>
      <dgm:spPr/>
    </dgm:pt>
    <dgm:pt modelId="{DBB2348A-2259-9A44-843D-283BFCDC9E88}" type="pres">
      <dgm:prSet presAssocID="{5D8F26AC-5430-B146-AC42-6A6475EE6B11}" presName="rootText" presStyleLbl="node4" presStyleIdx="14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CD9FEA0-29B7-7942-97FA-B61A5B7C4D97}" type="pres">
      <dgm:prSet presAssocID="{5D8F26AC-5430-B146-AC42-6A6475EE6B11}" presName="rootConnector" presStyleLbl="node4" presStyleIdx="14" presStyleCnt="44"/>
      <dgm:spPr/>
      <dgm:t>
        <a:bodyPr/>
        <a:lstStyle/>
        <a:p>
          <a:endParaRPr lang="en-US"/>
        </a:p>
      </dgm:t>
    </dgm:pt>
    <dgm:pt modelId="{184C2DC3-CE8E-B94A-8AD6-7EC13F91655F}" type="pres">
      <dgm:prSet presAssocID="{5D8F26AC-5430-B146-AC42-6A6475EE6B11}" presName="hierChild4" presStyleCnt="0"/>
      <dgm:spPr/>
    </dgm:pt>
    <dgm:pt modelId="{7ABA07F0-2F4F-AF49-83D6-349702F8ADEB}" type="pres">
      <dgm:prSet presAssocID="{5D8F26AC-5430-B146-AC42-6A6475EE6B11}" presName="hierChild5" presStyleCnt="0"/>
      <dgm:spPr/>
    </dgm:pt>
    <dgm:pt modelId="{6FCCE011-204D-DB4A-BA0D-A9871CF6C315}" type="pres">
      <dgm:prSet presAssocID="{9480323E-D9E7-0442-A175-3FB192087981}" presName="Name37" presStyleLbl="parChTrans1D4" presStyleIdx="15" presStyleCnt="44"/>
      <dgm:spPr/>
      <dgm:t>
        <a:bodyPr/>
        <a:lstStyle/>
        <a:p>
          <a:endParaRPr lang="en-US"/>
        </a:p>
      </dgm:t>
    </dgm:pt>
    <dgm:pt modelId="{48515365-C03C-9F43-89D2-49F29B3C5D62}" type="pres">
      <dgm:prSet presAssocID="{5E6C5602-3FA8-AE4A-B329-40CBCEE7FA40}" presName="hierRoot2" presStyleCnt="0">
        <dgm:presLayoutVars>
          <dgm:hierBranch val="init"/>
        </dgm:presLayoutVars>
      </dgm:prSet>
      <dgm:spPr/>
    </dgm:pt>
    <dgm:pt modelId="{6DE49C93-1723-8A47-B21D-A2EECF2C527C}" type="pres">
      <dgm:prSet presAssocID="{5E6C5602-3FA8-AE4A-B329-40CBCEE7FA40}" presName="rootComposite" presStyleCnt="0"/>
      <dgm:spPr/>
    </dgm:pt>
    <dgm:pt modelId="{7AAB78A1-4E6F-C24D-B1C8-1988C64AB44E}" type="pres">
      <dgm:prSet presAssocID="{5E6C5602-3FA8-AE4A-B329-40CBCEE7FA40}" presName="rootText" presStyleLbl="node4" presStyleIdx="15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3FA5F0B-DBB4-A94C-9863-B899FE5F2AF0}" type="pres">
      <dgm:prSet presAssocID="{5E6C5602-3FA8-AE4A-B329-40CBCEE7FA40}" presName="rootConnector" presStyleLbl="node4" presStyleIdx="15" presStyleCnt="44"/>
      <dgm:spPr/>
      <dgm:t>
        <a:bodyPr/>
        <a:lstStyle/>
        <a:p>
          <a:endParaRPr lang="en-US"/>
        </a:p>
      </dgm:t>
    </dgm:pt>
    <dgm:pt modelId="{8C9A0743-D4ED-9146-BF6D-9CAE74E73C01}" type="pres">
      <dgm:prSet presAssocID="{5E6C5602-3FA8-AE4A-B329-40CBCEE7FA40}" presName="hierChild4" presStyleCnt="0"/>
      <dgm:spPr/>
    </dgm:pt>
    <dgm:pt modelId="{D21CC0E2-17BE-9147-973F-4F10F8E33C4E}" type="pres">
      <dgm:prSet presAssocID="{5E6C5602-3FA8-AE4A-B329-40CBCEE7FA40}" presName="hierChild5" presStyleCnt="0"/>
      <dgm:spPr/>
    </dgm:pt>
    <dgm:pt modelId="{A8F68595-3199-FC4F-A893-2878E9FE98C2}" type="pres">
      <dgm:prSet presAssocID="{3FCDB023-3AFA-0345-86DD-9C30D5018BB9}" presName="Name37" presStyleLbl="parChTrans1D4" presStyleIdx="16" presStyleCnt="44"/>
      <dgm:spPr/>
      <dgm:t>
        <a:bodyPr/>
        <a:lstStyle/>
        <a:p>
          <a:endParaRPr lang="en-US"/>
        </a:p>
      </dgm:t>
    </dgm:pt>
    <dgm:pt modelId="{AD6EE6F0-3114-C448-BF5C-103428FBDD83}" type="pres">
      <dgm:prSet presAssocID="{C6196E92-632A-0649-B144-6DFF5D37631C}" presName="hierRoot2" presStyleCnt="0">
        <dgm:presLayoutVars>
          <dgm:hierBranch val="init"/>
        </dgm:presLayoutVars>
      </dgm:prSet>
      <dgm:spPr/>
    </dgm:pt>
    <dgm:pt modelId="{C6E79F77-B5C1-2E4C-813F-C4396E687781}" type="pres">
      <dgm:prSet presAssocID="{C6196E92-632A-0649-B144-6DFF5D37631C}" presName="rootComposite" presStyleCnt="0"/>
      <dgm:spPr/>
    </dgm:pt>
    <dgm:pt modelId="{CECD0A8D-7640-904F-A2AB-FE26B82173B4}" type="pres">
      <dgm:prSet presAssocID="{C6196E92-632A-0649-B144-6DFF5D37631C}" presName="rootText" presStyleLbl="node4" presStyleIdx="16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B65F2C5-AAF6-144B-920A-B00ADDDD9F73}" type="pres">
      <dgm:prSet presAssocID="{C6196E92-632A-0649-B144-6DFF5D37631C}" presName="rootConnector" presStyleLbl="node4" presStyleIdx="16" presStyleCnt="44"/>
      <dgm:spPr/>
      <dgm:t>
        <a:bodyPr/>
        <a:lstStyle/>
        <a:p>
          <a:endParaRPr lang="en-US"/>
        </a:p>
      </dgm:t>
    </dgm:pt>
    <dgm:pt modelId="{3CA6F488-DC73-AD49-BB1C-97A7765F1219}" type="pres">
      <dgm:prSet presAssocID="{C6196E92-632A-0649-B144-6DFF5D37631C}" presName="hierChild4" presStyleCnt="0"/>
      <dgm:spPr/>
    </dgm:pt>
    <dgm:pt modelId="{609951FF-7EF2-DF4F-B2F2-E888AB33D307}" type="pres">
      <dgm:prSet presAssocID="{C6196E92-632A-0649-B144-6DFF5D37631C}" presName="hierChild5" presStyleCnt="0"/>
      <dgm:spPr/>
    </dgm:pt>
    <dgm:pt modelId="{52D89B2B-C56F-4448-A1DD-0357484A7413}" type="pres">
      <dgm:prSet presAssocID="{DD4025DD-A857-E342-B3DA-427F2E934E3C}" presName="Name37" presStyleLbl="parChTrans1D4" presStyleIdx="17" presStyleCnt="44"/>
      <dgm:spPr/>
      <dgm:t>
        <a:bodyPr/>
        <a:lstStyle/>
        <a:p>
          <a:endParaRPr lang="en-US"/>
        </a:p>
      </dgm:t>
    </dgm:pt>
    <dgm:pt modelId="{6B6E2376-1503-6743-9951-D8FF8E3CB57C}" type="pres">
      <dgm:prSet presAssocID="{DE6500D2-E21D-B945-A12E-AD2ABA2246E3}" presName="hierRoot2" presStyleCnt="0">
        <dgm:presLayoutVars>
          <dgm:hierBranch val="init"/>
        </dgm:presLayoutVars>
      </dgm:prSet>
      <dgm:spPr/>
    </dgm:pt>
    <dgm:pt modelId="{0D991293-6893-4644-BFE9-0314D54E5218}" type="pres">
      <dgm:prSet presAssocID="{DE6500D2-E21D-B945-A12E-AD2ABA2246E3}" presName="rootComposite" presStyleCnt="0"/>
      <dgm:spPr/>
    </dgm:pt>
    <dgm:pt modelId="{B3D2B76A-85E9-0243-BE07-23BA36A35073}" type="pres">
      <dgm:prSet presAssocID="{DE6500D2-E21D-B945-A12E-AD2ABA2246E3}" presName="rootText" presStyleLbl="node4" presStyleIdx="17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27AB72A-E66D-C147-B4EB-4B368FF3157D}" type="pres">
      <dgm:prSet presAssocID="{DE6500D2-E21D-B945-A12E-AD2ABA2246E3}" presName="rootConnector" presStyleLbl="node4" presStyleIdx="17" presStyleCnt="44"/>
      <dgm:spPr/>
      <dgm:t>
        <a:bodyPr/>
        <a:lstStyle/>
        <a:p>
          <a:endParaRPr lang="en-US"/>
        </a:p>
      </dgm:t>
    </dgm:pt>
    <dgm:pt modelId="{833AAE13-C97F-C941-8744-07EE4F13B2C4}" type="pres">
      <dgm:prSet presAssocID="{DE6500D2-E21D-B945-A12E-AD2ABA2246E3}" presName="hierChild4" presStyleCnt="0"/>
      <dgm:spPr/>
    </dgm:pt>
    <dgm:pt modelId="{AD0C1B6C-A3AF-1E4C-A85F-934C6F2AFB74}" type="pres">
      <dgm:prSet presAssocID="{DE6500D2-E21D-B945-A12E-AD2ABA2246E3}" presName="hierChild5" presStyleCnt="0"/>
      <dgm:spPr/>
    </dgm:pt>
    <dgm:pt modelId="{7F9DA4AF-B491-3640-9D37-809733054DF6}" type="pres">
      <dgm:prSet presAssocID="{DDF8AB35-5485-F74F-846B-26D93EE71133}" presName="Name37" presStyleLbl="parChTrans1D4" presStyleIdx="18" presStyleCnt="44"/>
      <dgm:spPr/>
      <dgm:t>
        <a:bodyPr/>
        <a:lstStyle/>
        <a:p>
          <a:endParaRPr lang="en-US"/>
        </a:p>
      </dgm:t>
    </dgm:pt>
    <dgm:pt modelId="{AE74F551-0EAA-0D41-B6F7-DDD3712523EB}" type="pres">
      <dgm:prSet presAssocID="{2F2D341D-516E-6B4C-BEDB-71C176C32394}" presName="hierRoot2" presStyleCnt="0">
        <dgm:presLayoutVars>
          <dgm:hierBranch val="init"/>
        </dgm:presLayoutVars>
      </dgm:prSet>
      <dgm:spPr/>
    </dgm:pt>
    <dgm:pt modelId="{F8549236-D5C2-5444-B8C3-0123C4CC4867}" type="pres">
      <dgm:prSet presAssocID="{2F2D341D-516E-6B4C-BEDB-71C176C32394}" presName="rootComposite" presStyleCnt="0"/>
      <dgm:spPr/>
    </dgm:pt>
    <dgm:pt modelId="{00A12D06-BB6D-1D4A-92F1-3A62FD83A1B6}" type="pres">
      <dgm:prSet presAssocID="{2F2D341D-516E-6B4C-BEDB-71C176C32394}" presName="rootText" presStyleLbl="node4" presStyleIdx="18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E4B1400-6D1C-9F44-BB3B-CD18004791B6}" type="pres">
      <dgm:prSet presAssocID="{2F2D341D-516E-6B4C-BEDB-71C176C32394}" presName="rootConnector" presStyleLbl="node4" presStyleIdx="18" presStyleCnt="44"/>
      <dgm:spPr/>
      <dgm:t>
        <a:bodyPr/>
        <a:lstStyle/>
        <a:p>
          <a:endParaRPr lang="en-US"/>
        </a:p>
      </dgm:t>
    </dgm:pt>
    <dgm:pt modelId="{44669E22-408B-EB43-AE5D-6E9472BBFE82}" type="pres">
      <dgm:prSet presAssocID="{2F2D341D-516E-6B4C-BEDB-71C176C32394}" presName="hierChild4" presStyleCnt="0"/>
      <dgm:spPr/>
    </dgm:pt>
    <dgm:pt modelId="{EEA91C79-C984-9C41-9F70-68F3EB6BB7F8}" type="pres">
      <dgm:prSet presAssocID="{2F2D341D-516E-6B4C-BEDB-71C176C32394}" presName="hierChild5" presStyleCnt="0"/>
      <dgm:spPr/>
    </dgm:pt>
    <dgm:pt modelId="{1A4BD6C8-1EC0-5D4A-B805-4B1586457B9C}" type="pres">
      <dgm:prSet presAssocID="{882D7188-2E75-C04A-BAB9-7614DF166605}" presName="Name37" presStyleLbl="parChTrans1D4" presStyleIdx="19" presStyleCnt="44"/>
      <dgm:spPr/>
      <dgm:t>
        <a:bodyPr/>
        <a:lstStyle/>
        <a:p>
          <a:endParaRPr lang="en-US"/>
        </a:p>
      </dgm:t>
    </dgm:pt>
    <dgm:pt modelId="{7E3197E9-829C-2547-AC80-B4D9AFE370E6}" type="pres">
      <dgm:prSet presAssocID="{38B8D62B-5695-224F-AA25-EDDD62DF65AF}" presName="hierRoot2" presStyleCnt="0">
        <dgm:presLayoutVars>
          <dgm:hierBranch val="init"/>
        </dgm:presLayoutVars>
      </dgm:prSet>
      <dgm:spPr/>
    </dgm:pt>
    <dgm:pt modelId="{3965BF80-2BEA-FE4C-B672-A5C5D0348464}" type="pres">
      <dgm:prSet presAssocID="{38B8D62B-5695-224F-AA25-EDDD62DF65AF}" presName="rootComposite" presStyleCnt="0"/>
      <dgm:spPr/>
    </dgm:pt>
    <dgm:pt modelId="{1D141183-8684-A943-AF93-1F4B4F28B26C}" type="pres">
      <dgm:prSet presAssocID="{38B8D62B-5695-224F-AA25-EDDD62DF65AF}" presName="rootText" presStyleLbl="node4" presStyleIdx="19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11B26D-CBA3-7D4D-9FAA-BFCB0BC9CCC8}" type="pres">
      <dgm:prSet presAssocID="{38B8D62B-5695-224F-AA25-EDDD62DF65AF}" presName="rootConnector" presStyleLbl="node4" presStyleIdx="19" presStyleCnt="44"/>
      <dgm:spPr/>
      <dgm:t>
        <a:bodyPr/>
        <a:lstStyle/>
        <a:p>
          <a:endParaRPr lang="en-US"/>
        </a:p>
      </dgm:t>
    </dgm:pt>
    <dgm:pt modelId="{6C03936B-7BD8-0742-98A3-DCABCB7EC224}" type="pres">
      <dgm:prSet presAssocID="{38B8D62B-5695-224F-AA25-EDDD62DF65AF}" presName="hierChild4" presStyleCnt="0"/>
      <dgm:spPr/>
    </dgm:pt>
    <dgm:pt modelId="{CC937E14-5DB7-8442-989B-92DC244CCCFD}" type="pres">
      <dgm:prSet presAssocID="{38B8D62B-5695-224F-AA25-EDDD62DF65AF}" presName="hierChild5" presStyleCnt="0"/>
      <dgm:spPr/>
    </dgm:pt>
    <dgm:pt modelId="{D8EAD92D-952D-5743-9309-3E4DC6310245}" type="pres">
      <dgm:prSet presAssocID="{8BD68273-85EF-9D44-BDF8-A6C131DC0ECE}" presName="Name37" presStyleLbl="parChTrans1D4" presStyleIdx="20" presStyleCnt="44"/>
      <dgm:spPr/>
      <dgm:t>
        <a:bodyPr/>
        <a:lstStyle/>
        <a:p>
          <a:endParaRPr lang="en-US"/>
        </a:p>
      </dgm:t>
    </dgm:pt>
    <dgm:pt modelId="{ACC1F877-00D0-D947-BA73-E93DB674A219}" type="pres">
      <dgm:prSet presAssocID="{77C7AB50-3183-B245-82B1-CF677DB02817}" presName="hierRoot2" presStyleCnt="0">
        <dgm:presLayoutVars>
          <dgm:hierBranch val="init"/>
        </dgm:presLayoutVars>
      </dgm:prSet>
      <dgm:spPr/>
    </dgm:pt>
    <dgm:pt modelId="{8DA7678F-CD06-C04D-B76F-9D13680B82E3}" type="pres">
      <dgm:prSet presAssocID="{77C7AB50-3183-B245-82B1-CF677DB02817}" presName="rootComposite" presStyleCnt="0"/>
      <dgm:spPr/>
    </dgm:pt>
    <dgm:pt modelId="{62BFB1E9-8EC1-2A40-BF2A-D6D13C32D0FB}" type="pres">
      <dgm:prSet presAssocID="{77C7AB50-3183-B245-82B1-CF677DB02817}" presName="rootText" presStyleLbl="node4" presStyleIdx="20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48640B-B5ED-4D40-914E-43843CA5F467}" type="pres">
      <dgm:prSet presAssocID="{77C7AB50-3183-B245-82B1-CF677DB02817}" presName="rootConnector" presStyleLbl="node4" presStyleIdx="20" presStyleCnt="44"/>
      <dgm:spPr/>
      <dgm:t>
        <a:bodyPr/>
        <a:lstStyle/>
        <a:p>
          <a:endParaRPr lang="en-US"/>
        </a:p>
      </dgm:t>
    </dgm:pt>
    <dgm:pt modelId="{FF76AA36-97A3-8648-AC5D-62335403B6AF}" type="pres">
      <dgm:prSet presAssocID="{77C7AB50-3183-B245-82B1-CF677DB02817}" presName="hierChild4" presStyleCnt="0"/>
      <dgm:spPr/>
    </dgm:pt>
    <dgm:pt modelId="{343DB445-EC6A-6F46-A305-54D9A1CFB6A1}" type="pres">
      <dgm:prSet presAssocID="{77C7AB50-3183-B245-82B1-CF677DB02817}" presName="hierChild5" presStyleCnt="0"/>
      <dgm:spPr/>
    </dgm:pt>
    <dgm:pt modelId="{EF64042F-0B1F-9D4F-B1EA-CA2FAAAF6EA3}" type="pres">
      <dgm:prSet presAssocID="{22EF830E-15BA-3549-B098-6E1ED9EA22E2}" presName="Name37" presStyleLbl="parChTrans1D4" presStyleIdx="21" presStyleCnt="44"/>
      <dgm:spPr/>
      <dgm:t>
        <a:bodyPr/>
        <a:lstStyle/>
        <a:p>
          <a:endParaRPr lang="en-US"/>
        </a:p>
      </dgm:t>
    </dgm:pt>
    <dgm:pt modelId="{9126C223-FD84-2A4C-A21D-B7D197AF997F}" type="pres">
      <dgm:prSet presAssocID="{2F4B1689-DF70-0148-8583-438AA6955008}" presName="hierRoot2" presStyleCnt="0">
        <dgm:presLayoutVars>
          <dgm:hierBranch val="init"/>
        </dgm:presLayoutVars>
      </dgm:prSet>
      <dgm:spPr/>
    </dgm:pt>
    <dgm:pt modelId="{E41B440E-E464-1C44-9362-F0CC4FD75A1A}" type="pres">
      <dgm:prSet presAssocID="{2F4B1689-DF70-0148-8583-438AA6955008}" presName="rootComposite" presStyleCnt="0"/>
      <dgm:spPr/>
    </dgm:pt>
    <dgm:pt modelId="{3A4E2CB7-1BCC-C449-A55D-1ACB29090889}" type="pres">
      <dgm:prSet presAssocID="{2F4B1689-DF70-0148-8583-438AA6955008}" presName="rootText" presStyleLbl="node4" presStyleIdx="21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01B2CE7-E616-DD47-9AA8-FFDE8DE5F6D3}" type="pres">
      <dgm:prSet presAssocID="{2F4B1689-DF70-0148-8583-438AA6955008}" presName="rootConnector" presStyleLbl="node4" presStyleIdx="21" presStyleCnt="44"/>
      <dgm:spPr/>
      <dgm:t>
        <a:bodyPr/>
        <a:lstStyle/>
        <a:p>
          <a:endParaRPr lang="en-US"/>
        </a:p>
      </dgm:t>
    </dgm:pt>
    <dgm:pt modelId="{147CA85F-032F-8648-93F5-9535AE08DB8A}" type="pres">
      <dgm:prSet presAssocID="{2F4B1689-DF70-0148-8583-438AA6955008}" presName="hierChild4" presStyleCnt="0"/>
      <dgm:spPr/>
    </dgm:pt>
    <dgm:pt modelId="{72A0848A-A881-1841-ABB7-78A38E066ECC}" type="pres">
      <dgm:prSet presAssocID="{2F4B1689-DF70-0148-8583-438AA6955008}" presName="hierChild5" presStyleCnt="0"/>
      <dgm:spPr/>
    </dgm:pt>
    <dgm:pt modelId="{AD0AEA4B-8A39-6646-BB87-4E12E30FAD98}" type="pres">
      <dgm:prSet presAssocID="{700D429B-3663-2547-935A-60042F3A6A87}" presName="hierChild5" presStyleCnt="0"/>
      <dgm:spPr/>
    </dgm:pt>
    <dgm:pt modelId="{58B897A7-7F08-1D42-A2F0-BFFA38E6018E}" type="pres">
      <dgm:prSet presAssocID="{F770FBDB-9F88-2947-8A46-498BB39F5B1A}" presName="Name37" presStyleLbl="parChTrans1D3" presStyleIdx="12" presStyleCnt="26"/>
      <dgm:spPr/>
      <dgm:t>
        <a:bodyPr/>
        <a:lstStyle/>
        <a:p>
          <a:endParaRPr lang="en-US"/>
        </a:p>
      </dgm:t>
    </dgm:pt>
    <dgm:pt modelId="{A74B6647-8CC4-3E4D-9922-6E0E3CEAC7D3}" type="pres">
      <dgm:prSet presAssocID="{E26B5D04-A8C4-0E43-8725-9AC26FC8106A}" presName="hierRoot2" presStyleCnt="0">
        <dgm:presLayoutVars>
          <dgm:hierBranch val="init"/>
        </dgm:presLayoutVars>
      </dgm:prSet>
      <dgm:spPr/>
    </dgm:pt>
    <dgm:pt modelId="{B4D2BF58-D39C-3F4F-99BB-8DA41FAF89B5}" type="pres">
      <dgm:prSet presAssocID="{E26B5D04-A8C4-0E43-8725-9AC26FC8106A}" presName="rootComposite" presStyleCnt="0"/>
      <dgm:spPr/>
    </dgm:pt>
    <dgm:pt modelId="{16FFB5F9-58BD-484A-86BD-2E009737FE3A}" type="pres">
      <dgm:prSet presAssocID="{E26B5D04-A8C4-0E43-8725-9AC26FC8106A}" presName="rootText" presStyleLbl="node3" presStyleIdx="12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B4D9B7-AFF5-984A-8F5D-599246580C3B}" type="pres">
      <dgm:prSet presAssocID="{E26B5D04-A8C4-0E43-8725-9AC26FC8106A}" presName="rootConnector" presStyleLbl="node3" presStyleIdx="12" presStyleCnt="26"/>
      <dgm:spPr/>
      <dgm:t>
        <a:bodyPr/>
        <a:lstStyle/>
        <a:p>
          <a:endParaRPr lang="en-US"/>
        </a:p>
      </dgm:t>
    </dgm:pt>
    <dgm:pt modelId="{E9763C90-6B3C-054E-8486-819FE0A52A5E}" type="pres">
      <dgm:prSet presAssocID="{E26B5D04-A8C4-0E43-8725-9AC26FC8106A}" presName="hierChild4" presStyleCnt="0"/>
      <dgm:spPr/>
    </dgm:pt>
    <dgm:pt modelId="{7BF01049-A84D-2043-9F8D-588F8FB40EC8}" type="pres">
      <dgm:prSet presAssocID="{8CB272ED-F64C-154E-8335-437F2E3EDEF0}" presName="Name37" presStyleLbl="parChTrans1D4" presStyleIdx="22" presStyleCnt="44"/>
      <dgm:spPr/>
      <dgm:t>
        <a:bodyPr/>
        <a:lstStyle/>
        <a:p>
          <a:endParaRPr lang="en-US"/>
        </a:p>
      </dgm:t>
    </dgm:pt>
    <dgm:pt modelId="{9428E91E-1628-EA4C-9B88-4787E5A6B48D}" type="pres">
      <dgm:prSet presAssocID="{690C8C95-2387-6B49-A4A1-E87A19E388C2}" presName="hierRoot2" presStyleCnt="0">
        <dgm:presLayoutVars>
          <dgm:hierBranch val="init"/>
        </dgm:presLayoutVars>
      </dgm:prSet>
      <dgm:spPr/>
    </dgm:pt>
    <dgm:pt modelId="{264D8D75-BE77-A049-B165-1E5316B5DCEE}" type="pres">
      <dgm:prSet presAssocID="{690C8C95-2387-6B49-A4A1-E87A19E388C2}" presName="rootComposite" presStyleCnt="0"/>
      <dgm:spPr/>
    </dgm:pt>
    <dgm:pt modelId="{36C13DFF-B003-5243-AF0E-C6BE5BE517AC}" type="pres">
      <dgm:prSet presAssocID="{690C8C95-2387-6B49-A4A1-E87A19E388C2}" presName="rootText" presStyleLbl="node4" presStyleIdx="22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04EA1B2-7284-B64E-8A8F-1A7CF15BBC29}" type="pres">
      <dgm:prSet presAssocID="{690C8C95-2387-6B49-A4A1-E87A19E388C2}" presName="rootConnector" presStyleLbl="node4" presStyleIdx="22" presStyleCnt="44"/>
      <dgm:spPr/>
      <dgm:t>
        <a:bodyPr/>
        <a:lstStyle/>
        <a:p>
          <a:endParaRPr lang="en-US"/>
        </a:p>
      </dgm:t>
    </dgm:pt>
    <dgm:pt modelId="{A6E426FD-721F-0242-ABD7-3EF72C64ABE1}" type="pres">
      <dgm:prSet presAssocID="{690C8C95-2387-6B49-A4A1-E87A19E388C2}" presName="hierChild4" presStyleCnt="0"/>
      <dgm:spPr/>
    </dgm:pt>
    <dgm:pt modelId="{E6586688-1579-C842-B761-ACC61073F88E}" type="pres">
      <dgm:prSet presAssocID="{690C8C95-2387-6B49-A4A1-E87A19E388C2}" presName="hierChild5" presStyleCnt="0"/>
      <dgm:spPr/>
    </dgm:pt>
    <dgm:pt modelId="{ACE97403-1B8B-AC48-8920-A1BE474B1C4E}" type="pres">
      <dgm:prSet presAssocID="{C2046ED6-6187-4144-9842-23E300B31BC1}" presName="Name37" presStyleLbl="parChTrans1D4" presStyleIdx="23" presStyleCnt="44"/>
      <dgm:spPr/>
      <dgm:t>
        <a:bodyPr/>
        <a:lstStyle/>
        <a:p>
          <a:endParaRPr lang="en-US"/>
        </a:p>
      </dgm:t>
    </dgm:pt>
    <dgm:pt modelId="{0B48FDC2-46A1-8D4D-B71B-9E9CD572E244}" type="pres">
      <dgm:prSet presAssocID="{C51AE83F-F148-FB46-9F34-B04D3E65CEF0}" presName="hierRoot2" presStyleCnt="0">
        <dgm:presLayoutVars>
          <dgm:hierBranch val="init"/>
        </dgm:presLayoutVars>
      </dgm:prSet>
      <dgm:spPr/>
    </dgm:pt>
    <dgm:pt modelId="{2E9D6487-D227-0943-97D2-204DC6212859}" type="pres">
      <dgm:prSet presAssocID="{C51AE83F-F148-FB46-9F34-B04D3E65CEF0}" presName="rootComposite" presStyleCnt="0"/>
      <dgm:spPr/>
    </dgm:pt>
    <dgm:pt modelId="{C1405608-5149-D84A-B862-8AEBBAFFC377}" type="pres">
      <dgm:prSet presAssocID="{C51AE83F-F148-FB46-9F34-B04D3E65CEF0}" presName="rootText" presStyleLbl="node4" presStyleIdx="23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BBD3A20-8816-5846-9D93-A01EA7AF42EB}" type="pres">
      <dgm:prSet presAssocID="{C51AE83F-F148-FB46-9F34-B04D3E65CEF0}" presName="rootConnector" presStyleLbl="node4" presStyleIdx="23" presStyleCnt="44"/>
      <dgm:spPr/>
      <dgm:t>
        <a:bodyPr/>
        <a:lstStyle/>
        <a:p>
          <a:endParaRPr lang="en-US"/>
        </a:p>
      </dgm:t>
    </dgm:pt>
    <dgm:pt modelId="{69A4E306-EC38-0345-9523-AA941C6BB3C1}" type="pres">
      <dgm:prSet presAssocID="{C51AE83F-F148-FB46-9F34-B04D3E65CEF0}" presName="hierChild4" presStyleCnt="0"/>
      <dgm:spPr/>
    </dgm:pt>
    <dgm:pt modelId="{94DDDA3F-47D7-8F46-800A-15B588854DE6}" type="pres">
      <dgm:prSet presAssocID="{C51AE83F-F148-FB46-9F34-B04D3E65CEF0}" presName="hierChild5" presStyleCnt="0"/>
      <dgm:spPr/>
    </dgm:pt>
    <dgm:pt modelId="{55EDF2A3-86EA-4945-A916-E41447B53C02}" type="pres">
      <dgm:prSet presAssocID="{0AB16857-8DA8-8145-BB4C-616813260721}" presName="Name37" presStyleLbl="parChTrans1D4" presStyleIdx="24" presStyleCnt="44"/>
      <dgm:spPr/>
      <dgm:t>
        <a:bodyPr/>
        <a:lstStyle/>
        <a:p>
          <a:endParaRPr lang="en-US"/>
        </a:p>
      </dgm:t>
    </dgm:pt>
    <dgm:pt modelId="{6254B110-74AE-314F-9A39-CA04EEEDB4BB}" type="pres">
      <dgm:prSet presAssocID="{284E6D2B-5BC1-294E-B4FC-541C74696F36}" presName="hierRoot2" presStyleCnt="0">
        <dgm:presLayoutVars>
          <dgm:hierBranch val="init"/>
        </dgm:presLayoutVars>
      </dgm:prSet>
      <dgm:spPr/>
    </dgm:pt>
    <dgm:pt modelId="{91C7B18C-A563-9241-99B0-4FB3C082A0CC}" type="pres">
      <dgm:prSet presAssocID="{284E6D2B-5BC1-294E-B4FC-541C74696F36}" presName="rootComposite" presStyleCnt="0"/>
      <dgm:spPr/>
    </dgm:pt>
    <dgm:pt modelId="{209E60C0-935A-B246-B707-039A454AFD1D}" type="pres">
      <dgm:prSet presAssocID="{284E6D2B-5BC1-294E-B4FC-541C74696F36}" presName="rootText" presStyleLbl="node4" presStyleIdx="24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ADCD136-783D-5042-97F7-112D573EE3F0}" type="pres">
      <dgm:prSet presAssocID="{284E6D2B-5BC1-294E-B4FC-541C74696F36}" presName="rootConnector" presStyleLbl="node4" presStyleIdx="24" presStyleCnt="44"/>
      <dgm:spPr/>
      <dgm:t>
        <a:bodyPr/>
        <a:lstStyle/>
        <a:p>
          <a:endParaRPr lang="en-US"/>
        </a:p>
      </dgm:t>
    </dgm:pt>
    <dgm:pt modelId="{E4BD707C-112B-A54E-A198-EE188D8EAD8E}" type="pres">
      <dgm:prSet presAssocID="{284E6D2B-5BC1-294E-B4FC-541C74696F36}" presName="hierChild4" presStyleCnt="0"/>
      <dgm:spPr/>
    </dgm:pt>
    <dgm:pt modelId="{8D5DD3FC-F79D-494C-9290-BDA36DA5CE7A}" type="pres">
      <dgm:prSet presAssocID="{284E6D2B-5BC1-294E-B4FC-541C74696F36}" presName="hierChild5" presStyleCnt="0"/>
      <dgm:spPr/>
    </dgm:pt>
    <dgm:pt modelId="{64D5B584-023D-E643-A497-3F3BC2C4D04D}" type="pres">
      <dgm:prSet presAssocID="{8AB091F7-4F81-2946-A090-E174D6CAA6FC}" presName="Name37" presStyleLbl="parChTrans1D4" presStyleIdx="25" presStyleCnt="44"/>
      <dgm:spPr/>
      <dgm:t>
        <a:bodyPr/>
        <a:lstStyle/>
        <a:p>
          <a:endParaRPr lang="en-US"/>
        </a:p>
      </dgm:t>
    </dgm:pt>
    <dgm:pt modelId="{A72EB12E-6E77-CE4F-A172-3278B803CCD3}" type="pres">
      <dgm:prSet presAssocID="{9B954E5F-E15F-0942-B324-09E5BD4044B7}" presName="hierRoot2" presStyleCnt="0">
        <dgm:presLayoutVars>
          <dgm:hierBranch val="init"/>
        </dgm:presLayoutVars>
      </dgm:prSet>
      <dgm:spPr/>
    </dgm:pt>
    <dgm:pt modelId="{440F9E3A-5792-8147-AD1E-BBF74D51690E}" type="pres">
      <dgm:prSet presAssocID="{9B954E5F-E15F-0942-B324-09E5BD4044B7}" presName="rootComposite" presStyleCnt="0"/>
      <dgm:spPr/>
    </dgm:pt>
    <dgm:pt modelId="{45712052-02A8-7E4F-BF2F-E1CD8F3436CA}" type="pres">
      <dgm:prSet presAssocID="{9B954E5F-E15F-0942-B324-09E5BD4044B7}" presName="rootText" presStyleLbl="node4" presStyleIdx="25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D393488-E3BF-2E45-8478-81870D7194E4}" type="pres">
      <dgm:prSet presAssocID="{9B954E5F-E15F-0942-B324-09E5BD4044B7}" presName="rootConnector" presStyleLbl="node4" presStyleIdx="25" presStyleCnt="44"/>
      <dgm:spPr/>
      <dgm:t>
        <a:bodyPr/>
        <a:lstStyle/>
        <a:p>
          <a:endParaRPr lang="en-US"/>
        </a:p>
      </dgm:t>
    </dgm:pt>
    <dgm:pt modelId="{E5381C21-37E6-C240-AF93-93F8ECE44AB7}" type="pres">
      <dgm:prSet presAssocID="{9B954E5F-E15F-0942-B324-09E5BD4044B7}" presName="hierChild4" presStyleCnt="0"/>
      <dgm:spPr/>
    </dgm:pt>
    <dgm:pt modelId="{3967C303-5912-6C4E-A047-CF195FBE6608}" type="pres">
      <dgm:prSet presAssocID="{9B954E5F-E15F-0942-B324-09E5BD4044B7}" presName="hierChild5" presStyleCnt="0"/>
      <dgm:spPr/>
    </dgm:pt>
    <dgm:pt modelId="{7F18F062-36F4-3640-AD37-28BF483287A8}" type="pres">
      <dgm:prSet presAssocID="{B8B2DD68-12F0-8E42-9534-0D264C7EFA1F}" presName="Name37" presStyleLbl="parChTrans1D4" presStyleIdx="26" presStyleCnt="44"/>
      <dgm:spPr/>
      <dgm:t>
        <a:bodyPr/>
        <a:lstStyle/>
        <a:p>
          <a:endParaRPr lang="en-US"/>
        </a:p>
      </dgm:t>
    </dgm:pt>
    <dgm:pt modelId="{8D20D881-DE0B-8543-87A6-E2D91CAAA93A}" type="pres">
      <dgm:prSet presAssocID="{0CED4126-6773-5145-A509-1C405A3E5597}" presName="hierRoot2" presStyleCnt="0">
        <dgm:presLayoutVars>
          <dgm:hierBranch val="init"/>
        </dgm:presLayoutVars>
      </dgm:prSet>
      <dgm:spPr/>
    </dgm:pt>
    <dgm:pt modelId="{7F2476F7-714A-CE43-9F19-FA914EEEF109}" type="pres">
      <dgm:prSet presAssocID="{0CED4126-6773-5145-A509-1C405A3E5597}" presName="rootComposite" presStyleCnt="0"/>
      <dgm:spPr/>
    </dgm:pt>
    <dgm:pt modelId="{5EB7112F-0C53-3F4F-AC1E-7B3B13EB3110}" type="pres">
      <dgm:prSet presAssocID="{0CED4126-6773-5145-A509-1C405A3E5597}" presName="rootText" presStyleLbl="node4" presStyleIdx="26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1549ECE-627C-4B4F-87E5-EE68AD3557F3}" type="pres">
      <dgm:prSet presAssocID="{0CED4126-6773-5145-A509-1C405A3E5597}" presName="rootConnector" presStyleLbl="node4" presStyleIdx="26" presStyleCnt="44"/>
      <dgm:spPr/>
      <dgm:t>
        <a:bodyPr/>
        <a:lstStyle/>
        <a:p>
          <a:endParaRPr lang="en-US"/>
        </a:p>
      </dgm:t>
    </dgm:pt>
    <dgm:pt modelId="{B88BD5F1-9345-A341-88E9-A2EE54899397}" type="pres">
      <dgm:prSet presAssocID="{0CED4126-6773-5145-A509-1C405A3E5597}" presName="hierChild4" presStyleCnt="0"/>
      <dgm:spPr/>
    </dgm:pt>
    <dgm:pt modelId="{D4703817-FA01-FD4E-A9BE-871F3E30FD5A}" type="pres">
      <dgm:prSet presAssocID="{0CED4126-6773-5145-A509-1C405A3E5597}" presName="hierChild5" presStyleCnt="0"/>
      <dgm:spPr/>
    </dgm:pt>
    <dgm:pt modelId="{5348202A-90EF-364D-9A2C-A5C8CA32B2FC}" type="pres">
      <dgm:prSet presAssocID="{2F58BBC8-FFE9-6645-AAD6-7EE99C10E7F9}" presName="Name37" presStyleLbl="parChTrans1D4" presStyleIdx="27" presStyleCnt="44"/>
      <dgm:spPr/>
      <dgm:t>
        <a:bodyPr/>
        <a:lstStyle/>
        <a:p>
          <a:endParaRPr lang="en-US"/>
        </a:p>
      </dgm:t>
    </dgm:pt>
    <dgm:pt modelId="{71C2EF75-D426-DE41-AFA8-341D69E21EE1}" type="pres">
      <dgm:prSet presAssocID="{F1E454DE-5948-6343-B232-38C08C28771D}" presName="hierRoot2" presStyleCnt="0">
        <dgm:presLayoutVars>
          <dgm:hierBranch val="init"/>
        </dgm:presLayoutVars>
      </dgm:prSet>
      <dgm:spPr/>
    </dgm:pt>
    <dgm:pt modelId="{80878DDE-3FC4-E645-8A31-716291778ED8}" type="pres">
      <dgm:prSet presAssocID="{F1E454DE-5948-6343-B232-38C08C28771D}" presName="rootComposite" presStyleCnt="0"/>
      <dgm:spPr/>
    </dgm:pt>
    <dgm:pt modelId="{72024B85-4965-6143-B7A7-D1F7D56DEDA7}" type="pres">
      <dgm:prSet presAssocID="{F1E454DE-5948-6343-B232-38C08C28771D}" presName="rootText" presStyleLbl="node4" presStyleIdx="27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0CB667-6634-2E4F-A31A-50781EA3465D}" type="pres">
      <dgm:prSet presAssocID="{F1E454DE-5948-6343-B232-38C08C28771D}" presName="rootConnector" presStyleLbl="node4" presStyleIdx="27" presStyleCnt="44"/>
      <dgm:spPr/>
      <dgm:t>
        <a:bodyPr/>
        <a:lstStyle/>
        <a:p>
          <a:endParaRPr lang="en-US"/>
        </a:p>
      </dgm:t>
    </dgm:pt>
    <dgm:pt modelId="{959BB3C9-944F-3B4E-8943-7071EB2D777E}" type="pres">
      <dgm:prSet presAssocID="{F1E454DE-5948-6343-B232-38C08C28771D}" presName="hierChild4" presStyleCnt="0"/>
      <dgm:spPr/>
    </dgm:pt>
    <dgm:pt modelId="{3345DFB8-4507-534C-8C55-D5709805523D}" type="pres">
      <dgm:prSet presAssocID="{F1E454DE-5948-6343-B232-38C08C28771D}" presName="hierChild5" presStyleCnt="0"/>
      <dgm:spPr/>
    </dgm:pt>
    <dgm:pt modelId="{272B0611-D066-5E43-AF67-4925F9096A3F}" type="pres">
      <dgm:prSet presAssocID="{B52EF74F-3287-8540-8BED-4C914917D114}" presName="Name37" presStyleLbl="parChTrans1D4" presStyleIdx="28" presStyleCnt="44"/>
      <dgm:spPr/>
      <dgm:t>
        <a:bodyPr/>
        <a:lstStyle/>
        <a:p>
          <a:endParaRPr lang="en-US"/>
        </a:p>
      </dgm:t>
    </dgm:pt>
    <dgm:pt modelId="{F7B3A96A-1652-2941-B8E0-A365AB78A7D9}" type="pres">
      <dgm:prSet presAssocID="{3086C30F-6662-6743-9AF2-F5546E8A4225}" presName="hierRoot2" presStyleCnt="0">
        <dgm:presLayoutVars>
          <dgm:hierBranch val="init"/>
        </dgm:presLayoutVars>
      </dgm:prSet>
      <dgm:spPr/>
    </dgm:pt>
    <dgm:pt modelId="{F542B807-15BF-C84D-8470-175D21D926AD}" type="pres">
      <dgm:prSet presAssocID="{3086C30F-6662-6743-9AF2-F5546E8A4225}" presName="rootComposite" presStyleCnt="0"/>
      <dgm:spPr/>
    </dgm:pt>
    <dgm:pt modelId="{A7B5D694-53FA-F54B-8F53-6BBDD3431C53}" type="pres">
      <dgm:prSet presAssocID="{3086C30F-6662-6743-9AF2-F5546E8A4225}" presName="rootText" presStyleLbl="node4" presStyleIdx="28" presStyleCnt="44" custLinFactNeighborX="789" custLinFactNeighborY="1104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657FD7-B480-7347-A745-E6AFC1255608}" type="pres">
      <dgm:prSet presAssocID="{3086C30F-6662-6743-9AF2-F5546E8A4225}" presName="rootConnector" presStyleLbl="node4" presStyleIdx="28" presStyleCnt="44"/>
      <dgm:spPr/>
      <dgm:t>
        <a:bodyPr/>
        <a:lstStyle/>
        <a:p>
          <a:endParaRPr lang="en-US"/>
        </a:p>
      </dgm:t>
    </dgm:pt>
    <dgm:pt modelId="{5C3B4BFC-1E06-E74C-9F51-A1BE0C848BE6}" type="pres">
      <dgm:prSet presAssocID="{3086C30F-6662-6743-9AF2-F5546E8A4225}" presName="hierChild4" presStyleCnt="0"/>
      <dgm:spPr/>
    </dgm:pt>
    <dgm:pt modelId="{2F3C42AC-92CB-FF4B-8A66-564B3E62F95F}" type="pres">
      <dgm:prSet presAssocID="{3086C30F-6662-6743-9AF2-F5546E8A4225}" presName="hierChild5" presStyleCnt="0"/>
      <dgm:spPr/>
    </dgm:pt>
    <dgm:pt modelId="{93A05994-FC86-8744-8205-FBB153397CFE}" type="pres">
      <dgm:prSet presAssocID="{4B2CDB21-075A-AC42-83AC-38D887767137}" presName="Name37" presStyleLbl="parChTrans1D4" presStyleIdx="29" presStyleCnt="44"/>
      <dgm:spPr/>
      <dgm:t>
        <a:bodyPr/>
        <a:lstStyle/>
        <a:p>
          <a:endParaRPr lang="en-US"/>
        </a:p>
      </dgm:t>
    </dgm:pt>
    <dgm:pt modelId="{DF2EC222-8EED-7742-BD94-35F00F0937B0}" type="pres">
      <dgm:prSet presAssocID="{B6D155FB-D3C8-CD4F-A595-61E48F2CC387}" presName="hierRoot2" presStyleCnt="0">
        <dgm:presLayoutVars>
          <dgm:hierBranch val="init"/>
        </dgm:presLayoutVars>
      </dgm:prSet>
      <dgm:spPr/>
    </dgm:pt>
    <dgm:pt modelId="{014F317F-E034-F84F-AD33-351332DE7E34}" type="pres">
      <dgm:prSet presAssocID="{B6D155FB-D3C8-CD4F-A595-61E48F2CC387}" presName="rootComposite" presStyleCnt="0"/>
      <dgm:spPr/>
    </dgm:pt>
    <dgm:pt modelId="{A1FDBB5B-E57D-E342-94A9-7A7E6317C5C0}" type="pres">
      <dgm:prSet presAssocID="{B6D155FB-D3C8-CD4F-A595-61E48F2CC387}" presName="rootText" presStyleLbl="node4" presStyleIdx="29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E3FA19-10BF-D146-8E89-315A62363B37}" type="pres">
      <dgm:prSet presAssocID="{B6D155FB-D3C8-CD4F-A595-61E48F2CC387}" presName="rootConnector" presStyleLbl="node4" presStyleIdx="29" presStyleCnt="44"/>
      <dgm:spPr/>
      <dgm:t>
        <a:bodyPr/>
        <a:lstStyle/>
        <a:p>
          <a:endParaRPr lang="en-US"/>
        </a:p>
      </dgm:t>
    </dgm:pt>
    <dgm:pt modelId="{B1209AA2-AAB7-564A-9502-411B50C7096F}" type="pres">
      <dgm:prSet presAssocID="{B6D155FB-D3C8-CD4F-A595-61E48F2CC387}" presName="hierChild4" presStyleCnt="0"/>
      <dgm:spPr/>
    </dgm:pt>
    <dgm:pt modelId="{2226A393-ACEF-9942-A543-8E8CBC120661}" type="pres">
      <dgm:prSet presAssocID="{B6D155FB-D3C8-CD4F-A595-61E48F2CC387}" presName="hierChild5" presStyleCnt="0"/>
      <dgm:spPr/>
    </dgm:pt>
    <dgm:pt modelId="{F182756C-77B7-9E4C-99F9-0CBDEA135001}" type="pres">
      <dgm:prSet presAssocID="{E26B5D04-A8C4-0E43-8725-9AC26FC8106A}" presName="hierChild5" presStyleCnt="0"/>
      <dgm:spPr/>
    </dgm:pt>
    <dgm:pt modelId="{C0420857-7193-5043-82D1-5D93F46C7F96}" type="pres">
      <dgm:prSet presAssocID="{9E7C1292-EEA6-A743-ACF2-798A7D05FB22}" presName="hierChild5" presStyleCnt="0"/>
      <dgm:spPr/>
    </dgm:pt>
    <dgm:pt modelId="{37CFE219-B209-A14E-9CA8-2515CD83C0FF}" type="pres">
      <dgm:prSet presAssocID="{BF60B9E9-345D-944E-B088-3FABD55EF6E0}" presName="Name37" presStyleLbl="parChTrans1D2" presStyleIdx="4" presStyleCnt="7"/>
      <dgm:spPr/>
      <dgm:t>
        <a:bodyPr/>
        <a:lstStyle/>
        <a:p>
          <a:endParaRPr lang="en-US"/>
        </a:p>
      </dgm:t>
    </dgm:pt>
    <dgm:pt modelId="{867A4F8E-AADE-444C-9626-5EE88A1E8C14}" type="pres">
      <dgm:prSet presAssocID="{A386BB55-02A9-1843-B511-BA496054ECB7}" presName="hierRoot2" presStyleCnt="0">
        <dgm:presLayoutVars>
          <dgm:hierBranch val="init"/>
        </dgm:presLayoutVars>
      </dgm:prSet>
      <dgm:spPr/>
    </dgm:pt>
    <dgm:pt modelId="{71E11685-639D-A742-B3CD-C641B6CB6C7E}" type="pres">
      <dgm:prSet presAssocID="{A386BB55-02A9-1843-B511-BA496054ECB7}" presName="rootComposite" presStyleCnt="0"/>
      <dgm:spPr/>
    </dgm:pt>
    <dgm:pt modelId="{01EE696D-CD1D-2B46-8B8B-37A5C890108E}" type="pres">
      <dgm:prSet presAssocID="{A386BB55-02A9-1843-B511-BA496054ECB7}" presName="rootText" presStyleLbl="node2" presStyleIdx="4" presStyleCnt="7" custScaleX="18839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A15A4A4-B18A-694E-A8FC-347A8AD2DF50}" type="pres">
      <dgm:prSet presAssocID="{A386BB55-02A9-1843-B511-BA496054ECB7}" presName="rootConnector" presStyleLbl="node2" presStyleIdx="4" presStyleCnt="7"/>
      <dgm:spPr/>
      <dgm:t>
        <a:bodyPr/>
        <a:lstStyle/>
        <a:p>
          <a:endParaRPr lang="en-US"/>
        </a:p>
      </dgm:t>
    </dgm:pt>
    <dgm:pt modelId="{FADF01C5-05D4-114C-8E41-8BF2B8E9B7FE}" type="pres">
      <dgm:prSet presAssocID="{A386BB55-02A9-1843-B511-BA496054ECB7}" presName="hierChild4" presStyleCnt="0"/>
      <dgm:spPr/>
    </dgm:pt>
    <dgm:pt modelId="{0D4BF955-D41B-C941-BCF6-485931466277}" type="pres">
      <dgm:prSet presAssocID="{15B14A5C-1195-B44B-9DD0-50AAB284CCB0}" presName="Name37" presStyleLbl="parChTrans1D3" presStyleIdx="13" presStyleCnt="26"/>
      <dgm:spPr/>
      <dgm:t>
        <a:bodyPr/>
        <a:lstStyle/>
        <a:p>
          <a:endParaRPr lang="en-US"/>
        </a:p>
      </dgm:t>
    </dgm:pt>
    <dgm:pt modelId="{EAD7193F-E0B0-1141-A46F-F34B1DCEDBCC}" type="pres">
      <dgm:prSet presAssocID="{D37C2303-BDFD-054B-A0D2-A56535619895}" presName="hierRoot2" presStyleCnt="0">
        <dgm:presLayoutVars>
          <dgm:hierBranch val="init"/>
        </dgm:presLayoutVars>
      </dgm:prSet>
      <dgm:spPr/>
    </dgm:pt>
    <dgm:pt modelId="{CB0A5C21-EEC4-CB44-9324-CBA0D98D1F9F}" type="pres">
      <dgm:prSet presAssocID="{D37C2303-BDFD-054B-A0D2-A56535619895}" presName="rootComposite" presStyleCnt="0"/>
      <dgm:spPr/>
    </dgm:pt>
    <dgm:pt modelId="{8442B38C-3951-A64E-9389-B97DE0C53AF0}" type="pres">
      <dgm:prSet presAssocID="{D37C2303-BDFD-054B-A0D2-A56535619895}" presName="rootText" presStyleLbl="node3" presStyleIdx="13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BD7563-9E9E-7C44-B21C-8FCBFC4F95BC}" type="pres">
      <dgm:prSet presAssocID="{D37C2303-BDFD-054B-A0D2-A56535619895}" presName="rootConnector" presStyleLbl="node3" presStyleIdx="13" presStyleCnt="26"/>
      <dgm:spPr/>
      <dgm:t>
        <a:bodyPr/>
        <a:lstStyle/>
        <a:p>
          <a:endParaRPr lang="en-US"/>
        </a:p>
      </dgm:t>
    </dgm:pt>
    <dgm:pt modelId="{60B2E317-F4E9-624C-B6EC-77B2F7C57A9B}" type="pres">
      <dgm:prSet presAssocID="{D37C2303-BDFD-054B-A0D2-A56535619895}" presName="hierChild4" presStyleCnt="0"/>
      <dgm:spPr/>
    </dgm:pt>
    <dgm:pt modelId="{2DB9A5CD-C3C7-0441-A237-892ECED78E7C}" type="pres">
      <dgm:prSet presAssocID="{3B157DD1-D304-9E48-8239-D11131CF175A}" presName="Name37" presStyleLbl="parChTrans1D4" presStyleIdx="30" presStyleCnt="44"/>
      <dgm:spPr/>
      <dgm:t>
        <a:bodyPr/>
        <a:lstStyle/>
        <a:p>
          <a:endParaRPr lang="en-US"/>
        </a:p>
      </dgm:t>
    </dgm:pt>
    <dgm:pt modelId="{48845EAF-7C16-D542-B905-A48E0567A1DD}" type="pres">
      <dgm:prSet presAssocID="{3F64B090-4763-9049-8E3C-7A971CCA86E6}" presName="hierRoot2" presStyleCnt="0">
        <dgm:presLayoutVars>
          <dgm:hierBranch val="init"/>
        </dgm:presLayoutVars>
      </dgm:prSet>
      <dgm:spPr/>
    </dgm:pt>
    <dgm:pt modelId="{4C733637-37A5-EF48-AB1C-65AAAA40796B}" type="pres">
      <dgm:prSet presAssocID="{3F64B090-4763-9049-8E3C-7A971CCA86E6}" presName="rootComposite" presStyleCnt="0"/>
      <dgm:spPr/>
    </dgm:pt>
    <dgm:pt modelId="{7394BCC1-A963-EF4C-88F4-8B62A6EC95B4}" type="pres">
      <dgm:prSet presAssocID="{3F64B090-4763-9049-8E3C-7A971CCA86E6}" presName="rootText" presStyleLbl="node4" presStyleIdx="30" presStyleCnt="44" custLinFactNeighborX="-1684" custLinFactNeighborY="168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3D7432A-999A-5C4F-9F7B-C79521313712}" type="pres">
      <dgm:prSet presAssocID="{3F64B090-4763-9049-8E3C-7A971CCA86E6}" presName="rootConnector" presStyleLbl="node4" presStyleIdx="30" presStyleCnt="44"/>
      <dgm:spPr/>
      <dgm:t>
        <a:bodyPr/>
        <a:lstStyle/>
        <a:p>
          <a:endParaRPr lang="en-US"/>
        </a:p>
      </dgm:t>
    </dgm:pt>
    <dgm:pt modelId="{B829AFB0-79DB-3D48-A2CC-B90B2E1AE6EF}" type="pres">
      <dgm:prSet presAssocID="{3F64B090-4763-9049-8E3C-7A971CCA86E6}" presName="hierChild4" presStyleCnt="0"/>
      <dgm:spPr/>
    </dgm:pt>
    <dgm:pt modelId="{DE5E7BB3-FA16-AB49-8ADB-5DBE8B02B60E}" type="pres">
      <dgm:prSet presAssocID="{3F64B090-4763-9049-8E3C-7A971CCA86E6}" presName="hierChild5" presStyleCnt="0"/>
      <dgm:spPr/>
    </dgm:pt>
    <dgm:pt modelId="{D182995D-ECE7-3946-991A-296BE73A5CD4}" type="pres">
      <dgm:prSet presAssocID="{99D8EEFC-A385-2248-A9DC-A789B4D26C02}" presName="Name37" presStyleLbl="parChTrans1D4" presStyleIdx="31" presStyleCnt="44"/>
      <dgm:spPr/>
      <dgm:t>
        <a:bodyPr/>
        <a:lstStyle/>
        <a:p>
          <a:endParaRPr lang="en-US"/>
        </a:p>
      </dgm:t>
    </dgm:pt>
    <dgm:pt modelId="{1E90BAC8-5EF9-3A44-896B-116CDFB6F197}" type="pres">
      <dgm:prSet presAssocID="{11B7370A-E44B-F141-8030-FC2EE0B987E2}" presName="hierRoot2" presStyleCnt="0">
        <dgm:presLayoutVars>
          <dgm:hierBranch val="init"/>
        </dgm:presLayoutVars>
      </dgm:prSet>
      <dgm:spPr/>
    </dgm:pt>
    <dgm:pt modelId="{8A365A53-5633-4C49-8D4E-518CA1B49930}" type="pres">
      <dgm:prSet presAssocID="{11B7370A-E44B-F141-8030-FC2EE0B987E2}" presName="rootComposite" presStyleCnt="0"/>
      <dgm:spPr/>
    </dgm:pt>
    <dgm:pt modelId="{D007AF3F-F58C-324E-A3AC-695EABA9D0BD}" type="pres">
      <dgm:prSet presAssocID="{11B7370A-E44B-F141-8030-FC2EE0B987E2}" presName="rootText" presStyleLbl="node4" presStyleIdx="31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F886F46-EB08-4040-ABBC-664D11390E8E}" type="pres">
      <dgm:prSet presAssocID="{11B7370A-E44B-F141-8030-FC2EE0B987E2}" presName="rootConnector" presStyleLbl="node4" presStyleIdx="31" presStyleCnt="44"/>
      <dgm:spPr/>
      <dgm:t>
        <a:bodyPr/>
        <a:lstStyle/>
        <a:p>
          <a:endParaRPr lang="en-US"/>
        </a:p>
      </dgm:t>
    </dgm:pt>
    <dgm:pt modelId="{A50A3322-D19A-C642-B743-E394E74F7AA7}" type="pres">
      <dgm:prSet presAssocID="{11B7370A-E44B-F141-8030-FC2EE0B987E2}" presName="hierChild4" presStyleCnt="0"/>
      <dgm:spPr/>
    </dgm:pt>
    <dgm:pt modelId="{B2394BCA-C441-D84B-B265-C43DDE967660}" type="pres">
      <dgm:prSet presAssocID="{11B7370A-E44B-F141-8030-FC2EE0B987E2}" presName="hierChild5" presStyleCnt="0"/>
      <dgm:spPr/>
    </dgm:pt>
    <dgm:pt modelId="{30694EFB-77B5-FC46-BBCF-8F3D7C06FF7A}" type="pres">
      <dgm:prSet presAssocID="{099217EC-CE96-2A48-9A1B-36257C9D1BD7}" presName="Name37" presStyleLbl="parChTrans1D4" presStyleIdx="32" presStyleCnt="44"/>
      <dgm:spPr/>
      <dgm:t>
        <a:bodyPr/>
        <a:lstStyle/>
        <a:p>
          <a:endParaRPr lang="en-US"/>
        </a:p>
      </dgm:t>
    </dgm:pt>
    <dgm:pt modelId="{FCB6C17E-B561-0247-9EBF-9A1CE8461B88}" type="pres">
      <dgm:prSet presAssocID="{FA142AF7-81C1-0E47-8611-C085B5B24EAA}" presName="hierRoot2" presStyleCnt="0">
        <dgm:presLayoutVars>
          <dgm:hierBranch val="init"/>
        </dgm:presLayoutVars>
      </dgm:prSet>
      <dgm:spPr/>
    </dgm:pt>
    <dgm:pt modelId="{B2D2129D-1D65-364F-BB84-9983EF2861A1}" type="pres">
      <dgm:prSet presAssocID="{FA142AF7-81C1-0E47-8611-C085B5B24EAA}" presName="rootComposite" presStyleCnt="0"/>
      <dgm:spPr/>
    </dgm:pt>
    <dgm:pt modelId="{B637779C-9779-0747-A561-1FAF7732124F}" type="pres">
      <dgm:prSet presAssocID="{FA142AF7-81C1-0E47-8611-C085B5B24EAA}" presName="rootText" presStyleLbl="node4" presStyleIdx="32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347F8C5-33B0-3C44-9FA5-B2D28C723E2C}" type="pres">
      <dgm:prSet presAssocID="{FA142AF7-81C1-0E47-8611-C085B5B24EAA}" presName="rootConnector" presStyleLbl="node4" presStyleIdx="32" presStyleCnt="44"/>
      <dgm:spPr/>
      <dgm:t>
        <a:bodyPr/>
        <a:lstStyle/>
        <a:p>
          <a:endParaRPr lang="en-US"/>
        </a:p>
      </dgm:t>
    </dgm:pt>
    <dgm:pt modelId="{7447CB3F-8490-FB44-B5E2-B95FC3A4D7DC}" type="pres">
      <dgm:prSet presAssocID="{FA142AF7-81C1-0E47-8611-C085B5B24EAA}" presName="hierChild4" presStyleCnt="0"/>
      <dgm:spPr/>
    </dgm:pt>
    <dgm:pt modelId="{DB364AA8-BBA9-8546-9A0A-ADD8105C5D40}" type="pres">
      <dgm:prSet presAssocID="{FA142AF7-81C1-0E47-8611-C085B5B24EAA}" presName="hierChild5" presStyleCnt="0"/>
      <dgm:spPr/>
    </dgm:pt>
    <dgm:pt modelId="{0BE93F70-37D9-C946-9557-3C3E7C6B5071}" type="pres">
      <dgm:prSet presAssocID="{88F7A2B5-1814-DC40-9E9A-2D63F11E6200}" presName="Name37" presStyleLbl="parChTrans1D4" presStyleIdx="33" presStyleCnt="44"/>
      <dgm:spPr/>
      <dgm:t>
        <a:bodyPr/>
        <a:lstStyle/>
        <a:p>
          <a:endParaRPr lang="en-US"/>
        </a:p>
      </dgm:t>
    </dgm:pt>
    <dgm:pt modelId="{9808CA08-DE56-4344-BD42-DD215EC61CE0}" type="pres">
      <dgm:prSet presAssocID="{5DC1A23D-8D26-7741-85DD-61A101C81F96}" presName="hierRoot2" presStyleCnt="0">
        <dgm:presLayoutVars>
          <dgm:hierBranch val="init"/>
        </dgm:presLayoutVars>
      </dgm:prSet>
      <dgm:spPr/>
    </dgm:pt>
    <dgm:pt modelId="{38C30A7B-458D-6247-801D-9739DF9F9EEB}" type="pres">
      <dgm:prSet presAssocID="{5DC1A23D-8D26-7741-85DD-61A101C81F96}" presName="rootComposite" presStyleCnt="0"/>
      <dgm:spPr/>
    </dgm:pt>
    <dgm:pt modelId="{F4A03DCE-72FD-4A46-AA59-55CF02423048}" type="pres">
      <dgm:prSet presAssocID="{5DC1A23D-8D26-7741-85DD-61A101C81F96}" presName="rootText" presStyleLbl="node4" presStyleIdx="33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301C9AA-B010-4443-8F55-32AB8E8B6DD6}" type="pres">
      <dgm:prSet presAssocID="{5DC1A23D-8D26-7741-85DD-61A101C81F96}" presName="rootConnector" presStyleLbl="node4" presStyleIdx="33" presStyleCnt="44"/>
      <dgm:spPr/>
      <dgm:t>
        <a:bodyPr/>
        <a:lstStyle/>
        <a:p>
          <a:endParaRPr lang="en-US"/>
        </a:p>
      </dgm:t>
    </dgm:pt>
    <dgm:pt modelId="{DDD3945D-E34E-F64F-B815-CA6813EC2E96}" type="pres">
      <dgm:prSet presAssocID="{5DC1A23D-8D26-7741-85DD-61A101C81F96}" presName="hierChild4" presStyleCnt="0"/>
      <dgm:spPr/>
    </dgm:pt>
    <dgm:pt modelId="{7C8AD348-CDC0-4640-8A35-D87C039CFFBD}" type="pres">
      <dgm:prSet presAssocID="{5DC1A23D-8D26-7741-85DD-61A101C81F96}" presName="hierChild5" presStyleCnt="0"/>
      <dgm:spPr/>
    </dgm:pt>
    <dgm:pt modelId="{F55FF5C1-5400-6944-8CA5-2C1DE0D86EF1}" type="pres">
      <dgm:prSet presAssocID="{58066C04-7A3A-984E-93B9-0476E111A1EF}" presName="Name37" presStyleLbl="parChTrans1D4" presStyleIdx="34" presStyleCnt="44"/>
      <dgm:spPr/>
      <dgm:t>
        <a:bodyPr/>
        <a:lstStyle/>
        <a:p>
          <a:endParaRPr lang="en-US"/>
        </a:p>
      </dgm:t>
    </dgm:pt>
    <dgm:pt modelId="{814CB95B-80D4-A945-8983-45013AC4BBFB}" type="pres">
      <dgm:prSet presAssocID="{43B8486B-3DE7-A147-8D0B-D06EBB32097C}" presName="hierRoot2" presStyleCnt="0">
        <dgm:presLayoutVars>
          <dgm:hierBranch val="init"/>
        </dgm:presLayoutVars>
      </dgm:prSet>
      <dgm:spPr/>
    </dgm:pt>
    <dgm:pt modelId="{94DC735E-1777-474E-BF24-1A4F4A06E8A8}" type="pres">
      <dgm:prSet presAssocID="{43B8486B-3DE7-A147-8D0B-D06EBB32097C}" presName="rootComposite" presStyleCnt="0"/>
      <dgm:spPr/>
    </dgm:pt>
    <dgm:pt modelId="{C80926D8-6806-A14C-9221-2BC9D4AB5B06}" type="pres">
      <dgm:prSet presAssocID="{43B8486B-3DE7-A147-8D0B-D06EBB32097C}" presName="rootText" presStyleLbl="node4" presStyleIdx="34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7E6DE37-8BBB-0148-90FC-4A7667F6D15B}" type="pres">
      <dgm:prSet presAssocID="{43B8486B-3DE7-A147-8D0B-D06EBB32097C}" presName="rootConnector" presStyleLbl="node4" presStyleIdx="34" presStyleCnt="44"/>
      <dgm:spPr/>
      <dgm:t>
        <a:bodyPr/>
        <a:lstStyle/>
        <a:p>
          <a:endParaRPr lang="en-US"/>
        </a:p>
      </dgm:t>
    </dgm:pt>
    <dgm:pt modelId="{3C5778B4-880A-864C-B427-627DFD0133CB}" type="pres">
      <dgm:prSet presAssocID="{43B8486B-3DE7-A147-8D0B-D06EBB32097C}" presName="hierChild4" presStyleCnt="0"/>
      <dgm:spPr/>
    </dgm:pt>
    <dgm:pt modelId="{93A924D3-425B-DB41-9C8F-244BD2375668}" type="pres">
      <dgm:prSet presAssocID="{43B8486B-3DE7-A147-8D0B-D06EBB32097C}" presName="hierChild5" presStyleCnt="0"/>
      <dgm:spPr/>
    </dgm:pt>
    <dgm:pt modelId="{5C0A6D44-A3C6-CE4E-9587-F66F7DB70826}" type="pres">
      <dgm:prSet presAssocID="{31C6ADBB-FDFD-5E4E-AE86-C1FBD055EECA}" presName="Name37" presStyleLbl="parChTrans1D4" presStyleIdx="35" presStyleCnt="44"/>
      <dgm:spPr/>
      <dgm:t>
        <a:bodyPr/>
        <a:lstStyle/>
        <a:p>
          <a:endParaRPr lang="en-US"/>
        </a:p>
      </dgm:t>
    </dgm:pt>
    <dgm:pt modelId="{5B85E2A1-9688-7A4F-9718-639824DB555B}" type="pres">
      <dgm:prSet presAssocID="{43C93368-169A-9C41-A02B-A35B5319D182}" presName="hierRoot2" presStyleCnt="0">
        <dgm:presLayoutVars>
          <dgm:hierBranch val="init"/>
        </dgm:presLayoutVars>
      </dgm:prSet>
      <dgm:spPr/>
    </dgm:pt>
    <dgm:pt modelId="{E551B28F-C495-3545-83F0-F08E2F19041E}" type="pres">
      <dgm:prSet presAssocID="{43C93368-169A-9C41-A02B-A35B5319D182}" presName="rootComposite" presStyleCnt="0"/>
      <dgm:spPr/>
    </dgm:pt>
    <dgm:pt modelId="{9C087BC2-3934-4443-A094-26C728E168BC}" type="pres">
      <dgm:prSet presAssocID="{43C93368-169A-9C41-A02B-A35B5319D182}" presName="rootText" presStyleLbl="node4" presStyleIdx="35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2C5E96-DF78-A745-9762-1C97C0DD71FC}" type="pres">
      <dgm:prSet presAssocID="{43C93368-169A-9C41-A02B-A35B5319D182}" presName="rootConnector" presStyleLbl="node4" presStyleIdx="35" presStyleCnt="44"/>
      <dgm:spPr/>
      <dgm:t>
        <a:bodyPr/>
        <a:lstStyle/>
        <a:p>
          <a:endParaRPr lang="en-US"/>
        </a:p>
      </dgm:t>
    </dgm:pt>
    <dgm:pt modelId="{C76198FC-1E1A-554E-8340-418F54FCA451}" type="pres">
      <dgm:prSet presAssocID="{43C93368-169A-9C41-A02B-A35B5319D182}" presName="hierChild4" presStyleCnt="0"/>
      <dgm:spPr/>
    </dgm:pt>
    <dgm:pt modelId="{EF30B50A-CC94-CA45-AE12-D7A5C65B70C1}" type="pres">
      <dgm:prSet presAssocID="{43C93368-169A-9C41-A02B-A35B5319D182}" presName="hierChild5" presStyleCnt="0"/>
      <dgm:spPr/>
    </dgm:pt>
    <dgm:pt modelId="{D09D12F4-4B38-454D-8A0F-983C1589E35F}" type="pres">
      <dgm:prSet presAssocID="{9EF32247-71D6-8A4A-85EE-C270E7E3EED7}" presName="Name37" presStyleLbl="parChTrans1D4" presStyleIdx="36" presStyleCnt="44"/>
      <dgm:spPr/>
      <dgm:t>
        <a:bodyPr/>
        <a:lstStyle/>
        <a:p>
          <a:endParaRPr lang="en-US"/>
        </a:p>
      </dgm:t>
    </dgm:pt>
    <dgm:pt modelId="{3977531C-F19D-5A48-8EC5-FF111BDC0224}" type="pres">
      <dgm:prSet presAssocID="{3FAC7A56-6CCC-6A4B-A9C3-D90C2E2220BF}" presName="hierRoot2" presStyleCnt="0">
        <dgm:presLayoutVars>
          <dgm:hierBranch val="init"/>
        </dgm:presLayoutVars>
      </dgm:prSet>
      <dgm:spPr/>
    </dgm:pt>
    <dgm:pt modelId="{BA5DF4EA-9E3A-2E42-8AA3-D06711A48EC8}" type="pres">
      <dgm:prSet presAssocID="{3FAC7A56-6CCC-6A4B-A9C3-D90C2E2220BF}" presName="rootComposite" presStyleCnt="0"/>
      <dgm:spPr/>
    </dgm:pt>
    <dgm:pt modelId="{013C1000-31CB-BB4F-9624-ADB5D0A7A197}" type="pres">
      <dgm:prSet presAssocID="{3FAC7A56-6CCC-6A4B-A9C3-D90C2E2220BF}" presName="rootText" presStyleLbl="node4" presStyleIdx="36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33A56B-C853-5E43-9F59-F408A6998706}" type="pres">
      <dgm:prSet presAssocID="{3FAC7A56-6CCC-6A4B-A9C3-D90C2E2220BF}" presName="rootConnector" presStyleLbl="node4" presStyleIdx="36" presStyleCnt="44"/>
      <dgm:spPr/>
      <dgm:t>
        <a:bodyPr/>
        <a:lstStyle/>
        <a:p>
          <a:endParaRPr lang="en-US"/>
        </a:p>
      </dgm:t>
    </dgm:pt>
    <dgm:pt modelId="{7C7FFDF0-AE0D-7841-8F73-488AA1BEA489}" type="pres">
      <dgm:prSet presAssocID="{3FAC7A56-6CCC-6A4B-A9C3-D90C2E2220BF}" presName="hierChild4" presStyleCnt="0"/>
      <dgm:spPr/>
    </dgm:pt>
    <dgm:pt modelId="{B1680B55-F0C7-DE4B-B563-3E604A5B4160}" type="pres">
      <dgm:prSet presAssocID="{3FAC7A56-6CCC-6A4B-A9C3-D90C2E2220BF}" presName="hierChild5" presStyleCnt="0"/>
      <dgm:spPr/>
    </dgm:pt>
    <dgm:pt modelId="{6A7476C6-8AA6-254D-A901-7D0F16B82FBE}" type="pres">
      <dgm:prSet presAssocID="{14534D30-7436-A243-BAB6-012897038D7F}" presName="Name37" presStyleLbl="parChTrans1D4" presStyleIdx="37" presStyleCnt="44"/>
      <dgm:spPr/>
      <dgm:t>
        <a:bodyPr/>
        <a:lstStyle/>
        <a:p>
          <a:endParaRPr lang="en-US"/>
        </a:p>
      </dgm:t>
    </dgm:pt>
    <dgm:pt modelId="{9CB476F8-8792-C24C-863A-7086801071AE}" type="pres">
      <dgm:prSet presAssocID="{D7897B01-0932-0E42-A7CB-4EFA4D5182D3}" presName="hierRoot2" presStyleCnt="0">
        <dgm:presLayoutVars>
          <dgm:hierBranch val="init"/>
        </dgm:presLayoutVars>
      </dgm:prSet>
      <dgm:spPr/>
    </dgm:pt>
    <dgm:pt modelId="{10214A0E-FF90-3D4D-BC06-D2C5123A8546}" type="pres">
      <dgm:prSet presAssocID="{D7897B01-0932-0E42-A7CB-4EFA4D5182D3}" presName="rootComposite" presStyleCnt="0"/>
      <dgm:spPr/>
    </dgm:pt>
    <dgm:pt modelId="{A37E522B-B277-164A-873E-BDE45A9962F3}" type="pres">
      <dgm:prSet presAssocID="{D7897B01-0932-0E42-A7CB-4EFA4D5182D3}" presName="rootText" presStyleLbl="node4" presStyleIdx="37" presStyleCnt="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FF6F43-4290-BA45-8BDA-8D3FA577BAC5}" type="pres">
      <dgm:prSet presAssocID="{D7897B01-0932-0E42-A7CB-4EFA4D5182D3}" presName="rootConnector" presStyleLbl="node4" presStyleIdx="37" presStyleCnt="44"/>
      <dgm:spPr/>
      <dgm:t>
        <a:bodyPr/>
        <a:lstStyle/>
        <a:p>
          <a:endParaRPr lang="en-US"/>
        </a:p>
      </dgm:t>
    </dgm:pt>
    <dgm:pt modelId="{6AC179B4-6C72-7647-9668-C25AFCC307AD}" type="pres">
      <dgm:prSet presAssocID="{D7897B01-0932-0E42-A7CB-4EFA4D5182D3}" presName="hierChild4" presStyleCnt="0"/>
      <dgm:spPr/>
    </dgm:pt>
    <dgm:pt modelId="{87610347-47D6-E44F-8FAC-939906980C60}" type="pres">
      <dgm:prSet presAssocID="{D7897B01-0932-0E42-A7CB-4EFA4D5182D3}" presName="hierChild5" presStyleCnt="0"/>
      <dgm:spPr/>
    </dgm:pt>
    <dgm:pt modelId="{4A6BF6E5-58C8-A345-9240-0E611A46C34A}" type="pres">
      <dgm:prSet presAssocID="{D37C2303-BDFD-054B-A0D2-A56535619895}" presName="hierChild5" presStyleCnt="0"/>
      <dgm:spPr/>
    </dgm:pt>
    <dgm:pt modelId="{59DBF626-2010-7C4F-B35A-40662EBD37CF}" type="pres">
      <dgm:prSet presAssocID="{FD1BDB38-810B-AD45-B7C8-2043D8F05538}" presName="Name37" presStyleLbl="parChTrans1D3" presStyleIdx="14" presStyleCnt="26"/>
      <dgm:spPr/>
      <dgm:t>
        <a:bodyPr/>
        <a:lstStyle/>
        <a:p>
          <a:endParaRPr lang="en-US"/>
        </a:p>
      </dgm:t>
    </dgm:pt>
    <dgm:pt modelId="{2BE072E7-E4B7-F74E-9C0B-3C9A4870D2F1}" type="pres">
      <dgm:prSet presAssocID="{5799BE70-63D1-3A48-ACFA-1392E4C3D39F}" presName="hierRoot2" presStyleCnt="0">
        <dgm:presLayoutVars>
          <dgm:hierBranch val="init"/>
        </dgm:presLayoutVars>
      </dgm:prSet>
      <dgm:spPr/>
    </dgm:pt>
    <dgm:pt modelId="{54765DBB-7A43-E048-A917-84A0579DEACF}" type="pres">
      <dgm:prSet presAssocID="{5799BE70-63D1-3A48-ACFA-1392E4C3D39F}" presName="rootComposite" presStyleCnt="0"/>
      <dgm:spPr/>
    </dgm:pt>
    <dgm:pt modelId="{2DEE6068-4E8B-1A46-8351-86D6178B3F6D}" type="pres">
      <dgm:prSet presAssocID="{5799BE70-63D1-3A48-ACFA-1392E4C3D39F}" presName="rootText" presStyleLbl="node3" presStyleIdx="14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5A829CA-3492-C94F-94BC-75DDFB4DFDF2}" type="pres">
      <dgm:prSet presAssocID="{5799BE70-63D1-3A48-ACFA-1392E4C3D39F}" presName="rootConnector" presStyleLbl="node3" presStyleIdx="14" presStyleCnt="26"/>
      <dgm:spPr/>
      <dgm:t>
        <a:bodyPr/>
        <a:lstStyle/>
        <a:p>
          <a:endParaRPr lang="en-US"/>
        </a:p>
      </dgm:t>
    </dgm:pt>
    <dgm:pt modelId="{6F391E89-E358-2247-8DC1-6EADDB7DD262}" type="pres">
      <dgm:prSet presAssocID="{5799BE70-63D1-3A48-ACFA-1392E4C3D39F}" presName="hierChild4" presStyleCnt="0"/>
      <dgm:spPr/>
    </dgm:pt>
    <dgm:pt modelId="{AE3EBE11-6148-1E4E-8C86-B59B0F39C5A7}" type="pres">
      <dgm:prSet presAssocID="{C28F69F4-496C-F649-9197-35011721F4C5}" presName="Name37" presStyleLbl="parChTrans1D4" presStyleIdx="38" presStyleCnt="44"/>
      <dgm:spPr/>
      <dgm:t>
        <a:bodyPr/>
        <a:lstStyle/>
        <a:p>
          <a:endParaRPr lang="en-US"/>
        </a:p>
      </dgm:t>
    </dgm:pt>
    <dgm:pt modelId="{9AB440B3-9CF3-8F4D-900C-F667B7AD02A1}" type="pres">
      <dgm:prSet presAssocID="{7336F569-F35C-3848-AE30-D89EE3FCB5A6}" presName="hierRoot2" presStyleCnt="0">
        <dgm:presLayoutVars>
          <dgm:hierBranch val="init"/>
        </dgm:presLayoutVars>
      </dgm:prSet>
      <dgm:spPr/>
    </dgm:pt>
    <dgm:pt modelId="{87845F67-BB3D-424F-826B-5B42BDB4B353}" type="pres">
      <dgm:prSet presAssocID="{7336F569-F35C-3848-AE30-D89EE3FCB5A6}" presName="rootComposite" presStyleCnt="0"/>
      <dgm:spPr/>
    </dgm:pt>
    <dgm:pt modelId="{EB97B4D9-34D6-A146-883C-75767430C37F}" type="pres">
      <dgm:prSet presAssocID="{7336F569-F35C-3848-AE30-D89EE3FCB5A6}" presName="rootText" presStyleLbl="node4" presStyleIdx="38" presStyleCnt="44" custLinFactNeighborX="-52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58890A-0EB3-0048-97D3-349B6826C3DD}" type="pres">
      <dgm:prSet presAssocID="{7336F569-F35C-3848-AE30-D89EE3FCB5A6}" presName="rootConnector" presStyleLbl="node4" presStyleIdx="38" presStyleCnt="44"/>
      <dgm:spPr/>
      <dgm:t>
        <a:bodyPr/>
        <a:lstStyle/>
        <a:p>
          <a:endParaRPr lang="en-US"/>
        </a:p>
      </dgm:t>
    </dgm:pt>
    <dgm:pt modelId="{F6E922B5-62BB-164A-9974-5E9C223EC43B}" type="pres">
      <dgm:prSet presAssocID="{7336F569-F35C-3848-AE30-D89EE3FCB5A6}" presName="hierChild4" presStyleCnt="0"/>
      <dgm:spPr/>
    </dgm:pt>
    <dgm:pt modelId="{E44EA7BC-EFF2-014D-9565-7EFC1389D93F}" type="pres">
      <dgm:prSet presAssocID="{7336F569-F35C-3848-AE30-D89EE3FCB5A6}" presName="hierChild5" presStyleCnt="0"/>
      <dgm:spPr/>
    </dgm:pt>
    <dgm:pt modelId="{0938843B-A153-BB4C-BE97-1DAF5FF62C68}" type="pres">
      <dgm:prSet presAssocID="{1EA09781-D0CC-654A-B7BD-B7E7D1A90CCB}" presName="Name37" presStyleLbl="parChTrans1D4" presStyleIdx="39" presStyleCnt="44"/>
      <dgm:spPr/>
      <dgm:t>
        <a:bodyPr/>
        <a:lstStyle/>
        <a:p>
          <a:endParaRPr lang="en-US"/>
        </a:p>
      </dgm:t>
    </dgm:pt>
    <dgm:pt modelId="{B9CEFB1A-A408-DC43-BD5A-4B598858A3E0}" type="pres">
      <dgm:prSet presAssocID="{433FDEE6-8AA9-5246-9CED-128DAED99F40}" presName="hierRoot2" presStyleCnt="0">
        <dgm:presLayoutVars>
          <dgm:hierBranch val="init"/>
        </dgm:presLayoutVars>
      </dgm:prSet>
      <dgm:spPr/>
    </dgm:pt>
    <dgm:pt modelId="{EE81390A-00D4-644D-84AE-721BBB9B9B6B}" type="pres">
      <dgm:prSet presAssocID="{433FDEE6-8AA9-5246-9CED-128DAED99F40}" presName="rootComposite" presStyleCnt="0"/>
      <dgm:spPr/>
    </dgm:pt>
    <dgm:pt modelId="{C672EF5D-032B-7C41-9052-13BFC67AF45D}" type="pres">
      <dgm:prSet presAssocID="{433FDEE6-8AA9-5246-9CED-128DAED99F40}" presName="rootText" presStyleLbl="node4" presStyleIdx="39" presStyleCnt="44" custLinFactNeighborX="-52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B8BBCC8-F02E-6442-850C-2178A6173308}" type="pres">
      <dgm:prSet presAssocID="{433FDEE6-8AA9-5246-9CED-128DAED99F40}" presName="rootConnector" presStyleLbl="node4" presStyleIdx="39" presStyleCnt="44"/>
      <dgm:spPr/>
      <dgm:t>
        <a:bodyPr/>
        <a:lstStyle/>
        <a:p>
          <a:endParaRPr lang="en-US"/>
        </a:p>
      </dgm:t>
    </dgm:pt>
    <dgm:pt modelId="{9034855F-DD59-344D-BBEF-F358DA1E2B81}" type="pres">
      <dgm:prSet presAssocID="{433FDEE6-8AA9-5246-9CED-128DAED99F40}" presName="hierChild4" presStyleCnt="0"/>
      <dgm:spPr/>
    </dgm:pt>
    <dgm:pt modelId="{BDBD3D10-360C-0D4C-AE25-85379A6E493F}" type="pres">
      <dgm:prSet presAssocID="{433FDEE6-8AA9-5246-9CED-128DAED99F40}" presName="hierChild5" presStyleCnt="0"/>
      <dgm:spPr/>
    </dgm:pt>
    <dgm:pt modelId="{6E0D32C5-88EE-DC44-AEF6-C7D6935C2AA3}" type="pres">
      <dgm:prSet presAssocID="{8EF9A176-7093-CA44-8BE2-BB841C5CB03F}" presName="Name37" presStyleLbl="parChTrans1D4" presStyleIdx="40" presStyleCnt="44"/>
      <dgm:spPr/>
      <dgm:t>
        <a:bodyPr/>
        <a:lstStyle/>
        <a:p>
          <a:endParaRPr lang="en-US"/>
        </a:p>
      </dgm:t>
    </dgm:pt>
    <dgm:pt modelId="{02E614D7-E942-E94D-9288-94988C3F7505}" type="pres">
      <dgm:prSet presAssocID="{37EEC22D-3772-C745-B1A7-CE41A28ACE3B}" presName="hierRoot2" presStyleCnt="0">
        <dgm:presLayoutVars>
          <dgm:hierBranch val="init"/>
        </dgm:presLayoutVars>
      </dgm:prSet>
      <dgm:spPr/>
    </dgm:pt>
    <dgm:pt modelId="{5A17ED34-4443-4B43-829B-C194E4E243FA}" type="pres">
      <dgm:prSet presAssocID="{37EEC22D-3772-C745-B1A7-CE41A28ACE3B}" presName="rootComposite" presStyleCnt="0"/>
      <dgm:spPr/>
    </dgm:pt>
    <dgm:pt modelId="{0729F603-F729-F140-A2E4-6B3DA3FFC8A9}" type="pres">
      <dgm:prSet presAssocID="{37EEC22D-3772-C745-B1A7-CE41A28ACE3B}" presName="rootText" presStyleLbl="node4" presStyleIdx="40" presStyleCnt="44" custLinFactNeighborX="-52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F112231-6DB3-2E46-A583-6700E6D0293B}" type="pres">
      <dgm:prSet presAssocID="{37EEC22D-3772-C745-B1A7-CE41A28ACE3B}" presName="rootConnector" presStyleLbl="node4" presStyleIdx="40" presStyleCnt="44"/>
      <dgm:spPr/>
      <dgm:t>
        <a:bodyPr/>
        <a:lstStyle/>
        <a:p>
          <a:endParaRPr lang="en-US"/>
        </a:p>
      </dgm:t>
    </dgm:pt>
    <dgm:pt modelId="{693AB79C-292B-D34D-9D74-52488185A051}" type="pres">
      <dgm:prSet presAssocID="{37EEC22D-3772-C745-B1A7-CE41A28ACE3B}" presName="hierChild4" presStyleCnt="0"/>
      <dgm:spPr/>
    </dgm:pt>
    <dgm:pt modelId="{0EE59271-5285-CB48-9313-3E99692CEE22}" type="pres">
      <dgm:prSet presAssocID="{37EEC22D-3772-C745-B1A7-CE41A28ACE3B}" presName="hierChild5" presStyleCnt="0"/>
      <dgm:spPr/>
    </dgm:pt>
    <dgm:pt modelId="{5B84001C-5953-CB48-9E16-8D6FE2A0BCB4}" type="pres">
      <dgm:prSet presAssocID="{BDE6E323-407B-7349-8C09-5607CC0C7E13}" presName="Name37" presStyleLbl="parChTrans1D4" presStyleIdx="41" presStyleCnt="44"/>
      <dgm:spPr/>
      <dgm:t>
        <a:bodyPr/>
        <a:lstStyle/>
        <a:p>
          <a:endParaRPr lang="en-US"/>
        </a:p>
      </dgm:t>
    </dgm:pt>
    <dgm:pt modelId="{1B4B7413-EA12-8C44-ACFC-71FB1C4E34F7}" type="pres">
      <dgm:prSet presAssocID="{0EB6F889-9767-124A-A79D-6D157F8053AE}" presName="hierRoot2" presStyleCnt="0">
        <dgm:presLayoutVars>
          <dgm:hierBranch val="init"/>
        </dgm:presLayoutVars>
      </dgm:prSet>
      <dgm:spPr/>
    </dgm:pt>
    <dgm:pt modelId="{ED856EA8-58F5-6D45-9932-4DE86BECB3A9}" type="pres">
      <dgm:prSet presAssocID="{0EB6F889-9767-124A-A79D-6D157F8053AE}" presName="rootComposite" presStyleCnt="0"/>
      <dgm:spPr/>
    </dgm:pt>
    <dgm:pt modelId="{F6A2ABFC-1FB4-324E-B694-A804B8A2A930}" type="pres">
      <dgm:prSet presAssocID="{0EB6F889-9767-124A-A79D-6D157F8053AE}" presName="rootText" presStyleLbl="node4" presStyleIdx="41" presStyleCnt="44" custLinFactNeighborX="-52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255BC93-3B7C-6642-9115-E00143206E94}" type="pres">
      <dgm:prSet presAssocID="{0EB6F889-9767-124A-A79D-6D157F8053AE}" presName="rootConnector" presStyleLbl="node4" presStyleIdx="41" presStyleCnt="44"/>
      <dgm:spPr/>
      <dgm:t>
        <a:bodyPr/>
        <a:lstStyle/>
        <a:p>
          <a:endParaRPr lang="en-US"/>
        </a:p>
      </dgm:t>
    </dgm:pt>
    <dgm:pt modelId="{FA00F4F3-52FD-7D4C-AAFC-A8E9AB3618FA}" type="pres">
      <dgm:prSet presAssocID="{0EB6F889-9767-124A-A79D-6D157F8053AE}" presName="hierChild4" presStyleCnt="0"/>
      <dgm:spPr/>
    </dgm:pt>
    <dgm:pt modelId="{E12D2596-5C5C-6D4F-85AA-2FCDC5AEAB59}" type="pres">
      <dgm:prSet presAssocID="{0EB6F889-9767-124A-A79D-6D157F8053AE}" presName="hierChild5" presStyleCnt="0"/>
      <dgm:spPr/>
    </dgm:pt>
    <dgm:pt modelId="{0C8CAFD4-3D03-DA4B-BF6C-F2B5AC8FAB10}" type="pres">
      <dgm:prSet presAssocID="{5285725B-A94E-294F-858E-E0A7AA7B7F34}" presName="Name37" presStyleLbl="parChTrans1D4" presStyleIdx="42" presStyleCnt="44"/>
      <dgm:spPr/>
      <dgm:t>
        <a:bodyPr/>
        <a:lstStyle/>
        <a:p>
          <a:endParaRPr lang="en-US"/>
        </a:p>
      </dgm:t>
    </dgm:pt>
    <dgm:pt modelId="{98E35625-9FB0-704A-BCB2-647B2CBC0A60}" type="pres">
      <dgm:prSet presAssocID="{4B274D9F-B634-4343-A83C-4E6309C8E50B}" presName="hierRoot2" presStyleCnt="0">
        <dgm:presLayoutVars>
          <dgm:hierBranch val="init"/>
        </dgm:presLayoutVars>
      </dgm:prSet>
      <dgm:spPr/>
    </dgm:pt>
    <dgm:pt modelId="{F56D82AA-2DAF-6445-8140-E135CCD27593}" type="pres">
      <dgm:prSet presAssocID="{4B274D9F-B634-4343-A83C-4E6309C8E50B}" presName="rootComposite" presStyleCnt="0"/>
      <dgm:spPr/>
    </dgm:pt>
    <dgm:pt modelId="{0C318376-1DAF-6642-909F-C15B385635D6}" type="pres">
      <dgm:prSet presAssocID="{4B274D9F-B634-4343-A83C-4E6309C8E50B}" presName="rootText" presStyleLbl="node4" presStyleIdx="42" presStyleCnt="44" custLinFactNeighborX="-52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501E3EE-E951-A341-9694-F8EF742165EA}" type="pres">
      <dgm:prSet presAssocID="{4B274D9F-B634-4343-A83C-4E6309C8E50B}" presName="rootConnector" presStyleLbl="node4" presStyleIdx="42" presStyleCnt="44"/>
      <dgm:spPr/>
      <dgm:t>
        <a:bodyPr/>
        <a:lstStyle/>
        <a:p>
          <a:endParaRPr lang="en-US"/>
        </a:p>
      </dgm:t>
    </dgm:pt>
    <dgm:pt modelId="{34727742-B7D9-EC47-B71E-7E122A325902}" type="pres">
      <dgm:prSet presAssocID="{4B274D9F-B634-4343-A83C-4E6309C8E50B}" presName="hierChild4" presStyleCnt="0"/>
      <dgm:spPr/>
    </dgm:pt>
    <dgm:pt modelId="{F074C60C-44D8-0746-BF37-274E7381B5B3}" type="pres">
      <dgm:prSet presAssocID="{4B274D9F-B634-4343-A83C-4E6309C8E50B}" presName="hierChild5" presStyleCnt="0"/>
      <dgm:spPr/>
    </dgm:pt>
    <dgm:pt modelId="{85318E5E-F108-4D48-8F8D-2BAF2F66EACC}" type="pres">
      <dgm:prSet presAssocID="{D6D12B51-6EEC-FC4D-8728-101AE2A32EB6}" presName="Name37" presStyleLbl="parChTrans1D4" presStyleIdx="43" presStyleCnt="44"/>
      <dgm:spPr/>
      <dgm:t>
        <a:bodyPr/>
        <a:lstStyle/>
        <a:p>
          <a:endParaRPr lang="en-US"/>
        </a:p>
      </dgm:t>
    </dgm:pt>
    <dgm:pt modelId="{5BC75FBC-84B6-9748-8AD1-9BDD695C56A4}" type="pres">
      <dgm:prSet presAssocID="{A1A6C7CC-32F3-5D48-A61E-4312EF244B22}" presName="hierRoot2" presStyleCnt="0">
        <dgm:presLayoutVars>
          <dgm:hierBranch val="init"/>
        </dgm:presLayoutVars>
      </dgm:prSet>
      <dgm:spPr/>
    </dgm:pt>
    <dgm:pt modelId="{E4177CD3-6A6D-664A-BFC3-63380D969CC1}" type="pres">
      <dgm:prSet presAssocID="{A1A6C7CC-32F3-5D48-A61E-4312EF244B22}" presName="rootComposite" presStyleCnt="0"/>
      <dgm:spPr/>
    </dgm:pt>
    <dgm:pt modelId="{332D8257-5FDE-934C-B906-1CF12F1B857C}" type="pres">
      <dgm:prSet presAssocID="{A1A6C7CC-32F3-5D48-A61E-4312EF244B22}" presName="rootText" presStyleLbl="node4" presStyleIdx="43" presStyleCnt="44" custLinFactNeighborX="-52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FE0C5A4-76E0-C849-8834-CA7AAC0FEBD9}" type="pres">
      <dgm:prSet presAssocID="{A1A6C7CC-32F3-5D48-A61E-4312EF244B22}" presName="rootConnector" presStyleLbl="node4" presStyleIdx="43" presStyleCnt="44"/>
      <dgm:spPr/>
      <dgm:t>
        <a:bodyPr/>
        <a:lstStyle/>
        <a:p>
          <a:endParaRPr lang="en-US"/>
        </a:p>
      </dgm:t>
    </dgm:pt>
    <dgm:pt modelId="{A840DA22-3AC6-114B-957A-C9D607DBC7DC}" type="pres">
      <dgm:prSet presAssocID="{A1A6C7CC-32F3-5D48-A61E-4312EF244B22}" presName="hierChild4" presStyleCnt="0"/>
      <dgm:spPr/>
    </dgm:pt>
    <dgm:pt modelId="{FC057562-5273-6242-832C-06F3DE352C43}" type="pres">
      <dgm:prSet presAssocID="{A1A6C7CC-32F3-5D48-A61E-4312EF244B22}" presName="hierChild5" presStyleCnt="0"/>
      <dgm:spPr/>
    </dgm:pt>
    <dgm:pt modelId="{EB596E2A-5151-0144-8913-6EC65F17FE06}" type="pres">
      <dgm:prSet presAssocID="{5799BE70-63D1-3A48-ACFA-1392E4C3D39F}" presName="hierChild5" presStyleCnt="0"/>
      <dgm:spPr/>
    </dgm:pt>
    <dgm:pt modelId="{F0943C40-2DED-D548-83A9-35269902AB78}" type="pres">
      <dgm:prSet presAssocID="{A386BB55-02A9-1843-B511-BA496054ECB7}" presName="hierChild5" presStyleCnt="0"/>
      <dgm:spPr/>
    </dgm:pt>
    <dgm:pt modelId="{AA99E799-A616-9246-B1F2-3E9007C84144}" type="pres">
      <dgm:prSet presAssocID="{B2596069-9906-8F46-97C6-2DA16CD596DA}" presName="Name37" presStyleLbl="parChTrans1D2" presStyleIdx="5" presStyleCnt="7"/>
      <dgm:spPr/>
      <dgm:t>
        <a:bodyPr/>
        <a:lstStyle/>
        <a:p>
          <a:endParaRPr lang="en-US"/>
        </a:p>
      </dgm:t>
    </dgm:pt>
    <dgm:pt modelId="{D49EC1E1-7A0A-2D48-85EF-8900F00275D2}" type="pres">
      <dgm:prSet presAssocID="{949355AB-82C4-BD4D-A3CB-B7EC5F135626}" presName="hierRoot2" presStyleCnt="0">
        <dgm:presLayoutVars>
          <dgm:hierBranch val="init"/>
        </dgm:presLayoutVars>
      </dgm:prSet>
      <dgm:spPr/>
    </dgm:pt>
    <dgm:pt modelId="{85EB3BE5-D2F6-4547-8EF7-5A2C31FC97AC}" type="pres">
      <dgm:prSet presAssocID="{949355AB-82C4-BD4D-A3CB-B7EC5F135626}" presName="rootComposite" presStyleCnt="0"/>
      <dgm:spPr/>
    </dgm:pt>
    <dgm:pt modelId="{95E3F37F-F196-7243-8E3A-02627CBE2450}" type="pres">
      <dgm:prSet presAssocID="{949355AB-82C4-BD4D-A3CB-B7EC5F135626}" presName="rootText" presStyleLbl="node2" presStyleIdx="5" presStyleCnt="7" custScaleX="1565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1CCB9ED-32F8-9442-AE04-95416E0A3135}" type="pres">
      <dgm:prSet presAssocID="{949355AB-82C4-BD4D-A3CB-B7EC5F135626}" presName="rootConnector" presStyleLbl="node2" presStyleIdx="5" presStyleCnt="7"/>
      <dgm:spPr/>
      <dgm:t>
        <a:bodyPr/>
        <a:lstStyle/>
        <a:p>
          <a:endParaRPr lang="en-US"/>
        </a:p>
      </dgm:t>
    </dgm:pt>
    <dgm:pt modelId="{B3983143-AFC3-704C-B44C-46CC827C18A8}" type="pres">
      <dgm:prSet presAssocID="{949355AB-82C4-BD4D-A3CB-B7EC5F135626}" presName="hierChild4" presStyleCnt="0"/>
      <dgm:spPr/>
    </dgm:pt>
    <dgm:pt modelId="{13BF212B-9AB4-0242-BF94-F380C97E64FB}" type="pres">
      <dgm:prSet presAssocID="{4272E3E7-FD9C-2B4B-A386-35839BDD8C4E}" presName="Name37" presStyleLbl="parChTrans1D3" presStyleIdx="15" presStyleCnt="26"/>
      <dgm:spPr/>
      <dgm:t>
        <a:bodyPr/>
        <a:lstStyle/>
        <a:p>
          <a:endParaRPr lang="en-US"/>
        </a:p>
      </dgm:t>
    </dgm:pt>
    <dgm:pt modelId="{591607C6-B67D-5E4F-8D6E-91DBF840CB19}" type="pres">
      <dgm:prSet presAssocID="{26A51DA6-7DBC-8345-9C2D-452230929AE3}" presName="hierRoot2" presStyleCnt="0">
        <dgm:presLayoutVars>
          <dgm:hierBranch val="init"/>
        </dgm:presLayoutVars>
      </dgm:prSet>
      <dgm:spPr/>
    </dgm:pt>
    <dgm:pt modelId="{9099F446-B5EF-D244-9CA9-494BD472F397}" type="pres">
      <dgm:prSet presAssocID="{26A51DA6-7DBC-8345-9C2D-452230929AE3}" presName="rootComposite" presStyleCnt="0"/>
      <dgm:spPr/>
    </dgm:pt>
    <dgm:pt modelId="{D1D3EECE-C6A3-004C-85CC-927C5E8E4908}" type="pres">
      <dgm:prSet presAssocID="{26A51DA6-7DBC-8345-9C2D-452230929AE3}" presName="rootText" presStyleLbl="node3" presStyleIdx="15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A5E74C0-544A-464C-B15E-1E758514E3EE}" type="pres">
      <dgm:prSet presAssocID="{26A51DA6-7DBC-8345-9C2D-452230929AE3}" presName="rootConnector" presStyleLbl="node3" presStyleIdx="15" presStyleCnt="26"/>
      <dgm:spPr/>
      <dgm:t>
        <a:bodyPr/>
        <a:lstStyle/>
        <a:p>
          <a:endParaRPr lang="en-US"/>
        </a:p>
      </dgm:t>
    </dgm:pt>
    <dgm:pt modelId="{ED6B46CA-95A4-9A4A-8C5E-3E7E291E3EE8}" type="pres">
      <dgm:prSet presAssocID="{26A51DA6-7DBC-8345-9C2D-452230929AE3}" presName="hierChild4" presStyleCnt="0"/>
      <dgm:spPr/>
    </dgm:pt>
    <dgm:pt modelId="{B57A00F9-6B8E-7048-B86A-597319E8A56C}" type="pres">
      <dgm:prSet presAssocID="{26A51DA6-7DBC-8345-9C2D-452230929AE3}" presName="hierChild5" presStyleCnt="0"/>
      <dgm:spPr/>
    </dgm:pt>
    <dgm:pt modelId="{1CB169DE-5B70-9948-8CBC-E7EB0920E5C3}" type="pres">
      <dgm:prSet presAssocID="{4274FC44-9352-BE45-B9B6-FCF17703BC93}" presName="Name37" presStyleLbl="parChTrans1D3" presStyleIdx="16" presStyleCnt="26"/>
      <dgm:spPr/>
      <dgm:t>
        <a:bodyPr/>
        <a:lstStyle/>
        <a:p>
          <a:endParaRPr lang="en-US"/>
        </a:p>
      </dgm:t>
    </dgm:pt>
    <dgm:pt modelId="{4AC78B0C-9A19-5A4B-B8EB-91C520133A99}" type="pres">
      <dgm:prSet presAssocID="{7B4B5460-2DFC-6E40-AE48-4844B25F7014}" presName="hierRoot2" presStyleCnt="0">
        <dgm:presLayoutVars>
          <dgm:hierBranch val="init"/>
        </dgm:presLayoutVars>
      </dgm:prSet>
      <dgm:spPr/>
    </dgm:pt>
    <dgm:pt modelId="{66CA83C7-A99A-CE45-94E5-42E72782950D}" type="pres">
      <dgm:prSet presAssocID="{7B4B5460-2DFC-6E40-AE48-4844B25F7014}" presName="rootComposite" presStyleCnt="0"/>
      <dgm:spPr/>
    </dgm:pt>
    <dgm:pt modelId="{4F24FA77-2665-794C-B66C-256BD29725DF}" type="pres">
      <dgm:prSet presAssocID="{7B4B5460-2DFC-6E40-AE48-4844B25F7014}" presName="rootText" presStyleLbl="node3" presStyleIdx="16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0682A0-AD56-8A45-972C-71E08BF436E6}" type="pres">
      <dgm:prSet presAssocID="{7B4B5460-2DFC-6E40-AE48-4844B25F7014}" presName="rootConnector" presStyleLbl="node3" presStyleIdx="16" presStyleCnt="26"/>
      <dgm:spPr/>
      <dgm:t>
        <a:bodyPr/>
        <a:lstStyle/>
        <a:p>
          <a:endParaRPr lang="en-US"/>
        </a:p>
      </dgm:t>
    </dgm:pt>
    <dgm:pt modelId="{27746EA3-784A-4647-AF69-499DB6CB6AEF}" type="pres">
      <dgm:prSet presAssocID="{7B4B5460-2DFC-6E40-AE48-4844B25F7014}" presName="hierChild4" presStyleCnt="0"/>
      <dgm:spPr/>
    </dgm:pt>
    <dgm:pt modelId="{58D03068-2535-F242-96B7-840FBDEAD856}" type="pres">
      <dgm:prSet presAssocID="{7B4B5460-2DFC-6E40-AE48-4844B25F7014}" presName="hierChild5" presStyleCnt="0"/>
      <dgm:spPr/>
    </dgm:pt>
    <dgm:pt modelId="{9528FA73-53F4-A44F-AAC2-9B6FF54BB2F5}" type="pres">
      <dgm:prSet presAssocID="{7C00315B-18A0-5E47-8E21-13547AE38F72}" presName="Name37" presStyleLbl="parChTrans1D3" presStyleIdx="17" presStyleCnt="26"/>
      <dgm:spPr/>
      <dgm:t>
        <a:bodyPr/>
        <a:lstStyle/>
        <a:p>
          <a:endParaRPr lang="en-US"/>
        </a:p>
      </dgm:t>
    </dgm:pt>
    <dgm:pt modelId="{DF65014F-8A91-E940-BBE9-D0D66DC6DA3D}" type="pres">
      <dgm:prSet presAssocID="{FF1965D2-351E-9E41-9546-CF5C4BC95A6D}" presName="hierRoot2" presStyleCnt="0">
        <dgm:presLayoutVars>
          <dgm:hierBranch val="init"/>
        </dgm:presLayoutVars>
      </dgm:prSet>
      <dgm:spPr/>
    </dgm:pt>
    <dgm:pt modelId="{EB1F4F9F-632D-9445-B071-BADEA46EB203}" type="pres">
      <dgm:prSet presAssocID="{FF1965D2-351E-9E41-9546-CF5C4BC95A6D}" presName="rootComposite" presStyleCnt="0"/>
      <dgm:spPr/>
    </dgm:pt>
    <dgm:pt modelId="{05F13E72-E867-5C44-9E4A-EE3917E35557}" type="pres">
      <dgm:prSet presAssocID="{FF1965D2-351E-9E41-9546-CF5C4BC95A6D}" presName="rootText" presStyleLbl="node3" presStyleIdx="17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3638A3-C894-5B41-8838-BA69B9A51C79}" type="pres">
      <dgm:prSet presAssocID="{FF1965D2-351E-9E41-9546-CF5C4BC95A6D}" presName="rootConnector" presStyleLbl="node3" presStyleIdx="17" presStyleCnt="26"/>
      <dgm:spPr/>
      <dgm:t>
        <a:bodyPr/>
        <a:lstStyle/>
        <a:p>
          <a:endParaRPr lang="en-US"/>
        </a:p>
      </dgm:t>
    </dgm:pt>
    <dgm:pt modelId="{21F4217E-F53A-394D-A39F-4D9929841FE5}" type="pres">
      <dgm:prSet presAssocID="{FF1965D2-351E-9E41-9546-CF5C4BC95A6D}" presName="hierChild4" presStyleCnt="0"/>
      <dgm:spPr/>
    </dgm:pt>
    <dgm:pt modelId="{A3D62E95-282E-8F47-B72C-6D478052695D}" type="pres">
      <dgm:prSet presAssocID="{FF1965D2-351E-9E41-9546-CF5C4BC95A6D}" presName="hierChild5" presStyleCnt="0"/>
      <dgm:spPr/>
    </dgm:pt>
    <dgm:pt modelId="{E983535F-F389-D146-AF6F-67485973E183}" type="pres">
      <dgm:prSet presAssocID="{EDD589B2-27BA-0F4C-B8D8-9D48FD8AE5EA}" presName="Name37" presStyleLbl="parChTrans1D3" presStyleIdx="18" presStyleCnt="26"/>
      <dgm:spPr/>
      <dgm:t>
        <a:bodyPr/>
        <a:lstStyle/>
        <a:p>
          <a:endParaRPr lang="en-US"/>
        </a:p>
      </dgm:t>
    </dgm:pt>
    <dgm:pt modelId="{92EDE334-4076-944F-BB3A-15D5C93270C8}" type="pres">
      <dgm:prSet presAssocID="{91019AC0-729B-DC49-A8E1-32269D4058CA}" presName="hierRoot2" presStyleCnt="0">
        <dgm:presLayoutVars>
          <dgm:hierBranch val="init"/>
        </dgm:presLayoutVars>
      </dgm:prSet>
      <dgm:spPr/>
    </dgm:pt>
    <dgm:pt modelId="{454AECF9-D39D-C545-9BA0-E04CB53BE4B2}" type="pres">
      <dgm:prSet presAssocID="{91019AC0-729B-DC49-A8E1-32269D4058CA}" presName="rootComposite" presStyleCnt="0"/>
      <dgm:spPr/>
    </dgm:pt>
    <dgm:pt modelId="{72BDD278-8EBE-7C42-9AE3-7E1DCFB51F9E}" type="pres">
      <dgm:prSet presAssocID="{91019AC0-729B-DC49-A8E1-32269D4058CA}" presName="rootText" presStyleLbl="node3" presStyleIdx="18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1A0F7A8-C9B4-E04D-9555-2AA866A3AF38}" type="pres">
      <dgm:prSet presAssocID="{91019AC0-729B-DC49-A8E1-32269D4058CA}" presName="rootConnector" presStyleLbl="node3" presStyleIdx="18" presStyleCnt="26"/>
      <dgm:spPr/>
      <dgm:t>
        <a:bodyPr/>
        <a:lstStyle/>
        <a:p>
          <a:endParaRPr lang="en-US"/>
        </a:p>
      </dgm:t>
    </dgm:pt>
    <dgm:pt modelId="{FC69A224-D88A-9345-AA47-8774363A6656}" type="pres">
      <dgm:prSet presAssocID="{91019AC0-729B-DC49-A8E1-32269D4058CA}" presName="hierChild4" presStyleCnt="0"/>
      <dgm:spPr/>
    </dgm:pt>
    <dgm:pt modelId="{C78DD236-1A10-9243-B093-1DD5E80CCC75}" type="pres">
      <dgm:prSet presAssocID="{91019AC0-729B-DC49-A8E1-32269D4058CA}" presName="hierChild5" presStyleCnt="0"/>
      <dgm:spPr/>
    </dgm:pt>
    <dgm:pt modelId="{1651D6D0-22C0-9846-96E4-95DA8A2CC9E7}" type="pres">
      <dgm:prSet presAssocID="{684A3F22-96D4-C04D-BD21-8517ED93B3F7}" presName="Name37" presStyleLbl="parChTrans1D3" presStyleIdx="19" presStyleCnt="26"/>
      <dgm:spPr/>
      <dgm:t>
        <a:bodyPr/>
        <a:lstStyle/>
        <a:p>
          <a:endParaRPr lang="en-US"/>
        </a:p>
      </dgm:t>
    </dgm:pt>
    <dgm:pt modelId="{A16EEE92-C7FA-8C44-8578-4E7803D9CA5E}" type="pres">
      <dgm:prSet presAssocID="{5816C48D-B1A1-F248-89E4-28298F1CBE71}" presName="hierRoot2" presStyleCnt="0">
        <dgm:presLayoutVars>
          <dgm:hierBranch val="init"/>
        </dgm:presLayoutVars>
      </dgm:prSet>
      <dgm:spPr/>
    </dgm:pt>
    <dgm:pt modelId="{8B99BCFC-80E9-034D-9C35-349EC4874FF8}" type="pres">
      <dgm:prSet presAssocID="{5816C48D-B1A1-F248-89E4-28298F1CBE71}" presName="rootComposite" presStyleCnt="0"/>
      <dgm:spPr/>
    </dgm:pt>
    <dgm:pt modelId="{DEBFB913-7821-F34C-9625-AADD4FD36723}" type="pres">
      <dgm:prSet presAssocID="{5816C48D-B1A1-F248-89E4-28298F1CBE71}" presName="rootText" presStyleLbl="node3" presStyleIdx="19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15FA21-2084-BC4C-87EF-BD21C8D1078E}" type="pres">
      <dgm:prSet presAssocID="{5816C48D-B1A1-F248-89E4-28298F1CBE71}" presName="rootConnector" presStyleLbl="node3" presStyleIdx="19" presStyleCnt="26"/>
      <dgm:spPr/>
      <dgm:t>
        <a:bodyPr/>
        <a:lstStyle/>
        <a:p>
          <a:endParaRPr lang="en-US"/>
        </a:p>
      </dgm:t>
    </dgm:pt>
    <dgm:pt modelId="{85BF0A1D-4617-7D45-8A1F-A83978C63896}" type="pres">
      <dgm:prSet presAssocID="{5816C48D-B1A1-F248-89E4-28298F1CBE71}" presName="hierChild4" presStyleCnt="0"/>
      <dgm:spPr/>
    </dgm:pt>
    <dgm:pt modelId="{3A00B347-E53A-6649-87C7-B5B908069B51}" type="pres">
      <dgm:prSet presAssocID="{5816C48D-B1A1-F248-89E4-28298F1CBE71}" presName="hierChild5" presStyleCnt="0"/>
      <dgm:spPr/>
    </dgm:pt>
    <dgm:pt modelId="{33631DC2-DDBD-2945-96F5-D23D17775F71}" type="pres">
      <dgm:prSet presAssocID="{949355AB-82C4-BD4D-A3CB-B7EC5F135626}" presName="hierChild5" presStyleCnt="0"/>
      <dgm:spPr/>
    </dgm:pt>
    <dgm:pt modelId="{D7DC4809-0740-6243-A24B-513084D0D41A}" type="pres">
      <dgm:prSet presAssocID="{201581A0-87CD-A74F-8032-FCB203CA8B2E}" presName="Name37" presStyleLbl="parChTrans1D2" presStyleIdx="6" presStyleCnt="7"/>
      <dgm:spPr/>
      <dgm:t>
        <a:bodyPr/>
        <a:lstStyle/>
        <a:p>
          <a:endParaRPr lang="en-US"/>
        </a:p>
      </dgm:t>
    </dgm:pt>
    <dgm:pt modelId="{AD0C4D1A-8F8B-B940-9799-BB4A5E989712}" type="pres">
      <dgm:prSet presAssocID="{5B5E365B-8B76-6943-BE1D-2390A76E1C81}" presName="hierRoot2" presStyleCnt="0">
        <dgm:presLayoutVars>
          <dgm:hierBranch val="init"/>
        </dgm:presLayoutVars>
      </dgm:prSet>
      <dgm:spPr/>
    </dgm:pt>
    <dgm:pt modelId="{522C6E2A-3BEA-4147-8298-E9148DE1698B}" type="pres">
      <dgm:prSet presAssocID="{5B5E365B-8B76-6943-BE1D-2390A76E1C81}" presName="rootComposite" presStyleCnt="0"/>
      <dgm:spPr/>
    </dgm:pt>
    <dgm:pt modelId="{196B67B6-E542-FC40-8D93-5AABEA422ADB}" type="pres">
      <dgm:prSet presAssocID="{5B5E365B-8B76-6943-BE1D-2390A76E1C81}" presName="rootText" presStyleLbl="node2" presStyleIdx="6" presStyleCnt="7" custScaleX="1340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5DEC9DF-056F-C64D-B0D5-D65CCC2C6DB6}" type="pres">
      <dgm:prSet presAssocID="{5B5E365B-8B76-6943-BE1D-2390A76E1C81}" presName="rootConnector" presStyleLbl="node2" presStyleIdx="6" presStyleCnt="7"/>
      <dgm:spPr/>
      <dgm:t>
        <a:bodyPr/>
        <a:lstStyle/>
        <a:p>
          <a:endParaRPr lang="en-US"/>
        </a:p>
      </dgm:t>
    </dgm:pt>
    <dgm:pt modelId="{E92D40A3-298F-6C4C-93B7-51BC56F94137}" type="pres">
      <dgm:prSet presAssocID="{5B5E365B-8B76-6943-BE1D-2390A76E1C81}" presName="hierChild4" presStyleCnt="0"/>
      <dgm:spPr/>
    </dgm:pt>
    <dgm:pt modelId="{FC8FE1A7-730D-4E4B-9E24-77D848BD2F8D}" type="pres">
      <dgm:prSet presAssocID="{6ACB8A8E-23A0-8948-AD8D-CB1BCA2F1500}" presName="Name37" presStyleLbl="parChTrans1D3" presStyleIdx="20" presStyleCnt="26"/>
      <dgm:spPr/>
      <dgm:t>
        <a:bodyPr/>
        <a:lstStyle/>
        <a:p>
          <a:endParaRPr lang="en-US"/>
        </a:p>
      </dgm:t>
    </dgm:pt>
    <dgm:pt modelId="{C92076D3-6306-A342-8E9A-032D3199AF22}" type="pres">
      <dgm:prSet presAssocID="{2117B0DB-3039-0949-9952-C42B5CA1B5F7}" presName="hierRoot2" presStyleCnt="0">
        <dgm:presLayoutVars>
          <dgm:hierBranch val="init"/>
        </dgm:presLayoutVars>
      </dgm:prSet>
      <dgm:spPr/>
    </dgm:pt>
    <dgm:pt modelId="{1649963F-2AA1-E944-A868-1F7E9E74B4D3}" type="pres">
      <dgm:prSet presAssocID="{2117B0DB-3039-0949-9952-C42B5CA1B5F7}" presName="rootComposite" presStyleCnt="0"/>
      <dgm:spPr/>
    </dgm:pt>
    <dgm:pt modelId="{26DA4673-9460-244A-A4F4-04D7D775FC34}" type="pres">
      <dgm:prSet presAssocID="{2117B0DB-3039-0949-9952-C42B5CA1B5F7}" presName="rootText" presStyleLbl="node3" presStyleIdx="20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A29D79-1238-714F-A26C-080155E3FCC3}" type="pres">
      <dgm:prSet presAssocID="{2117B0DB-3039-0949-9952-C42B5CA1B5F7}" presName="rootConnector" presStyleLbl="node3" presStyleIdx="20" presStyleCnt="26"/>
      <dgm:spPr/>
      <dgm:t>
        <a:bodyPr/>
        <a:lstStyle/>
        <a:p>
          <a:endParaRPr lang="en-US"/>
        </a:p>
      </dgm:t>
    </dgm:pt>
    <dgm:pt modelId="{8E0B1CB7-9692-7143-8E9E-017404966368}" type="pres">
      <dgm:prSet presAssocID="{2117B0DB-3039-0949-9952-C42B5CA1B5F7}" presName="hierChild4" presStyleCnt="0"/>
      <dgm:spPr/>
    </dgm:pt>
    <dgm:pt modelId="{9FE750D6-C2BD-0940-B488-B43FE2B239B3}" type="pres">
      <dgm:prSet presAssocID="{2117B0DB-3039-0949-9952-C42B5CA1B5F7}" presName="hierChild5" presStyleCnt="0"/>
      <dgm:spPr/>
    </dgm:pt>
    <dgm:pt modelId="{AA1F4463-B825-2442-9A5E-21C90D79F8A8}" type="pres">
      <dgm:prSet presAssocID="{F148D6E0-CCE0-AD49-A6AB-01491CED10A2}" presName="Name37" presStyleLbl="parChTrans1D3" presStyleIdx="21" presStyleCnt="26"/>
      <dgm:spPr/>
      <dgm:t>
        <a:bodyPr/>
        <a:lstStyle/>
        <a:p>
          <a:endParaRPr lang="en-US"/>
        </a:p>
      </dgm:t>
    </dgm:pt>
    <dgm:pt modelId="{E9155C28-04A6-5249-948E-67B4FFEC50B3}" type="pres">
      <dgm:prSet presAssocID="{A20E1016-0818-5A4B-989F-BB0F7466B13C}" presName="hierRoot2" presStyleCnt="0">
        <dgm:presLayoutVars>
          <dgm:hierBranch val="init"/>
        </dgm:presLayoutVars>
      </dgm:prSet>
      <dgm:spPr/>
    </dgm:pt>
    <dgm:pt modelId="{62F73909-7C53-2F47-A001-5590A33AD032}" type="pres">
      <dgm:prSet presAssocID="{A20E1016-0818-5A4B-989F-BB0F7466B13C}" presName="rootComposite" presStyleCnt="0"/>
      <dgm:spPr/>
    </dgm:pt>
    <dgm:pt modelId="{70289B6C-E73B-4747-A682-68802C498960}" type="pres">
      <dgm:prSet presAssocID="{A20E1016-0818-5A4B-989F-BB0F7466B13C}" presName="rootText" presStyleLbl="node3" presStyleIdx="21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75F071-159F-4F42-85C2-C77F99C5CF53}" type="pres">
      <dgm:prSet presAssocID="{A20E1016-0818-5A4B-989F-BB0F7466B13C}" presName="rootConnector" presStyleLbl="node3" presStyleIdx="21" presStyleCnt="26"/>
      <dgm:spPr/>
      <dgm:t>
        <a:bodyPr/>
        <a:lstStyle/>
        <a:p>
          <a:endParaRPr lang="en-US"/>
        </a:p>
      </dgm:t>
    </dgm:pt>
    <dgm:pt modelId="{D8C256EB-0C9E-4049-A8F4-C98D6C1D4104}" type="pres">
      <dgm:prSet presAssocID="{A20E1016-0818-5A4B-989F-BB0F7466B13C}" presName="hierChild4" presStyleCnt="0"/>
      <dgm:spPr/>
    </dgm:pt>
    <dgm:pt modelId="{357D2FC2-7AEA-A446-B413-4884FFD79DC8}" type="pres">
      <dgm:prSet presAssocID="{A20E1016-0818-5A4B-989F-BB0F7466B13C}" presName="hierChild5" presStyleCnt="0"/>
      <dgm:spPr/>
    </dgm:pt>
    <dgm:pt modelId="{DF6FDA72-E17B-9C4E-841C-17410E38822A}" type="pres">
      <dgm:prSet presAssocID="{84C214B8-64F5-AB41-86ED-C7328CAFD0ED}" presName="Name37" presStyleLbl="parChTrans1D3" presStyleIdx="22" presStyleCnt="26"/>
      <dgm:spPr/>
      <dgm:t>
        <a:bodyPr/>
        <a:lstStyle/>
        <a:p>
          <a:endParaRPr lang="en-US"/>
        </a:p>
      </dgm:t>
    </dgm:pt>
    <dgm:pt modelId="{EDF94647-CCD1-5448-A72B-A392AC2160F5}" type="pres">
      <dgm:prSet presAssocID="{0675A828-34A7-C245-ADF9-26078E0E83BB}" presName="hierRoot2" presStyleCnt="0">
        <dgm:presLayoutVars>
          <dgm:hierBranch val="init"/>
        </dgm:presLayoutVars>
      </dgm:prSet>
      <dgm:spPr/>
    </dgm:pt>
    <dgm:pt modelId="{2622401E-FC45-4941-BCE4-EE6B5D461ED0}" type="pres">
      <dgm:prSet presAssocID="{0675A828-34A7-C245-ADF9-26078E0E83BB}" presName="rootComposite" presStyleCnt="0"/>
      <dgm:spPr/>
    </dgm:pt>
    <dgm:pt modelId="{988999AC-1577-7645-A540-5003B6C7E2E4}" type="pres">
      <dgm:prSet presAssocID="{0675A828-34A7-C245-ADF9-26078E0E83BB}" presName="rootText" presStyleLbl="node3" presStyleIdx="22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F54E15-7DD2-6A4B-80FA-598DCE850311}" type="pres">
      <dgm:prSet presAssocID="{0675A828-34A7-C245-ADF9-26078E0E83BB}" presName="rootConnector" presStyleLbl="node3" presStyleIdx="22" presStyleCnt="26"/>
      <dgm:spPr/>
      <dgm:t>
        <a:bodyPr/>
        <a:lstStyle/>
        <a:p>
          <a:endParaRPr lang="en-US"/>
        </a:p>
      </dgm:t>
    </dgm:pt>
    <dgm:pt modelId="{5DC4EA4B-9EC6-844F-AA91-57975FC0E67A}" type="pres">
      <dgm:prSet presAssocID="{0675A828-34A7-C245-ADF9-26078E0E83BB}" presName="hierChild4" presStyleCnt="0"/>
      <dgm:spPr/>
    </dgm:pt>
    <dgm:pt modelId="{B96A7558-E4A8-F449-8066-3CDBD2A89121}" type="pres">
      <dgm:prSet presAssocID="{0675A828-34A7-C245-ADF9-26078E0E83BB}" presName="hierChild5" presStyleCnt="0"/>
      <dgm:spPr/>
    </dgm:pt>
    <dgm:pt modelId="{B4912C7C-EE71-7A48-A03E-2929082B5FD3}" type="pres">
      <dgm:prSet presAssocID="{90422015-3415-A542-BEC5-4C756A5D56C7}" presName="Name37" presStyleLbl="parChTrans1D3" presStyleIdx="23" presStyleCnt="26"/>
      <dgm:spPr/>
      <dgm:t>
        <a:bodyPr/>
        <a:lstStyle/>
        <a:p>
          <a:endParaRPr lang="en-US"/>
        </a:p>
      </dgm:t>
    </dgm:pt>
    <dgm:pt modelId="{F4FC0F88-CD22-B245-B90F-9571E2B6C86C}" type="pres">
      <dgm:prSet presAssocID="{682F4649-B43A-EB45-8843-CD343D5AA3AA}" presName="hierRoot2" presStyleCnt="0">
        <dgm:presLayoutVars>
          <dgm:hierBranch val="init"/>
        </dgm:presLayoutVars>
      </dgm:prSet>
      <dgm:spPr/>
    </dgm:pt>
    <dgm:pt modelId="{B3DD6CC9-67A5-4A42-9213-1ADCD89A37B2}" type="pres">
      <dgm:prSet presAssocID="{682F4649-B43A-EB45-8843-CD343D5AA3AA}" presName="rootComposite" presStyleCnt="0"/>
      <dgm:spPr/>
    </dgm:pt>
    <dgm:pt modelId="{E3581FAA-4786-EC40-A556-AB32C161EE74}" type="pres">
      <dgm:prSet presAssocID="{682F4649-B43A-EB45-8843-CD343D5AA3AA}" presName="rootText" presStyleLbl="node3" presStyleIdx="23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028368C-DB9E-9E4E-8069-D6285A73EEA5}" type="pres">
      <dgm:prSet presAssocID="{682F4649-B43A-EB45-8843-CD343D5AA3AA}" presName="rootConnector" presStyleLbl="node3" presStyleIdx="23" presStyleCnt="26"/>
      <dgm:spPr/>
      <dgm:t>
        <a:bodyPr/>
        <a:lstStyle/>
        <a:p>
          <a:endParaRPr lang="en-US"/>
        </a:p>
      </dgm:t>
    </dgm:pt>
    <dgm:pt modelId="{49C59F85-122E-5342-83AB-9474CF63AA0A}" type="pres">
      <dgm:prSet presAssocID="{682F4649-B43A-EB45-8843-CD343D5AA3AA}" presName="hierChild4" presStyleCnt="0"/>
      <dgm:spPr/>
    </dgm:pt>
    <dgm:pt modelId="{F18CA9E5-82FB-3F44-A0FB-B8DCE30E944C}" type="pres">
      <dgm:prSet presAssocID="{682F4649-B43A-EB45-8843-CD343D5AA3AA}" presName="hierChild5" presStyleCnt="0"/>
      <dgm:spPr/>
    </dgm:pt>
    <dgm:pt modelId="{CB1E4A38-F164-DE49-9A24-E8AEA74D079F}" type="pres">
      <dgm:prSet presAssocID="{EE5777F7-120A-9A47-8AFD-93F93C054765}" presName="Name37" presStyleLbl="parChTrans1D3" presStyleIdx="24" presStyleCnt="26"/>
      <dgm:spPr/>
      <dgm:t>
        <a:bodyPr/>
        <a:lstStyle/>
        <a:p>
          <a:endParaRPr lang="en-US"/>
        </a:p>
      </dgm:t>
    </dgm:pt>
    <dgm:pt modelId="{72F99C3F-79AD-F34A-BFE4-FD5C25E0166C}" type="pres">
      <dgm:prSet presAssocID="{07401371-954A-7243-8F6F-0FF9A28E2F10}" presName="hierRoot2" presStyleCnt="0">
        <dgm:presLayoutVars>
          <dgm:hierBranch val="init"/>
        </dgm:presLayoutVars>
      </dgm:prSet>
      <dgm:spPr/>
    </dgm:pt>
    <dgm:pt modelId="{65EB8E1E-5F39-CD42-A8FF-35C74AB44DE8}" type="pres">
      <dgm:prSet presAssocID="{07401371-954A-7243-8F6F-0FF9A28E2F10}" presName="rootComposite" presStyleCnt="0"/>
      <dgm:spPr/>
    </dgm:pt>
    <dgm:pt modelId="{7386A543-ED7D-3B46-9BBD-7213135DBA32}" type="pres">
      <dgm:prSet presAssocID="{07401371-954A-7243-8F6F-0FF9A28E2F10}" presName="rootText" presStyleLbl="node3" presStyleIdx="24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244279C-3AE4-3444-80A5-80CCBEE141BA}" type="pres">
      <dgm:prSet presAssocID="{07401371-954A-7243-8F6F-0FF9A28E2F10}" presName="rootConnector" presStyleLbl="node3" presStyleIdx="24" presStyleCnt="26"/>
      <dgm:spPr/>
      <dgm:t>
        <a:bodyPr/>
        <a:lstStyle/>
        <a:p>
          <a:endParaRPr lang="en-US"/>
        </a:p>
      </dgm:t>
    </dgm:pt>
    <dgm:pt modelId="{6EE16673-2F64-9C46-8F3A-34BE9F672E59}" type="pres">
      <dgm:prSet presAssocID="{07401371-954A-7243-8F6F-0FF9A28E2F10}" presName="hierChild4" presStyleCnt="0"/>
      <dgm:spPr/>
    </dgm:pt>
    <dgm:pt modelId="{CF14A99E-6A71-6844-8F30-8E2298CCB806}" type="pres">
      <dgm:prSet presAssocID="{07401371-954A-7243-8F6F-0FF9A28E2F10}" presName="hierChild5" presStyleCnt="0"/>
      <dgm:spPr/>
    </dgm:pt>
    <dgm:pt modelId="{A0876863-FF66-454E-BC6F-CF72C24BE8A8}" type="pres">
      <dgm:prSet presAssocID="{579BC5B2-8A7A-A247-B167-AA51A89AB4B6}" presName="Name37" presStyleLbl="parChTrans1D3" presStyleIdx="25" presStyleCnt="26"/>
      <dgm:spPr/>
      <dgm:t>
        <a:bodyPr/>
        <a:lstStyle/>
        <a:p>
          <a:endParaRPr lang="en-US"/>
        </a:p>
      </dgm:t>
    </dgm:pt>
    <dgm:pt modelId="{E672742B-141E-2C4D-A5C1-ACC8D008FC86}" type="pres">
      <dgm:prSet presAssocID="{D3B9232F-A283-6241-A9E7-6013A9284319}" presName="hierRoot2" presStyleCnt="0">
        <dgm:presLayoutVars>
          <dgm:hierBranch val="init"/>
        </dgm:presLayoutVars>
      </dgm:prSet>
      <dgm:spPr/>
    </dgm:pt>
    <dgm:pt modelId="{486686C7-BB86-CB4F-9D98-C0375D75114B}" type="pres">
      <dgm:prSet presAssocID="{D3B9232F-A283-6241-A9E7-6013A9284319}" presName="rootComposite" presStyleCnt="0"/>
      <dgm:spPr/>
    </dgm:pt>
    <dgm:pt modelId="{2C69A4F5-3D75-074F-B179-8926CF1F93E3}" type="pres">
      <dgm:prSet presAssocID="{D3B9232F-A283-6241-A9E7-6013A9284319}" presName="rootText" presStyleLbl="node3" presStyleIdx="25" presStyleCnt="2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6500734-A908-B849-9688-A7479311AD6C}" type="pres">
      <dgm:prSet presAssocID="{D3B9232F-A283-6241-A9E7-6013A9284319}" presName="rootConnector" presStyleLbl="node3" presStyleIdx="25" presStyleCnt="26"/>
      <dgm:spPr/>
      <dgm:t>
        <a:bodyPr/>
        <a:lstStyle/>
        <a:p>
          <a:endParaRPr lang="en-US"/>
        </a:p>
      </dgm:t>
    </dgm:pt>
    <dgm:pt modelId="{1C792D8E-A221-C34F-9DE5-FDD6AE580543}" type="pres">
      <dgm:prSet presAssocID="{D3B9232F-A283-6241-A9E7-6013A9284319}" presName="hierChild4" presStyleCnt="0"/>
      <dgm:spPr/>
    </dgm:pt>
    <dgm:pt modelId="{4B34ABFE-D290-DF41-83EB-68AB51D68A77}" type="pres">
      <dgm:prSet presAssocID="{D3B9232F-A283-6241-A9E7-6013A9284319}" presName="hierChild5" presStyleCnt="0"/>
      <dgm:spPr/>
    </dgm:pt>
    <dgm:pt modelId="{A79CC494-D245-5A46-A747-E1E1C1599592}" type="pres">
      <dgm:prSet presAssocID="{5B5E365B-8B76-6943-BE1D-2390A76E1C81}" presName="hierChild5" presStyleCnt="0"/>
      <dgm:spPr/>
    </dgm:pt>
    <dgm:pt modelId="{783CF786-0274-4A47-B552-2DA36325B44B}" type="pres">
      <dgm:prSet presAssocID="{4B6E7DB6-D8C9-2D44-991C-499777B7E9FD}" presName="hierChild3" presStyleCnt="0"/>
      <dgm:spPr/>
    </dgm:pt>
  </dgm:ptLst>
  <dgm:cxnLst>
    <dgm:cxn modelId="{3B3E3140-1862-DD4A-8BAB-523AC98F2461}" type="presOf" srcId="{2BB7446F-1DBD-5249-B4AB-814C236D87B3}" destId="{AC79CAD6-6B66-5046-BBA9-9165CA755A89}" srcOrd="1" destOrd="0" presId="urn:microsoft.com/office/officeart/2005/8/layout/orgChart1"/>
    <dgm:cxn modelId="{64E77048-67D8-B342-A22F-8D2E6E14BE7E}" srcId="{D37C2303-BDFD-054B-A0D2-A56535619895}" destId="{43B8486B-3DE7-A147-8D0B-D06EBB32097C}" srcOrd="4" destOrd="0" parTransId="{58066C04-7A3A-984E-93B9-0476E111A1EF}" sibTransId="{165BA29E-F01D-644B-BD17-AFA83DF31E06}"/>
    <dgm:cxn modelId="{262AB2B7-0C6E-3640-822E-9DA367EE0C0C}" type="presOf" srcId="{E26B5D04-A8C4-0E43-8725-9AC26FC8106A}" destId="{7FB4D9B7-AFF5-984A-8F5D-599246580C3B}" srcOrd="1" destOrd="0" presId="urn:microsoft.com/office/officeart/2005/8/layout/orgChart1"/>
    <dgm:cxn modelId="{1542CB24-B5F6-674F-89E9-DE928AD2BF84}" type="presOf" srcId="{90422015-3415-A542-BEC5-4C756A5D56C7}" destId="{B4912C7C-EE71-7A48-A03E-2929082B5FD3}" srcOrd="0" destOrd="0" presId="urn:microsoft.com/office/officeart/2005/8/layout/orgChart1"/>
    <dgm:cxn modelId="{162787D6-0580-F642-B30A-52604C061906}" type="presOf" srcId="{7C00315B-18A0-5E47-8E21-13547AE38F72}" destId="{9528FA73-53F4-A44F-AAC2-9B6FF54BB2F5}" srcOrd="0" destOrd="0" presId="urn:microsoft.com/office/officeart/2005/8/layout/orgChart1"/>
    <dgm:cxn modelId="{33AC5F78-8246-6245-B656-74A26EC43E73}" type="presOf" srcId="{3F64B090-4763-9049-8E3C-7A971CCA86E6}" destId="{33D7432A-999A-5C4F-9F7B-C79521313712}" srcOrd="1" destOrd="0" presId="urn:microsoft.com/office/officeart/2005/8/layout/orgChart1"/>
    <dgm:cxn modelId="{07EA1316-458F-E046-AE81-91F9F3812C2B}" type="presOf" srcId="{9480323E-D9E7-0442-A175-3FB192087981}" destId="{6FCCE011-204D-DB4A-BA0D-A9871CF6C315}" srcOrd="0" destOrd="0" presId="urn:microsoft.com/office/officeart/2005/8/layout/orgChart1"/>
    <dgm:cxn modelId="{FA107AE5-9108-4649-919A-FF08E25D1822}" type="presOf" srcId="{B6D155FB-D3C8-CD4F-A595-61E48F2CC387}" destId="{C8E3FA19-10BF-D146-8E89-315A62363B37}" srcOrd="1" destOrd="0" presId="urn:microsoft.com/office/officeart/2005/8/layout/orgChart1"/>
    <dgm:cxn modelId="{FCB5D412-4E38-B649-BF1D-0ECFF0460767}" type="presOf" srcId="{1367AAA0-F510-FC49-914B-D0A0A3E99551}" destId="{A4D60CBF-226B-4849-9E00-8362D3437B34}" srcOrd="0" destOrd="0" presId="urn:microsoft.com/office/officeart/2005/8/layout/orgChart1"/>
    <dgm:cxn modelId="{114D2C86-C081-8F4C-A76F-3F580FFD5CC2}" type="presOf" srcId="{FF1965D2-351E-9E41-9546-CF5C4BC95A6D}" destId="{463638A3-C894-5B41-8838-BA69B9A51C79}" srcOrd="1" destOrd="0" presId="urn:microsoft.com/office/officeart/2005/8/layout/orgChart1"/>
    <dgm:cxn modelId="{F592F2E3-F052-294B-813F-C86FA4FFAC12}" type="presOf" srcId="{191960A9-5320-CB47-B40C-03D81062D2C3}" destId="{AD464B64-4F64-BD43-92A7-EFBB295B3B2D}" srcOrd="0" destOrd="0" presId="urn:microsoft.com/office/officeart/2005/8/layout/orgChart1"/>
    <dgm:cxn modelId="{E3049201-02C7-704C-91BD-199D28B70C53}" srcId="{4B6E7DB6-D8C9-2D44-991C-499777B7E9FD}" destId="{3B2AA868-5F61-4044-B2D6-6E08F1B81F99}" srcOrd="2" destOrd="0" parTransId="{050F695C-D34B-5243-B29F-E60EBBF0ECA5}" sibTransId="{811BDC61-2160-6E4D-9BA5-F73FDEF22053}"/>
    <dgm:cxn modelId="{0220882C-CDEB-D449-AEBC-2B8A5A3A147D}" type="presOf" srcId="{99D8EEFC-A385-2248-A9DC-A789B4D26C02}" destId="{D182995D-ECE7-3946-991A-296BE73A5CD4}" srcOrd="0" destOrd="0" presId="urn:microsoft.com/office/officeart/2005/8/layout/orgChart1"/>
    <dgm:cxn modelId="{4D77694A-811C-DA4B-ABAD-E0A33C0242BC}" type="presOf" srcId="{43C93368-169A-9C41-A02B-A35B5319D182}" destId="{BC2C5E96-DF78-A745-9762-1C97C0DD71FC}" srcOrd="1" destOrd="0" presId="urn:microsoft.com/office/officeart/2005/8/layout/orgChart1"/>
    <dgm:cxn modelId="{69C4FBE3-03EC-8E46-B302-E0FA2945247F}" type="presOf" srcId="{0FF3CA57-28A6-4047-8009-CF2545E01C1E}" destId="{51788DF1-E0C2-6444-AE20-CB163D80BB0C}" srcOrd="0" destOrd="0" presId="urn:microsoft.com/office/officeart/2005/8/layout/orgChart1"/>
    <dgm:cxn modelId="{7C54FABF-E058-8845-B6F5-865625905859}" type="presOf" srcId="{E01EDB7F-3B4A-8D41-8503-585C7EAC8F10}" destId="{BD4D75DD-E8F1-FE45-8130-3EB203E277D0}" srcOrd="0" destOrd="0" presId="urn:microsoft.com/office/officeart/2005/8/layout/orgChart1"/>
    <dgm:cxn modelId="{45E51025-065E-854A-B50F-88900F037E3E}" type="presOf" srcId="{B52EF74F-3287-8540-8BED-4C914917D114}" destId="{272B0611-D066-5E43-AF67-4925F9096A3F}" srcOrd="0" destOrd="0" presId="urn:microsoft.com/office/officeart/2005/8/layout/orgChart1"/>
    <dgm:cxn modelId="{09C1533F-3437-9C40-87FE-4276ACBF7914}" srcId="{D37C2303-BDFD-054B-A0D2-A56535619895}" destId="{5DC1A23D-8D26-7741-85DD-61A101C81F96}" srcOrd="3" destOrd="0" parTransId="{88F7A2B5-1814-DC40-9E9A-2D63F11E6200}" sibTransId="{4F0CEB09-4784-BF4E-9DD8-ADAFF15A0F01}"/>
    <dgm:cxn modelId="{2838DE00-1580-A64D-AF8A-3A73F88130EE}" srcId="{0C84A5DF-0A79-E045-B28A-0D16FA948E5D}" destId="{F15E1910-E399-244E-AAC1-2A99251B532F}" srcOrd="2" destOrd="0" parTransId="{1367AAA0-F510-FC49-914B-D0A0A3E99551}" sibTransId="{737B9FBE-1D2A-1B4C-B2E4-933FD056D8BA}"/>
    <dgm:cxn modelId="{EBE8773F-5630-A24C-8D6B-AD1A5AF5BC33}" type="presOf" srcId="{2117B0DB-3039-0949-9952-C42B5CA1B5F7}" destId="{26DA4673-9460-244A-A4F4-04D7D775FC34}" srcOrd="0" destOrd="0" presId="urn:microsoft.com/office/officeart/2005/8/layout/orgChart1"/>
    <dgm:cxn modelId="{EF3727B2-BFD6-1544-A784-390D61BC11B1}" type="presOf" srcId="{D37C2303-BDFD-054B-A0D2-A56535619895}" destId="{8442B38C-3951-A64E-9389-B97DE0C53AF0}" srcOrd="0" destOrd="0" presId="urn:microsoft.com/office/officeart/2005/8/layout/orgChart1"/>
    <dgm:cxn modelId="{F16DA41E-1A21-534B-B837-16D0486D0735}" type="presOf" srcId="{F770FBDB-9F88-2947-8A46-498BB39F5B1A}" destId="{58B897A7-7F08-1D42-A2F0-BFFA38E6018E}" srcOrd="0" destOrd="0" presId="urn:microsoft.com/office/officeart/2005/8/layout/orgChart1"/>
    <dgm:cxn modelId="{545B5D9A-E6A4-1E45-B17C-B16E5674671F}" type="presOf" srcId="{A2E509F9-CDA9-6044-B440-C6EF8EA404D7}" destId="{674405F1-3727-9D45-866E-7B5DC26D370F}" srcOrd="0" destOrd="0" presId="urn:microsoft.com/office/officeart/2005/8/layout/orgChart1"/>
    <dgm:cxn modelId="{3C6CCD65-179D-F44F-B20F-E8C664F624E5}" type="presOf" srcId="{C28F69F4-496C-F649-9197-35011721F4C5}" destId="{AE3EBE11-6148-1E4E-8C86-B59B0F39C5A7}" srcOrd="0" destOrd="0" presId="urn:microsoft.com/office/officeart/2005/8/layout/orgChart1"/>
    <dgm:cxn modelId="{8396FCED-C725-4044-A6D0-6F3B4C1C7FF4}" srcId="{3B2AA868-5F61-4044-B2D6-6E08F1B81F99}" destId="{0A018E93-5F90-154D-BA9F-8D8BCB5BC673}" srcOrd="4" destOrd="0" parTransId="{050312BC-8184-8E4F-B198-9E38D3E70B2B}" sibTransId="{B2684AE8-F246-B740-9E67-0E6053FD84A2}"/>
    <dgm:cxn modelId="{C523D1FC-F170-1047-8EC3-9BC9CF2C4975}" type="presOf" srcId="{285B60C2-FF7E-1846-A59A-1E63B4D6D2E9}" destId="{DF4F347C-BD56-E74D-AEF7-18BD21E50262}" srcOrd="1" destOrd="0" presId="urn:microsoft.com/office/officeart/2005/8/layout/orgChart1"/>
    <dgm:cxn modelId="{9BF83530-74F6-BC41-9AC2-45BB097C1678}" type="presOf" srcId="{86229BAB-F609-CD4F-81DD-663C204E5F4D}" destId="{4BB6F4B0-E472-4A48-B1E7-AB09E4077741}" srcOrd="0" destOrd="0" presId="urn:microsoft.com/office/officeart/2005/8/layout/orgChart1"/>
    <dgm:cxn modelId="{A34FCC2C-7793-C041-85DA-1002232EEB0B}" srcId="{5B5E365B-8B76-6943-BE1D-2390A76E1C81}" destId="{682F4649-B43A-EB45-8843-CD343D5AA3AA}" srcOrd="3" destOrd="0" parTransId="{90422015-3415-A542-BEC5-4C756A5D56C7}" sibTransId="{F81FFC54-61CC-4847-ADEE-756B3890E322}"/>
    <dgm:cxn modelId="{2AF4E2CB-3DEE-7C43-B9B2-D071489DFF69}" srcId="{E26B5D04-A8C4-0E43-8725-9AC26FC8106A}" destId="{F1E454DE-5948-6343-B232-38C08C28771D}" srcOrd="5" destOrd="0" parTransId="{2F58BBC8-FFE9-6645-AAD6-7EE99C10E7F9}" sibTransId="{EAF6B03A-8B02-7843-9287-49BB9686E20C}"/>
    <dgm:cxn modelId="{13C34937-E0DA-8E42-B3A4-C2A7DFD07EF7}" type="presOf" srcId="{2BB7446F-1DBD-5249-B4AB-814C236D87B3}" destId="{F51B4A7C-59A0-0441-871A-6A6377BA660C}" srcOrd="0" destOrd="0" presId="urn:microsoft.com/office/officeart/2005/8/layout/orgChart1"/>
    <dgm:cxn modelId="{DD1FE159-EFA4-AD4F-8C06-9FD0E07A0014}" type="presOf" srcId="{4B2CDB21-075A-AC42-83AC-38D887767137}" destId="{93A05994-FC86-8744-8205-FBB153397CFE}" srcOrd="0" destOrd="0" presId="urn:microsoft.com/office/officeart/2005/8/layout/orgChart1"/>
    <dgm:cxn modelId="{8595F337-C349-E148-B2F4-545366359FCE}" type="presOf" srcId="{D6D12B51-6EEC-FC4D-8728-101AE2A32EB6}" destId="{85318E5E-F108-4D48-8F8D-2BAF2F66EACC}" srcOrd="0" destOrd="0" presId="urn:microsoft.com/office/officeart/2005/8/layout/orgChart1"/>
    <dgm:cxn modelId="{0BD4AC08-9070-EF48-8305-6DDFF5446C0B}" srcId="{4B6E7DB6-D8C9-2D44-991C-499777B7E9FD}" destId="{949355AB-82C4-BD4D-A3CB-B7EC5F135626}" srcOrd="5" destOrd="0" parTransId="{B2596069-9906-8F46-97C6-2DA16CD596DA}" sibTransId="{980BA4D9-C95B-5446-AA2A-C83A2843A0FA}"/>
    <dgm:cxn modelId="{5E9E5DED-D476-284A-BD7F-AC53F23570AE}" type="presOf" srcId="{2F2D341D-516E-6B4C-BEDB-71C176C32394}" destId="{FE4B1400-6D1C-9F44-BB3B-CD18004791B6}" srcOrd="1" destOrd="0" presId="urn:microsoft.com/office/officeart/2005/8/layout/orgChart1"/>
    <dgm:cxn modelId="{84D65FEA-E15C-5547-811B-B9A9E761C05D}" type="presOf" srcId="{15B14A5C-1195-B44B-9DD0-50AAB284CCB0}" destId="{0D4BF955-D41B-C941-BCF6-485931466277}" srcOrd="0" destOrd="0" presId="urn:microsoft.com/office/officeart/2005/8/layout/orgChart1"/>
    <dgm:cxn modelId="{489D51CF-517D-7848-A130-F80A6CED1750}" srcId="{488F1AAD-51D3-8E49-B5BC-3DC257BDC75C}" destId="{827A0B17-A6BC-FC43-BE09-7F8E1F407813}" srcOrd="2" destOrd="0" parTransId="{195D9EE4-1978-A74A-827B-DD1913541AA9}" sibTransId="{C9BC6A63-BB87-2D4C-ADB8-5985863B2A1D}"/>
    <dgm:cxn modelId="{49B48F10-1A2F-6A40-A4B6-796AE12694CD}" type="presOf" srcId="{F15E1910-E399-244E-AAC1-2A99251B532F}" destId="{874D63C8-40A4-6145-8FA5-1EC8ED561FD3}" srcOrd="1" destOrd="0" presId="urn:microsoft.com/office/officeart/2005/8/layout/orgChart1"/>
    <dgm:cxn modelId="{63E2091E-64C3-0642-96A8-FE6BCDC1D98A}" type="presOf" srcId="{5285725B-A94E-294F-858E-E0A7AA7B7F34}" destId="{0C8CAFD4-3D03-DA4B-BF6C-F2B5AC8FAB10}" srcOrd="0" destOrd="0" presId="urn:microsoft.com/office/officeart/2005/8/layout/orgChart1"/>
    <dgm:cxn modelId="{C0B03DAA-F1E4-A748-BF6C-D070B6B6E01C}" type="presOf" srcId="{454DD4D2-8DFE-E840-AF89-1D4E90F1DF14}" destId="{142332B1-D5BE-D143-B86E-8E529FC9D393}" srcOrd="0" destOrd="0" presId="urn:microsoft.com/office/officeart/2005/8/layout/orgChart1"/>
    <dgm:cxn modelId="{B436B133-F474-DB4A-9A48-36C338AE937F}" type="presOf" srcId="{26A51DA6-7DBC-8345-9C2D-452230929AE3}" destId="{D1D3EECE-C6A3-004C-85CC-927C5E8E4908}" srcOrd="0" destOrd="0" presId="urn:microsoft.com/office/officeart/2005/8/layout/orgChart1"/>
    <dgm:cxn modelId="{9EE0A24C-7406-D64D-93F9-506393B4144F}" srcId="{E26B5D04-A8C4-0E43-8725-9AC26FC8106A}" destId="{9B954E5F-E15F-0942-B324-09E5BD4044B7}" srcOrd="3" destOrd="0" parTransId="{8AB091F7-4F81-2946-A090-E174D6CAA6FC}" sibTransId="{80767E26-32C4-0245-9011-3C3B3C82CDCE}"/>
    <dgm:cxn modelId="{77B7FAAD-22A2-9143-9B1B-C006E395EA4C}" type="presOf" srcId="{4B6E7DB6-D8C9-2D44-991C-499777B7E9FD}" destId="{87647BFD-C5C8-CF45-9478-84002CD34575}" srcOrd="0" destOrd="0" presId="urn:microsoft.com/office/officeart/2005/8/layout/orgChart1"/>
    <dgm:cxn modelId="{F1CF858C-8421-FF4C-AA0F-312E16C5CE7F}" srcId="{700D429B-3663-2547-935A-60042F3A6A87}" destId="{5D8F26AC-5430-B146-AC42-6A6475EE6B11}" srcOrd="1" destOrd="0" parTransId="{E9FF823E-1C67-D84F-A195-9F4DEAEB79AA}" sibTransId="{13002E3B-EF00-7E4D-9A29-3FAA61625968}"/>
    <dgm:cxn modelId="{1CD052FC-78E6-3547-BC13-73EAFB655DA2}" type="presOf" srcId="{7B4B5460-2DFC-6E40-AE48-4844B25F7014}" destId="{8C0682A0-AD56-8A45-972C-71E08BF436E6}" srcOrd="1" destOrd="0" presId="urn:microsoft.com/office/officeart/2005/8/layout/orgChart1"/>
    <dgm:cxn modelId="{D8F2452A-A8E8-8048-B636-4F6C1F33A110}" type="presOf" srcId="{0CED4126-6773-5145-A509-1C405A3E5597}" destId="{5EB7112F-0C53-3F4F-AC1E-7B3B13EB3110}" srcOrd="0" destOrd="0" presId="urn:microsoft.com/office/officeart/2005/8/layout/orgChart1"/>
    <dgm:cxn modelId="{CAF2B29D-D487-CD4D-B797-5A5CA827D893}" type="presOf" srcId="{3FAC7A56-6CCC-6A4B-A9C3-D90C2E2220BF}" destId="{5A33A56B-C853-5E43-9F59-F408A6998706}" srcOrd="1" destOrd="0" presId="urn:microsoft.com/office/officeart/2005/8/layout/orgChart1"/>
    <dgm:cxn modelId="{3502D5DF-3262-1B49-A4FF-8B88DF000F14}" type="presOf" srcId="{734148EB-48BC-9B40-902A-6DBAFA377E93}" destId="{F8CE596C-A6CB-4D43-BCF4-47427E7D311D}" srcOrd="0" destOrd="0" presId="urn:microsoft.com/office/officeart/2005/8/layout/orgChart1"/>
    <dgm:cxn modelId="{6186F2D6-6940-224C-BFC4-B3A5702811A1}" srcId="{4A5FED70-8BCE-334B-B293-A35849F0EE18}" destId="{78C69A6D-3973-D846-9D8B-6B44722E285E}" srcOrd="0" destOrd="0" parTransId="{1A86EB12-46A3-0B49-B916-9D19196EDE2A}" sibTransId="{8C30FAD0-AD90-A246-A248-27B1C5EB5C3B}"/>
    <dgm:cxn modelId="{144BE5EC-F3C6-4143-8E59-8661D5B8D470}" type="presOf" srcId="{37EEC22D-3772-C745-B1A7-CE41A28ACE3B}" destId="{0729F603-F729-F140-A2E4-6B3DA3FFC8A9}" srcOrd="0" destOrd="0" presId="urn:microsoft.com/office/officeart/2005/8/layout/orgChart1"/>
    <dgm:cxn modelId="{74DFFD35-6225-374F-8761-5FDE27A1D96D}" type="presOf" srcId="{4047D058-2E39-DC48-8CF7-57CB0BC3FC37}" destId="{2383877B-F16A-644E-AC43-F0D0C668F3C6}" srcOrd="0" destOrd="0" presId="urn:microsoft.com/office/officeart/2005/8/layout/orgChart1"/>
    <dgm:cxn modelId="{0639534A-5D1A-8247-AB24-6D65D3B35927}" type="presOf" srcId="{0A018E93-5F90-154D-BA9F-8D8BCB5BC673}" destId="{A8C96DFE-AD73-854C-9E10-7A50D7E847D6}" srcOrd="0" destOrd="0" presId="urn:microsoft.com/office/officeart/2005/8/layout/orgChart1"/>
    <dgm:cxn modelId="{D00A6D0B-5BD1-CC4D-B0BF-D0C6938E44A4}" type="presOf" srcId="{FD1BDB38-810B-AD45-B7C8-2043D8F05538}" destId="{59DBF626-2010-7C4F-B35A-40662EBD37CF}" srcOrd="0" destOrd="0" presId="urn:microsoft.com/office/officeart/2005/8/layout/orgChart1"/>
    <dgm:cxn modelId="{5194C2B5-3101-754D-9BFB-F2D51FAFBF5A}" type="presOf" srcId="{9B954E5F-E15F-0942-B324-09E5BD4044B7}" destId="{7D393488-E3BF-2E45-8478-81870D7194E4}" srcOrd="1" destOrd="0" presId="urn:microsoft.com/office/officeart/2005/8/layout/orgChart1"/>
    <dgm:cxn modelId="{8D39930E-61B0-1B4D-AE35-FD915FDEFA76}" type="presOf" srcId="{0A018E93-5F90-154D-BA9F-8D8BCB5BC673}" destId="{34FA1A6E-78A4-414F-A674-7CD976BB5B6B}" srcOrd="1" destOrd="0" presId="urn:microsoft.com/office/officeart/2005/8/layout/orgChart1"/>
    <dgm:cxn modelId="{C2F38A3F-0F56-754F-89C8-6E62917E6A2D}" type="presOf" srcId="{B8B2DD68-12F0-8E42-9534-0D264C7EFA1F}" destId="{7F18F062-36F4-3640-AD37-28BF483287A8}" srcOrd="0" destOrd="0" presId="urn:microsoft.com/office/officeart/2005/8/layout/orgChart1"/>
    <dgm:cxn modelId="{006DF2AD-84ED-F043-B50D-E19F5B4C6249}" type="presOf" srcId="{2FA7A23F-C06E-A749-A68C-524B80C0CF28}" destId="{FD316A67-6BFF-574F-BA2A-1672EB0CA969}" srcOrd="0" destOrd="0" presId="urn:microsoft.com/office/officeart/2005/8/layout/orgChart1"/>
    <dgm:cxn modelId="{4BF29254-B23D-DB4E-9046-2E45A33095D2}" type="presOf" srcId="{8EF9A176-7093-CA44-8BE2-BB841C5CB03F}" destId="{6E0D32C5-88EE-DC44-AEF6-C7D6935C2AA3}" srcOrd="0" destOrd="0" presId="urn:microsoft.com/office/officeart/2005/8/layout/orgChart1"/>
    <dgm:cxn modelId="{588A251B-A506-AA49-9966-84B3A6DA8094}" type="presOf" srcId="{86229BAB-F609-CD4F-81DD-663C204E5F4D}" destId="{DB84B6D8-F9A3-A048-B06A-CD4457ADA8AF}" srcOrd="1" destOrd="0" presId="urn:microsoft.com/office/officeart/2005/8/layout/orgChart1"/>
    <dgm:cxn modelId="{84AFCCB9-0B58-3D49-ADA0-1E486B62C8C4}" srcId="{949355AB-82C4-BD4D-A3CB-B7EC5F135626}" destId="{5816C48D-B1A1-F248-89E4-28298F1CBE71}" srcOrd="4" destOrd="0" parTransId="{684A3F22-96D4-C04D-BD21-8517ED93B3F7}" sibTransId="{7FD74851-832B-E748-B482-872CF1E04CDF}"/>
    <dgm:cxn modelId="{00A02F99-88AD-7D41-8282-6BB58C11AF34}" type="presOf" srcId="{FB4D3BF4-CC29-404B-862D-D1DD73C53E0D}" destId="{B9588338-300A-FD4C-B686-B432E1AA5323}" srcOrd="0" destOrd="0" presId="urn:microsoft.com/office/officeart/2005/8/layout/orgChart1"/>
    <dgm:cxn modelId="{0C5B5B38-BC40-204D-A42E-ACE7D580B85E}" type="presOf" srcId="{827A0B17-A6BC-FC43-BE09-7F8E1F407813}" destId="{E40B4875-0A14-7042-8EA1-246B258E93CE}" srcOrd="1" destOrd="0" presId="urn:microsoft.com/office/officeart/2005/8/layout/orgChart1"/>
    <dgm:cxn modelId="{39A90AFB-2990-DF4A-98A5-142D521274CF}" srcId="{4A5FED70-8BCE-334B-B293-A35849F0EE18}" destId="{766AA610-149C-5F4E-B50C-0A61D9FECF98}" srcOrd="3" destOrd="0" parTransId="{EF65ACCE-3AC5-884A-B26D-21E1FCD4EA34}" sibTransId="{49A2A25E-89D6-9042-A808-7D90AFA16939}"/>
    <dgm:cxn modelId="{1E0A091D-FBD8-9848-9B3A-07F36D6D1DDB}" type="presOf" srcId="{A1A6C7CC-32F3-5D48-A61E-4312EF244B22}" destId="{332D8257-5FDE-934C-B906-1CF12F1B857C}" srcOrd="0" destOrd="0" presId="urn:microsoft.com/office/officeart/2005/8/layout/orgChart1"/>
    <dgm:cxn modelId="{2D31740D-529A-614D-8FDD-60F093723A59}" type="presOf" srcId="{827A0B17-A6BC-FC43-BE09-7F8E1F407813}" destId="{4D086A4C-4595-0A4A-A098-B979FD7CD15A}" srcOrd="0" destOrd="0" presId="urn:microsoft.com/office/officeart/2005/8/layout/orgChart1"/>
    <dgm:cxn modelId="{D0F324D4-ECE2-8E4F-97FC-193CB2B4C53D}" type="presOf" srcId="{DB3743E5-5143-6542-8D24-24892AAF5F84}" destId="{119B5BE7-15C5-6746-98E0-E08EC4E6E605}" srcOrd="0" destOrd="0" presId="urn:microsoft.com/office/officeart/2005/8/layout/orgChart1"/>
    <dgm:cxn modelId="{80B6FE04-C898-DF44-A945-736065A8D0B9}" type="presOf" srcId="{682F4649-B43A-EB45-8843-CD343D5AA3AA}" destId="{6028368C-DB9E-9E4E-8069-D6285A73EEA5}" srcOrd="1" destOrd="0" presId="urn:microsoft.com/office/officeart/2005/8/layout/orgChart1"/>
    <dgm:cxn modelId="{CF6EE48F-2FDD-AA46-A216-0AC181C61D3B}" type="presOf" srcId="{91019AC0-729B-DC49-A8E1-32269D4058CA}" destId="{D1A0F7A8-C9B4-E04D-9555-2AA866A3AF38}" srcOrd="1" destOrd="0" presId="urn:microsoft.com/office/officeart/2005/8/layout/orgChart1"/>
    <dgm:cxn modelId="{E333BB82-BF31-354C-828B-EE477F25487E}" type="presOf" srcId="{8CB272ED-F64C-154E-8335-437F2E3EDEF0}" destId="{7BF01049-A84D-2043-9F8D-588F8FB40EC8}" srcOrd="0" destOrd="0" presId="urn:microsoft.com/office/officeart/2005/8/layout/orgChart1"/>
    <dgm:cxn modelId="{19018BBA-5C71-6F45-9ACC-8806F947D26C}" srcId="{3B2AA868-5F61-4044-B2D6-6E08F1B81F99}" destId="{2B3C9062-1EF9-3242-A400-A901BF41692C}" srcOrd="5" destOrd="0" parTransId="{C7B1EAA3-3C24-5E46-B328-F11C0AABFB5A}" sibTransId="{8480F11D-824B-0F43-AAD1-1CA0D25EADC9}"/>
    <dgm:cxn modelId="{483DF60A-93F4-1940-9060-BDBA83FA00EF}" srcId="{5799BE70-63D1-3A48-ACFA-1392E4C3D39F}" destId="{37EEC22D-3772-C745-B1A7-CE41A28ACE3B}" srcOrd="2" destOrd="0" parTransId="{8EF9A176-7093-CA44-8BE2-BB841C5CB03F}" sibTransId="{4025DE05-9303-6F44-B133-D6C8D524172C}"/>
    <dgm:cxn modelId="{346BF3AF-A483-CC4A-9A61-4DC16D81085F}" type="presOf" srcId="{3F64B090-4763-9049-8E3C-7A971CCA86E6}" destId="{7394BCC1-A963-EF4C-88F4-8B62A6EC95B4}" srcOrd="0" destOrd="0" presId="urn:microsoft.com/office/officeart/2005/8/layout/orgChart1"/>
    <dgm:cxn modelId="{87BE61D1-487F-854F-BADA-793655180BF6}" srcId="{700D429B-3663-2547-935A-60042F3A6A87}" destId="{5E6C5602-3FA8-AE4A-B329-40CBCEE7FA40}" srcOrd="2" destOrd="0" parTransId="{9480323E-D9E7-0442-A175-3FB192087981}" sibTransId="{BB3EB5CC-9763-9348-B1EB-CDABA553C104}"/>
    <dgm:cxn modelId="{160553B6-2F46-DE40-BD7D-75D7E88F2DBF}" type="presOf" srcId="{4272E3E7-FD9C-2B4B-A386-35839BDD8C4E}" destId="{13BF212B-9AB4-0242-BF94-F380C97E64FB}" srcOrd="0" destOrd="0" presId="urn:microsoft.com/office/officeart/2005/8/layout/orgChart1"/>
    <dgm:cxn modelId="{3C9813B6-40C5-E644-B272-8482ECB08AC0}" srcId="{488F1AAD-51D3-8E49-B5BC-3DC257BDC75C}" destId="{285B60C2-FF7E-1846-A59A-1E63B4D6D2E9}" srcOrd="0" destOrd="0" parTransId="{00CCF619-E701-7445-8EA9-E9C5818B08EC}" sibTransId="{C7B4EC44-4E86-1744-BEFF-C2B01565D3C7}"/>
    <dgm:cxn modelId="{8182DE06-9D45-2B45-99D5-C05CCC5F999D}" type="presOf" srcId="{4A5FED70-8BCE-334B-B293-A35849F0EE18}" destId="{A10A01A6-82D5-D242-9824-A0AFE06B0791}" srcOrd="1" destOrd="0" presId="urn:microsoft.com/office/officeart/2005/8/layout/orgChart1"/>
    <dgm:cxn modelId="{CE88DD9A-D747-984E-BF35-655D54A7908A}" srcId="{700D429B-3663-2547-935A-60042F3A6A87}" destId="{2F4B1689-DF70-0148-8583-438AA6955008}" srcOrd="8" destOrd="0" parTransId="{22EF830E-15BA-3549-B098-6E1ED9EA22E2}" sibTransId="{CD9BE633-280D-2440-BF49-163770BB13E6}"/>
    <dgm:cxn modelId="{4B817C91-A3CF-DA4A-9783-CA3B7E03982B}" type="presOf" srcId="{F148D6E0-CCE0-AD49-A6AB-01491CED10A2}" destId="{AA1F4463-B825-2442-9A5E-21C90D79F8A8}" srcOrd="0" destOrd="0" presId="urn:microsoft.com/office/officeart/2005/8/layout/orgChart1"/>
    <dgm:cxn modelId="{8CEE5DCA-66E1-F84C-8A06-77D0C7D8E4D2}" type="presOf" srcId="{0C84A5DF-0A79-E045-B28A-0D16FA948E5D}" destId="{A2A41FA0-7D3F-F044-B505-8140136B2507}" srcOrd="1" destOrd="0" presId="urn:microsoft.com/office/officeart/2005/8/layout/orgChart1"/>
    <dgm:cxn modelId="{67BF233D-293A-CA42-8F76-E16A985D30DD}" type="presOf" srcId="{0C84A5DF-0A79-E045-B28A-0D16FA948E5D}" destId="{863EE93D-D66A-9547-9E51-DBF8D5C903A1}" srcOrd="0" destOrd="0" presId="urn:microsoft.com/office/officeart/2005/8/layout/orgChart1"/>
    <dgm:cxn modelId="{E65DF1EA-35B4-C545-B3D3-23F243985A21}" type="presOf" srcId="{EDD589B2-27BA-0F4C-B8D8-9D48FD8AE5EA}" destId="{E983535F-F389-D146-AF6F-67485973E183}" srcOrd="0" destOrd="0" presId="urn:microsoft.com/office/officeart/2005/8/layout/orgChart1"/>
    <dgm:cxn modelId="{B5E38314-5F30-B140-980C-770A390C625E}" type="presOf" srcId="{745187EF-A065-4145-B42F-8C334D92DC59}" destId="{9CC661AA-0744-AE41-B3F0-01596482C7A7}" srcOrd="0" destOrd="0" presId="urn:microsoft.com/office/officeart/2005/8/layout/orgChart1"/>
    <dgm:cxn modelId="{0652BBC8-688E-BD46-A096-2C6A87764D0B}" srcId="{BA10674E-E856-EF46-808B-93E3419C1DEA}" destId="{4A5FED70-8BCE-334B-B293-A35849F0EE18}" srcOrd="0" destOrd="0" parTransId="{C36902BC-DFE1-B144-963A-B7E83A04FE13}" sibTransId="{08737F73-84D6-ED47-9291-CCE491EF8017}"/>
    <dgm:cxn modelId="{9B2F169A-0B5F-624B-890C-0381DA8F2514}" srcId="{5799BE70-63D1-3A48-ACFA-1392E4C3D39F}" destId="{4B274D9F-B634-4343-A83C-4E6309C8E50B}" srcOrd="4" destOrd="0" parTransId="{5285725B-A94E-294F-858E-E0A7AA7B7F34}" sibTransId="{DE1E9434-4F83-B542-9672-6F815667EBA1}"/>
    <dgm:cxn modelId="{0F90EF8D-3A6F-444B-ADC0-BB7C0C9CA392}" type="presOf" srcId="{0AB16857-8DA8-8145-BB4C-616813260721}" destId="{55EDF2A3-86EA-4945-A916-E41447B53C02}" srcOrd="0" destOrd="0" presId="urn:microsoft.com/office/officeart/2005/8/layout/orgChart1"/>
    <dgm:cxn modelId="{ABF4B547-2DA6-1446-9D7A-56C614E8B216}" srcId="{4B6E7DB6-D8C9-2D44-991C-499777B7E9FD}" destId="{5B5E365B-8B76-6943-BE1D-2390A76E1C81}" srcOrd="6" destOrd="0" parTransId="{201581A0-87CD-A74F-8032-FCB203CA8B2E}" sibTransId="{0CA783CC-D268-D745-B18A-DD728CAE55F4}"/>
    <dgm:cxn modelId="{92FDECF4-351C-AE4B-9A0A-A5F54B8822DF}" type="presOf" srcId="{700D429B-3663-2547-935A-60042F3A6A87}" destId="{49FDA1CB-D726-4B47-9A44-79AA2AB36443}" srcOrd="1" destOrd="0" presId="urn:microsoft.com/office/officeart/2005/8/layout/orgChart1"/>
    <dgm:cxn modelId="{0F5F320A-074C-2047-82CE-A732DD7312BD}" type="presOf" srcId="{F1E454DE-5948-6343-B232-38C08C28771D}" destId="{72024B85-4965-6143-B7A7-D1F7D56DEDA7}" srcOrd="0" destOrd="0" presId="urn:microsoft.com/office/officeart/2005/8/layout/orgChart1"/>
    <dgm:cxn modelId="{3A100DF6-7953-6341-816A-F22910B9DCDD}" srcId="{4B6E7DB6-D8C9-2D44-991C-499777B7E9FD}" destId="{745187EF-A065-4145-B42F-8C334D92DC59}" srcOrd="0" destOrd="0" parTransId="{4633D257-C487-8744-BD7A-A9347DE61415}" sibTransId="{D37C237D-AA28-B04A-A397-E536A0D7B254}"/>
    <dgm:cxn modelId="{DE03BFEA-D344-0844-BA15-FC4575E0950D}" type="presOf" srcId="{00CCF619-E701-7445-8EA9-E9C5818B08EC}" destId="{53033268-5D6C-CF4E-97B7-C8B82EB736A1}" srcOrd="0" destOrd="0" presId="urn:microsoft.com/office/officeart/2005/8/layout/orgChart1"/>
    <dgm:cxn modelId="{1C88A19D-7444-9545-8A6B-063F15044AD3}" srcId="{700D429B-3663-2547-935A-60042F3A6A87}" destId="{DE6500D2-E21D-B945-A12E-AD2ABA2246E3}" srcOrd="4" destOrd="0" parTransId="{DD4025DD-A857-E342-B3DA-427F2E934E3C}" sibTransId="{750185AD-ACA7-C04E-97C5-72B63EEABB6A}"/>
    <dgm:cxn modelId="{933E9FBB-1B1A-BD45-B8A6-5A23F18DC356}" srcId="{E26B5D04-A8C4-0E43-8725-9AC26FC8106A}" destId="{690C8C95-2387-6B49-A4A1-E87A19E388C2}" srcOrd="0" destOrd="0" parTransId="{8CB272ED-F64C-154E-8335-437F2E3EDEF0}" sibTransId="{C7800C8D-AC1B-7441-BD8F-AF9AA22E0A5B}"/>
    <dgm:cxn modelId="{8CA7F66C-A646-C946-B077-D298F00A9EC2}" srcId="{4B6E7DB6-D8C9-2D44-991C-499777B7E9FD}" destId="{A386BB55-02A9-1843-B511-BA496054ECB7}" srcOrd="4" destOrd="0" parTransId="{BF60B9E9-345D-944E-B088-3FABD55EF6E0}" sibTransId="{EB4FBDC4-3F57-C540-A742-8A54A5CD990D}"/>
    <dgm:cxn modelId="{8C67DAF9-4903-E04E-B60C-0111541A591B}" type="presOf" srcId="{FF1965D2-351E-9E41-9546-CF5C4BC95A6D}" destId="{05F13E72-E867-5C44-9E4A-EE3917E35557}" srcOrd="0" destOrd="0" presId="urn:microsoft.com/office/officeart/2005/8/layout/orgChart1"/>
    <dgm:cxn modelId="{35E14321-798C-D540-B40B-90A562A18939}" type="presOf" srcId="{3086C30F-6662-6743-9AF2-F5546E8A4225}" destId="{44657FD7-B480-7347-A745-E6AFC1255608}" srcOrd="1" destOrd="0" presId="urn:microsoft.com/office/officeart/2005/8/layout/orgChart1"/>
    <dgm:cxn modelId="{BCAD08C3-9458-F646-A39F-2524E6D71C69}" srcId="{0C84A5DF-0A79-E045-B28A-0D16FA948E5D}" destId="{0F9835E7-03DF-804C-A318-79386F2CE084}" srcOrd="5" destOrd="0" parTransId="{9437879C-088F-5A4B-8E6F-13C594353943}" sibTransId="{F3A27539-00EB-0945-AAC9-0B7C3DA1412F}"/>
    <dgm:cxn modelId="{C54EFCC6-99B8-CA4E-8DB1-7DF574B99BE4}" type="presOf" srcId="{099217EC-CE96-2A48-9A1B-36257C9D1BD7}" destId="{30694EFB-77B5-FC46-BBCF-8F3D7C06FF7A}" srcOrd="0" destOrd="0" presId="urn:microsoft.com/office/officeart/2005/8/layout/orgChart1"/>
    <dgm:cxn modelId="{52810284-827B-D145-8D8E-44312EA7D775}" type="presOf" srcId="{7336F569-F35C-3848-AE30-D89EE3FCB5A6}" destId="{0958890A-0EB3-0048-97D3-349B6826C3DD}" srcOrd="1" destOrd="0" presId="urn:microsoft.com/office/officeart/2005/8/layout/orgChart1"/>
    <dgm:cxn modelId="{A843BC74-554F-FA4D-9E6E-A43EC59EE156}" type="presOf" srcId="{91019AC0-729B-DC49-A8E1-32269D4058CA}" destId="{72BDD278-8EBE-7C42-9AE3-7E1DCFB51F9E}" srcOrd="0" destOrd="0" presId="urn:microsoft.com/office/officeart/2005/8/layout/orgChart1"/>
    <dgm:cxn modelId="{F773AC33-A392-474C-B249-83F0679809AE}" type="presOf" srcId="{3FAC7A56-6CCC-6A4B-A9C3-D90C2E2220BF}" destId="{013C1000-31CB-BB4F-9624-ADB5D0A7A197}" srcOrd="0" destOrd="0" presId="urn:microsoft.com/office/officeart/2005/8/layout/orgChart1"/>
    <dgm:cxn modelId="{C16B5379-C5F9-EC44-BB44-F468DD64D52A}" type="presOf" srcId="{682F4649-B43A-EB45-8843-CD343D5AA3AA}" destId="{E3581FAA-4786-EC40-A556-AB32C161EE74}" srcOrd="0" destOrd="0" presId="urn:microsoft.com/office/officeart/2005/8/layout/orgChart1"/>
    <dgm:cxn modelId="{D3318BCE-BF69-964C-B49A-4A33570B52FE}" type="presOf" srcId="{77C7AB50-3183-B245-82B1-CF677DB02817}" destId="{6248640B-B5ED-4D40-914E-43843CA5F467}" srcOrd="1" destOrd="0" presId="urn:microsoft.com/office/officeart/2005/8/layout/orgChart1"/>
    <dgm:cxn modelId="{5B5B002B-07F9-314B-A198-A5961948ECF3}" type="presOf" srcId="{518DC712-259B-F14B-9F53-03DC27C7E73A}" destId="{9F065419-3C6F-FA4B-A831-DBA8BA1785D4}" srcOrd="0" destOrd="0" presId="urn:microsoft.com/office/officeart/2005/8/layout/orgChart1"/>
    <dgm:cxn modelId="{D2A0F177-B932-0B45-9152-5383566B736A}" type="presOf" srcId="{E9FF823E-1C67-D84F-A195-9F4DEAEB79AA}" destId="{57C26EE9-A292-7A49-83B9-6EE399D88496}" srcOrd="0" destOrd="0" presId="urn:microsoft.com/office/officeart/2005/8/layout/orgChart1"/>
    <dgm:cxn modelId="{12927D1B-FF23-3C40-84AB-0CA20AD26843}" srcId="{5B5E365B-8B76-6943-BE1D-2390A76E1C81}" destId="{D3B9232F-A283-6241-A9E7-6013A9284319}" srcOrd="5" destOrd="0" parTransId="{579BC5B2-8A7A-A247-B167-AA51A89AB4B6}" sibTransId="{5DDB73D2-6594-E744-A773-04877015B0B7}"/>
    <dgm:cxn modelId="{BBCDFD04-D3B8-7D4C-81FA-7D5EFEF07B3C}" type="presOf" srcId="{E26B5D04-A8C4-0E43-8725-9AC26FC8106A}" destId="{16FFB5F9-58BD-484A-86BD-2E009737FE3A}" srcOrd="0" destOrd="0" presId="urn:microsoft.com/office/officeart/2005/8/layout/orgChart1"/>
    <dgm:cxn modelId="{A42AA255-DEC7-864C-9D04-0B4A1D69F205}" srcId="{949355AB-82C4-BD4D-A3CB-B7EC5F135626}" destId="{91019AC0-729B-DC49-A8E1-32269D4058CA}" srcOrd="3" destOrd="0" parTransId="{EDD589B2-27BA-0F4C-B8D8-9D48FD8AE5EA}" sibTransId="{DBC153F5-D668-E04C-AAAE-7B2B5B154514}"/>
    <dgm:cxn modelId="{8BA8BF2C-CF14-B141-B45B-0671E533EBBF}" type="presOf" srcId="{EF65ACCE-3AC5-884A-B26D-21E1FCD4EA34}" destId="{D1418885-C578-7B45-B662-A46B76758024}" srcOrd="0" destOrd="0" presId="urn:microsoft.com/office/officeart/2005/8/layout/orgChart1"/>
    <dgm:cxn modelId="{1A8DDA63-60DA-E045-BE60-DE36255ED7F2}" srcId="{4B6E7DB6-D8C9-2D44-991C-499777B7E9FD}" destId="{9E7C1292-EEA6-A743-ACF2-798A7D05FB22}" srcOrd="3" destOrd="0" parTransId="{3ADADD54-280A-1347-BD6F-61AC47EC9D93}" sibTransId="{0EEEBA47-1DC0-9047-963C-713DDEBBB6BD}"/>
    <dgm:cxn modelId="{80587550-BB80-C04A-AE10-CF1EC235829B}" srcId="{E26B5D04-A8C4-0E43-8725-9AC26FC8106A}" destId="{0CED4126-6773-5145-A509-1C405A3E5597}" srcOrd="4" destOrd="0" parTransId="{B8B2DD68-12F0-8E42-9534-0D264C7EFA1F}" sibTransId="{F35F2942-42C5-CE4F-9EF8-CD3619C39FCD}"/>
    <dgm:cxn modelId="{769A3E63-768A-4740-8664-3796016B22FC}" type="presOf" srcId="{BF60B9E9-345D-944E-B088-3FABD55EF6E0}" destId="{37CFE219-B209-A14E-9CA8-2515CD83C0FF}" srcOrd="0" destOrd="0" presId="urn:microsoft.com/office/officeart/2005/8/layout/orgChart1"/>
    <dgm:cxn modelId="{1DA61740-9E51-1F4C-B2B4-374229A99A6E}" type="presOf" srcId="{7336F569-F35C-3848-AE30-D89EE3FCB5A6}" destId="{EB97B4D9-34D6-A146-883C-75767430C37F}" srcOrd="0" destOrd="0" presId="urn:microsoft.com/office/officeart/2005/8/layout/orgChart1"/>
    <dgm:cxn modelId="{33E1623B-21DB-0746-9577-9AC494CBA2D0}" type="presOf" srcId="{D37C2303-BDFD-054B-A0D2-A56535619895}" destId="{EFBD7563-9E9E-7C44-B21C-8FCBFC4F95BC}" srcOrd="1" destOrd="0" presId="urn:microsoft.com/office/officeart/2005/8/layout/orgChart1"/>
    <dgm:cxn modelId="{5BB536E9-3825-9840-8A5D-DFCBDFAE2B2C}" type="presOf" srcId="{A1A6C7CC-32F3-5D48-A61E-4312EF244B22}" destId="{5FE0C5A4-76E0-C849-8834-CA7AAC0FEBD9}" srcOrd="1" destOrd="0" presId="urn:microsoft.com/office/officeart/2005/8/layout/orgChart1"/>
    <dgm:cxn modelId="{C0FACCEB-1615-3946-87C2-13F898C4C26E}" type="presOf" srcId="{2B3C9062-1EF9-3242-A400-A901BF41692C}" destId="{5A75DDED-6EDB-A945-BC0D-F44A3AD68D83}" srcOrd="1" destOrd="0" presId="urn:microsoft.com/office/officeart/2005/8/layout/orgChart1"/>
    <dgm:cxn modelId="{98E384FB-1EB6-7C4B-9D17-C78A4E1A8804}" srcId="{5B5E365B-8B76-6943-BE1D-2390A76E1C81}" destId="{A20E1016-0818-5A4B-989F-BB0F7466B13C}" srcOrd="1" destOrd="0" parTransId="{F148D6E0-CCE0-AD49-A6AB-01491CED10A2}" sibTransId="{EB481A42-9931-394F-9509-7719B8BE4476}"/>
    <dgm:cxn modelId="{CA91DD0D-B549-6347-9720-78BB5F8F88E1}" type="presOf" srcId="{11B7370A-E44B-F141-8030-FC2EE0B987E2}" destId="{D007AF3F-F58C-324E-A3AC-695EABA9D0BD}" srcOrd="0" destOrd="0" presId="urn:microsoft.com/office/officeart/2005/8/layout/orgChart1"/>
    <dgm:cxn modelId="{9299E2EB-FE44-C741-A05F-965D2086EFF9}" type="presOf" srcId="{518DC712-259B-F14B-9F53-03DC27C7E73A}" destId="{4A907A01-CD81-6841-83B1-383AE68A4244}" srcOrd="1" destOrd="0" presId="urn:microsoft.com/office/officeart/2005/8/layout/orgChart1"/>
    <dgm:cxn modelId="{2383C4FE-A5A1-C640-B088-0D83E45E2773}" srcId="{0C84A5DF-0A79-E045-B28A-0D16FA948E5D}" destId="{DB3743E5-5143-6542-8D24-24892AAF5F84}" srcOrd="1" destOrd="0" parTransId="{191960A9-5320-CB47-B40C-03D81062D2C3}" sibTransId="{D6D16D4B-7CB3-8C42-9E6C-02926F1C5960}"/>
    <dgm:cxn modelId="{A18D6313-51F9-7F48-AE27-BFABA216E15C}" type="presOf" srcId="{7B4B5460-2DFC-6E40-AE48-4844B25F7014}" destId="{4F24FA77-2665-794C-B66C-256BD29725DF}" srcOrd="0" destOrd="0" presId="urn:microsoft.com/office/officeart/2005/8/layout/orgChart1"/>
    <dgm:cxn modelId="{095CAEEF-6033-024D-9136-665FB3871671}" type="presOf" srcId="{DE6500D2-E21D-B945-A12E-AD2ABA2246E3}" destId="{B3D2B76A-85E9-0243-BE07-23BA36A35073}" srcOrd="0" destOrd="0" presId="urn:microsoft.com/office/officeart/2005/8/layout/orgChart1"/>
    <dgm:cxn modelId="{7899FFA3-D8D1-5046-A2A9-B257278E24C7}" srcId="{E26B5D04-A8C4-0E43-8725-9AC26FC8106A}" destId="{3086C30F-6662-6743-9AF2-F5546E8A4225}" srcOrd="6" destOrd="0" parTransId="{B52EF74F-3287-8540-8BED-4C914917D114}" sibTransId="{2BCBA034-7CB5-4B4A-8B08-B8EB516BD0BA}"/>
    <dgm:cxn modelId="{D532FB05-4669-7543-89E3-F587CD81FC89}" srcId="{5799BE70-63D1-3A48-ACFA-1392E4C3D39F}" destId="{A1A6C7CC-32F3-5D48-A61E-4312EF244B22}" srcOrd="5" destOrd="0" parTransId="{D6D12B51-6EEC-FC4D-8728-101AE2A32EB6}" sibTransId="{122C4FEB-A87F-1340-95B6-5EA7F1FF612F}"/>
    <dgm:cxn modelId="{1D629C1E-53C6-8E4C-9325-45A9A8DBE3E2}" type="presOf" srcId="{882D7188-2E75-C04A-BAB9-7614DF166605}" destId="{1A4BD6C8-1EC0-5D4A-B805-4B1586457B9C}" srcOrd="0" destOrd="0" presId="urn:microsoft.com/office/officeart/2005/8/layout/orgChart1"/>
    <dgm:cxn modelId="{1B6C5EFF-C800-E54C-A136-064A27208494}" srcId="{5799BE70-63D1-3A48-ACFA-1392E4C3D39F}" destId="{0EB6F889-9767-124A-A79D-6D157F8053AE}" srcOrd="3" destOrd="0" parTransId="{BDE6E323-407B-7349-8C09-5607CC0C7E13}" sibTransId="{B35A5100-32F7-7E48-A6E0-04885B12490E}"/>
    <dgm:cxn modelId="{63C89E16-4C3D-464A-89BE-ADEFB5830C2D}" srcId="{4B6E7DB6-D8C9-2D44-991C-499777B7E9FD}" destId="{BA10674E-E856-EF46-808B-93E3419C1DEA}" srcOrd="1" destOrd="0" parTransId="{0887AAC4-8041-494E-AE8B-00D2C0253291}" sibTransId="{657A6401-E722-AF41-AF22-493602463932}"/>
    <dgm:cxn modelId="{6D4E5BF8-178D-FD43-AE2E-0632E6ECC816}" type="presOf" srcId="{C7B1EAA3-3C24-5E46-B328-F11C0AABFB5A}" destId="{75E05960-12B2-C545-9173-5484113A98E1}" srcOrd="0" destOrd="0" presId="urn:microsoft.com/office/officeart/2005/8/layout/orgChart1"/>
    <dgm:cxn modelId="{FC827606-775F-4D4B-B498-F2A1EE35849A}" type="presOf" srcId="{195D9EE4-1978-A74A-827B-DD1913541AA9}" destId="{013F9495-872C-BE45-BB40-461C6BD2D6D1}" srcOrd="0" destOrd="0" presId="urn:microsoft.com/office/officeart/2005/8/layout/orgChart1"/>
    <dgm:cxn modelId="{5ABEE087-D15E-CD4C-B68F-821F3F17DBE2}" type="presOf" srcId="{E01EDB7F-3B4A-8D41-8503-585C7EAC8F10}" destId="{59046553-8648-1E43-A37C-2B1D53AAEF71}" srcOrd="1" destOrd="0" presId="urn:microsoft.com/office/officeart/2005/8/layout/orgChart1"/>
    <dgm:cxn modelId="{1D4B6D58-16CE-E442-9A3B-1E7B65738774}" type="presOf" srcId="{0CED4126-6773-5145-A509-1C405A3E5597}" destId="{81549ECE-627C-4B4F-87E5-EE68AD3557F3}" srcOrd="1" destOrd="0" presId="urn:microsoft.com/office/officeart/2005/8/layout/orgChart1"/>
    <dgm:cxn modelId="{26A909A3-8A01-7E4F-B0D8-7D055914480A}" type="presOf" srcId="{285B60C2-FF7E-1846-A59A-1E63B4D6D2E9}" destId="{13CD413B-71D8-AE4A-BE6B-0933D0427244}" srcOrd="0" destOrd="0" presId="urn:microsoft.com/office/officeart/2005/8/layout/orgChart1"/>
    <dgm:cxn modelId="{7E09B798-4650-204B-BE95-B9F59177256D}" srcId="{5B5E365B-8B76-6943-BE1D-2390A76E1C81}" destId="{2117B0DB-3039-0949-9952-C42B5CA1B5F7}" srcOrd="0" destOrd="0" parTransId="{6ACB8A8E-23A0-8948-AD8D-CB1BCA2F1500}" sibTransId="{09132F24-F623-AF4A-A2BC-D1CAFECDC4BE}"/>
    <dgm:cxn modelId="{A8198DC4-1A4F-5349-BE60-975EC5BC0253}" srcId="{700D429B-3663-2547-935A-60042F3A6A87}" destId="{2F2D341D-516E-6B4C-BEDB-71C176C32394}" srcOrd="5" destOrd="0" parTransId="{DDF8AB35-5485-F74F-846B-26D93EE71133}" sibTransId="{20BF8C81-2729-4646-83D4-823A60D63958}"/>
    <dgm:cxn modelId="{0A6068DC-33EF-954B-B565-A8584C841FB6}" type="presOf" srcId="{DA4350DE-BC6C-0545-9E9C-F3BC99FA5D42}" destId="{BF2BE316-5EFD-A448-9CF4-4BA8BC1287B4}" srcOrd="0" destOrd="0" presId="urn:microsoft.com/office/officeart/2005/8/layout/orgChart1"/>
    <dgm:cxn modelId="{D363CD09-8B21-F14F-85E3-D064C8F89F3C}" type="presOf" srcId="{CB0CE6A6-61FF-7B44-B25F-A11342A4F86C}" destId="{72524FBB-506B-A24E-8109-48BB5BC762DB}" srcOrd="0" destOrd="0" presId="urn:microsoft.com/office/officeart/2005/8/layout/orgChart1"/>
    <dgm:cxn modelId="{23F16F7A-DBF1-9E48-9045-663C54DDF297}" type="presOf" srcId="{9EF32247-71D6-8A4A-85EE-C270E7E3EED7}" destId="{D09D12F4-4B38-454D-8A0F-983C1589E35F}" srcOrd="0" destOrd="0" presId="urn:microsoft.com/office/officeart/2005/8/layout/orgChart1"/>
    <dgm:cxn modelId="{696B61F8-87AB-8D4C-A0C6-D27255EAC2B7}" srcId="{0C84A5DF-0A79-E045-B28A-0D16FA948E5D}" destId="{54183FBE-B345-0243-9A3D-2E00C758E9A0}" srcOrd="4" destOrd="0" parTransId="{0FF3CA57-28A6-4047-8009-CF2545E01C1E}" sibTransId="{3E963D94-C372-C240-BBCA-4A6188F0825E}"/>
    <dgm:cxn modelId="{FB541203-A27B-AE40-965C-1AD7EC143DC8}" type="presOf" srcId="{5E6C5602-3FA8-AE4A-B329-40CBCEE7FA40}" destId="{7AAB78A1-4E6F-C24D-B1C8-1988C64AB44E}" srcOrd="0" destOrd="0" presId="urn:microsoft.com/office/officeart/2005/8/layout/orgChart1"/>
    <dgm:cxn modelId="{C8D99265-E5BC-454C-95C7-103A1CE052EF}" type="presOf" srcId="{488F1AAD-51D3-8E49-B5BC-3DC257BDC75C}" destId="{B5BC4BB0-F17F-CC49-A7A1-78DC98DCBB5D}" srcOrd="0" destOrd="0" presId="urn:microsoft.com/office/officeart/2005/8/layout/orgChart1"/>
    <dgm:cxn modelId="{6E65061F-E4A9-4848-881B-A5740C0F221D}" type="presOf" srcId="{8F938BEE-DC09-D14F-B6F5-84AA118BA32B}" destId="{E326CBC1-6262-B447-A106-9F7B2CD23B4E}" srcOrd="0" destOrd="0" presId="urn:microsoft.com/office/officeart/2005/8/layout/orgChart1"/>
    <dgm:cxn modelId="{7A245091-C262-6F4B-A85C-7F0C6B2597F7}" type="presOf" srcId="{26A51DA6-7DBC-8345-9C2D-452230929AE3}" destId="{6A5E74C0-544A-464C-B15E-1E758514E3EE}" srcOrd="1" destOrd="0" presId="urn:microsoft.com/office/officeart/2005/8/layout/orgChart1"/>
    <dgm:cxn modelId="{272E8613-371C-FF40-83C1-95D99A245628}" type="presOf" srcId="{0071A36E-DF82-DC45-82E6-8BD642C4132F}" destId="{F8C3E743-41DB-AD40-8113-0956797FF70F}" srcOrd="0" destOrd="0" presId="urn:microsoft.com/office/officeart/2005/8/layout/orgChart1"/>
    <dgm:cxn modelId="{1883A2B8-9AA3-EF4A-88CB-B914881F9F4F}" type="presOf" srcId="{5D8F26AC-5430-B146-AC42-6A6475EE6B11}" destId="{DBB2348A-2259-9A44-843D-283BFCDC9E88}" srcOrd="0" destOrd="0" presId="urn:microsoft.com/office/officeart/2005/8/layout/orgChart1"/>
    <dgm:cxn modelId="{EE5E1DD7-8BE2-A948-AF19-F282D541A051}" type="presOf" srcId="{5DC1A23D-8D26-7741-85DD-61A101C81F96}" destId="{F4A03DCE-72FD-4A46-AA59-55CF02423048}" srcOrd="0" destOrd="0" presId="urn:microsoft.com/office/officeart/2005/8/layout/orgChart1"/>
    <dgm:cxn modelId="{E965DBFB-AD15-CE4E-94BE-649947E63141}" type="presOf" srcId="{4047D058-2E39-DC48-8CF7-57CB0BC3FC37}" destId="{9626B9EC-E80D-5A47-A94C-85F15BDA3DB8}" srcOrd="1" destOrd="0" presId="urn:microsoft.com/office/officeart/2005/8/layout/orgChart1"/>
    <dgm:cxn modelId="{370AF9A3-A6C6-9C4D-814A-5578273F64CB}" type="presOf" srcId="{C2046ED6-6187-4144-9842-23E300B31BC1}" destId="{ACE97403-1B8B-AC48-8920-A1BE474B1C4E}" srcOrd="0" destOrd="0" presId="urn:microsoft.com/office/officeart/2005/8/layout/orgChart1"/>
    <dgm:cxn modelId="{0F2A98BE-4682-6741-9599-A0A53CE65E7E}" srcId="{D37C2303-BDFD-054B-A0D2-A56535619895}" destId="{11B7370A-E44B-F141-8030-FC2EE0B987E2}" srcOrd="1" destOrd="0" parTransId="{99D8EEFC-A385-2248-A9DC-A789B4D26C02}" sibTransId="{038B6BBF-39B8-AE45-9C9A-FDD41AE8A660}"/>
    <dgm:cxn modelId="{F0C5C889-CA3A-664C-944B-1C119B11E003}" type="presOf" srcId="{667958A0-C687-C84C-8F88-7B3C20B6E6D2}" destId="{B91ACF00-D454-914D-B10F-4349DA5CFE78}" srcOrd="0" destOrd="0" presId="urn:microsoft.com/office/officeart/2005/8/layout/orgChart1"/>
    <dgm:cxn modelId="{F579FFE2-95C7-7949-A7C8-B28CFA714820}" type="presOf" srcId="{14534D30-7436-A243-BAB6-012897038D7F}" destId="{6A7476C6-8AA6-254D-A901-7D0F16B82FBE}" srcOrd="0" destOrd="0" presId="urn:microsoft.com/office/officeart/2005/8/layout/orgChart1"/>
    <dgm:cxn modelId="{C208DE12-F1C0-5542-AC22-50B1A1484B10}" type="presOf" srcId="{C51AE83F-F148-FB46-9F34-B04D3E65CEF0}" destId="{C1405608-5149-D84A-B862-8AEBBAFFC377}" srcOrd="0" destOrd="0" presId="urn:microsoft.com/office/officeart/2005/8/layout/orgChart1"/>
    <dgm:cxn modelId="{627603C3-C954-7A4C-B3F1-7EB3157928B2}" type="presOf" srcId="{A20E1016-0818-5A4B-989F-BB0F7466B13C}" destId="{4A75F071-159F-4F42-85C2-C77F99C5CF53}" srcOrd="1" destOrd="0" presId="urn:microsoft.com/office/officeart/2005/8/layout/orgChart1"/>
    <dgm:cxn modelId="{82151B47-0552-5C45-B19B-BB88FBB49AD2}" type="presOf" srcId="{F4DA0D77-46F5-1B45-AA6A-144DBCA9507E}" destId="{10AC9057-0B1B-D849-8B41-D59EC3178F4F}" srcOrd="0" destOrd="0" presId="urn:microsoft.com/office/officeart/2005/8/layout/orgChart1"/>
    <dgm:cxn modelId="{D01EA4D4-793D-504F-85CC-B3160F8071E3}" type="presOf" srcId="{3B157DD1-D304-9E48-8239-D11131CF175A}" destId="{2DB9A5CD-C3C7-0441-A237-892ECED78E7C}" srcOrd="0" destOrd="0" presId="urn:microsoft.com/office/officeart/2005/8/layout/orgChart1"/>
    <dgm:cxn modelId="{948648DC-9C36-904C-BA6A-A5E3E2651954}" srcId="{3B2AA868-5F61-4044-B2D6-6E08F1B81F99}" destId="{355605C8-3450-D543-896C-7193B90CFC95}" srcOrd="0" destOrd="0" parTransId="{DEB90BF1-AEA5-3148-B1E2-EA9D111B07CB}" sibTransId="{8AA3192C-3900-0048-802F-DC742C670CC8}"/>
    <dgm:cxn modelId="{1AD58CDA-E1B4-5944-B071-6F98695D5E76}" srcId="{3B2AA868-5F61-4044-B2D6-6E08F1B81F99}" destId="{86229BAB-F609-CD4F-81DD-663C204E5F4D}" srcOrd="6" destOrd="0" parTransId="{7D4AB94C-9544-A04C-AD3A-345CADC9CA5A}" sibTransId="{4A586A51-5BAF-FC4B-B4B2-F54CDF754CB6}"/>
    <dgm:cxn modelId="{28223824-DD9B-AC47-AF83-EC0EC12B5D2A}" type="presOf" srcId="{5799BE70-63D1-3A48-ACFA-1392E4C3D39F}" destId="{2DEE6068-4E8B-1A46-8351-86D6178B3F6D}" srcOrd="0" destOrd="0" presId="urn:microsoft.com/office/officeart/2005/8/layout/orgChart1"/>
    <dgm:cxn modelId="{636AB86F-F439-F145-88F0-1D7DE3BCC45B}" type="presOf" srcId="{58066C04-7A3A-984E-93B9-0476E111A1EF}" destId="{F55FF5C1-5400-6944-8CA5-2C1DE0D86EF1}" srcOrd="0" destOrd="0" presId="urn:microsoft.com/office/officeart/2005/8/layout/orgChart1"/>
    <dgm:cxn modelId="{AF570DD2-01D4-D34A-A032-F03B28A27553}" type="presOf" srcId="{0F9835E7-03DF-804C-A318-79386F2CE084}" destId="{A08CD9FD-5490-364E-AD6D-BE895AC026BF}" srcOrd="0" destOrd="0" presId="urn:microsoft.com/office/officeart/2005/8/layout/orgChart1"/>
    <dgm:cxn modelId="{A493338A-E12C-B94A-A4B8-AEEF33E36228}" type="presOf" srcId="{F114028D-299D-494C-91D4-3FA4994460AE}" destId="{08C1B74D-A5C2-754D-A36E-80069A55D956}" srcOrd="1" destOrd="0" presId="urn:microsoft.com/office/officeart/2005/8/layout/orgChart1"/>
    <dgm:cxn modelId="{0AD5860A-DAF3-B347-8FD3-E5D661B16DAC}" type="presOf" srcId="{88F7A2B5-1814-DC40-9E9A-2D63F11E6200}" destId="{0BE93F70-37D9-C946-9557-3C3E7C6B5071}" srcOrd="0" destOrd="0" presId="urn:microsoft.com/office/officeart/2005/8/layout/orgChart1"/>
    <dgm:cxn modelId="{47F3E818-ECFF-CB4B-9988-03349814CD31}" type="presOf" srcId="{C6196E92-632A-0649-B144-6DFF5D37631C}" destId="{CECD0A8D-7640-904F-A2AB-FE26B82173B4}" srcOrd="0" destOrd="0" presId="urn:microsoft.com/office/officeart/2005/8/layout/orgChart1"/>
    <dgm:cxn modelId="{60061B93-9860-794F-9C19-61AE975BE6A9}" type="presOf" srcId="{700D429B-3663-2547-935A-60042F3A6A87}" destId="{502E0BF7-76B6-754C-BA73-64F68AC8F2A5}" srcOrd="0" destOrd="0" presId="urn:microsoft.com/office/officeart/2005/8/layout/orgChart1"/>
    <dgm:cxn modelId="{4AFCE825-A35E-A446-A5F3-94207768C7B0}" type="presOf" srcId="{C51AE83F-F148-FB46-9F34-B04D3E65CEF0}" destId="{DBBD3A20-8816-5846-9D93-A01EA7AF42EB}" srcOrd="1" destOrd="0" presId="urn:microsoft.com/office/officeart/2005/8/layout/orgChart1"/>
    <dgm:cxn modelId="{B1F05639-B21B-6149-9B31-02AE6CD871D6}" type="presOf" srcId="{6ACB8A8E-23A0-8948-AD8D-CB1BCA2F1500}" destId="{FC8FE1A7-730D-4E4B-9E24-77D848BD2F8D}" srcOrd="0" destOrd="0" presId="urn:microsoft.com/office/officeart/2005/8/layout/orgChart1"/>
    <dgm:cxn modelId="{C7A41B79-539D-0847-8E86-38436E5CF05D}" type="presOf" srcId="{4B274D9F-B634-4343-A83C-4E6309C8E50B}" destId="{F501E3EE-E951-A341-9694-F8EF742165EA}" srcOrd="1" destOrd="0" presId="urn:microsoft.com/office/officeart/2005/8/layout/orgChart1"/>
    <dgm:cxn modelId="{E21820EB-BC30-A643-A3EE-21BFD919B9B6}" type="presOf" srcId="{22EF830E-15BA-3549-B098-6E1ED9EA22E2}" destId="{EF64042F-0B1F-9D4F-B1EA-CA2FAAAF6EA3}" srcOrd="0" destOrd="0" presId="urn:microsoft.com/office/officeart/2005/8/layout/orgChart1"/>
    <dgm:cxn modelId="{AABB142B-A9E6-1E4E-AD9D-E00667CEA5FA}" srcId="{488F1AAD-51D3-8E49-B5BC-3DC257BDC75C}" destId="{518DC712-259B-F14B-9F53-03DC27C7E73A}" srcOrd="1" destOrd="0" parTransId="{5ADFF9AE-3908-F44A-AAD0-3CA1C3755E5D}" sibTransId="{D84C3703-DD3F-B849-AA3B-B7B70B89321A}"/>
    <dgm:cxn modelId="{73ED1FAB-6A96-2242-960D-F1684ECE5495}" type="presOf" srcId="{949355AB-82C4-BD4D-A3CB-B7EC5F135626}" destId="{91CCB9ED-32F8-9442-AE04-95416E0A3135}" srcOrd="1" destOrd="0" presId="urn:microsoft.com/office/officeart/2005/8/layout/orgChart1"/>
    <dgm:cxn modelId="{296ECE88-DDAC-F14E-9A45-C4F1C186F5A1}" type="presOf" srcId="{A386BB55-02A9-1843-B511-BA496054ECB7}" destId="{01EE696D-CD1D-2B46-8B8B-37A5C890108E}" srcOrd="0" destOrd="0" presId="urn:microsoft.com/office/officeart/2005/8/layout/orgChart1"/>
    <dgm:cxn modelId="{3C7C679E-A20B-1D41-BB55-D46D9D810FD4}" type="presOf" srcId="{A20E1016-0818-5A4B-989F-BB0F7466B13C}" destId="{70289B6C-E73B-4747-A682-68802C498960}" srcOrd="0" destOrd="0" presId="urn:microsoft.com/office/officeart/2005/8/layout/orgChart1"/>
    <dgm:cxn modelId="{5E5689CC-D0EB-9647-9981-64B1E7D709BF}" type="presOf" srcId="{734148EB-48BC-9B40-902A-6DBAFA377E93}" destId="{4ED39E1C-17F2-0840-B26D-80B4A8077320}" srcOrd="1" destOrd="0" presId="urn:microsoft.com/office/officeart/2005/8/layout/orgChart1"/>
    <dgm:cxn modelId="{C41EB3C9-ABFF-7940-9BC1-E23DAD308B6D}" type="presOf" srcId="{07401371-954A-7243-8F6F-0FF9A28E2F10}" destId="{8244279C-3AE4-3444-80A5-80CCBEE141BA}" srcOrd="1" destOrd="0" presId="urn:microsoft.com/office/officeart/2005/8/layout/orgChart1"/>
    <dgm:cxn modelId="{C06746EA-0FE8-3C45-A547-40D2EF8FAEFE}" type="presOf" srcId="{766AA610-149C-5F4E-B50C-0A61D9FECF98}" destId="{5599A9E2-4728-F348-95B5-BEE7E9E6142E}" srcOrd="0" destOrd="0" presId="urn:microsoft.com/office/officeart/2005/8/layout/orgChart1"/>
    <dgm:cxn modelId="{2735C55A-D845-304F-BCA4-4C3CF58D9CA5}" type="presOf" srcId="{9E7C1292-EEA6-A743-ACF2-798A7D05FB22}" destId="{1624D9A4-0770-1A45-B897-3B6DB3D41AC0}" srcOrd="1" destOrd="0" presId="urn:microsoft.com/office/officeart/2005/8/layout/orgChart1"/>
    <dgm:cxn modelId="{8521DACB-BDBA-3443-B503-7250161E5DE2}" type="presOf" srcId="{0EB6F889-9767-124A-A79D-6D157F8053AE}" destId="{D255BC93-3B7C-6642-9115-E00143206E94}" srcOrd="1" destOrd="0" presId="urn:microsoft.com/office/officeart/2005/8/layout/orgChart1"/>
    <dgm:cxn modelId="{505E1A57-43E2-844A-9F57-FECCBE6B9AA1}" srcId="{0C84A5DF-0A79-E045-B28A-0D16FA948E5D}" destId="{2BB7446F-1DBD-5249-B4AB-814C236D87B3}" srcOrd="0" destOrd="0" parTransId="{CDD37230-8B03-1A43-AB6A-87F9DFCCB2D8}" sibTransId="{40215528-2CCE-E04A-9CBB-532217854A21}"/>
    <dgm:cxn modelId="{1C834D46-1C06-1045-9E46-E88AC3C72E54}" srcId="{949355AB-82C4-BD4D-A3CB-B7EC5F135626}" destId="{FF1965D2-351E-9E41-9546-CF5C4BC95A6D}" srcOrd="2" destOrd="0" parTransId="{7C00315B-18A0-5E47-8E21-13547AE38F72}" sibTransId="{15F189CD-DB65-C04A-9226-DC68F9B97C1B}"/>
    <dgm:cxn modelId="{FA70AC1F-6111-5F40-B2C9-1D1701F648A7}" type="presOf" srcId="{B6D155FB-D3C8-CD4F-A595-61E48F2CC387}" destId="{A1FDBB5B-E57D-E342-94A9-7A7E6317C5C0}" srcOrd="0" destOrd="0" presId="urn:microsoft.com/office/officeart/2005/8/layout/orgChart1"/>
    <dgm:cxn modelId="{5F0C2DC1-5717-D148-B142-507EBE5A3339}" srcId="{5B5E365B-8B76-6943-BE1D-2390A76E1C81}" destId="{07401371-954A-7243-8F6F-0FF9A28E2F10}" srcOrd="4" destOrd="0" parTransId="{EE5777F7-120A-9A47-8AFD-93F93C054765}" sibTransId="{3A0B9619-3605-F143-9837-0828C26EEC47}"/>
    <dgm:cxn modelId="{39F5C008-5717-CF4B-AAC5-7F2AC8CA100D}" type="presOf" srcId="{284E6D2B-5BC1-294E-B4FC-541C74696F36}" destId="{209E60C0-935A-B246-B707-039A454AFD1D}" srcOrd="0" destOrd="0" presId="urn:microsoft.com/office/officeart/2005/8/layout/orgChart1"/>
    <dgm:cxn modelId="{AF357052-A804-6346-9125-BF877D9F5108}" type="presOf" srcId="{F114028D-299D-494C-91D4-3FA4994460AE}" destId="{900FCD48-AC5D-BD4B-B57D-31B8136C240A}" srcOrd="0" destOrd="0" presId="urn:microsoft.com/office/officeart/2005/8/layout/orgChart1"/>
    <dgm:cxn modelId="{FDB2C86A-8067-E24F-9070-3A3262253D82}" type="presOf" srcId="{4ECCE811-E318-4A40-932A-571FA3BA37B0}" destId="{B9D42323-7E98-E645-8B16-F4D5AD4EA06D}" srcOrd="1" destOrd="0" presId="urn:microsoft.com/office/officeart/2005/8/layout/orgChart1"/>
    <dgm:cxn modelId="{24EA7B32-146D-1F4E-B679-1CFEEFF3F68F}" type="presOf" srcId="{5B5E365B-8B76-6943-BE1D-2390A76E1C81}" destId="{196B67B6-E542-FC40-8D93-5AABEA422ADB}" srcOrd="0" destOrd="0" presId="urn:microsoft.com/office/officeart/2005/8/layout/orgChart1"/>
    <dgm:cxn modelId="{B6108FB1-C403-F343-B435-1696623D957F}" type="presOf" srcId="{54183FBE-B345-0243-9A3D-2E00C758E9A0}" destId="{BDD08945-39E1-534E-B5B5-17AD0583400C}" srcOrd="0" destOrd="0" presId="urn:microsoft.com/office/officeart/2005/8/layout/orgChart1"/>
    <dgm:cxn modelId="{5110C209-E938-E747-B6FE-EEDAE741DC28}" type="presOf" srcId="{7D4AB94C-9544-A04C-AD3A-345CADC9CA5A}" destId="{172E4736-9099-7A4D-8232-53FAF32B9935}" srcOrd="0" destOrd="0" presId="urn:microsoft.com/office/officeart/2005/8/layout/orgChart1"/>
    <dgm:cxn modelId="{5519FC2E-D5A4-FF41-BDB6-22EE38C434AB}" type="presOf" srcId="{78C69A6D-3973-D846-9D8B-6B44722E285E}" destId="{38CCB872-0C83-3F46-8DD4-B45E0160CC44}" srcOrd="1" destOrd="0" presId="urn:microsoft.com/office/officeart/2005/8/layout/orgChart1"/>
    <dgm:cxn modelId="{53CAF505-4013-3246-98AF-AD0460F7F515}" type="presOf" srcId="{050F695C-D34B-5243-B29F-E60EBBF0ECA5}" destId="{AB9E50BE-54D5-1A49-B948-D180F33EA428}" srcOrd="0" destOrd="0" presId="urn:microsoft.com/office/officeart/2005/8/layout/orgChart1"/>
    <dgm:cxn modelId="{E62C7557-7725-6B40-9997-AF5D31E56F7B}" srcId="{D37C2303-BDFD-054B-A0D2-A56535619895}" destId="{43C93368-169A-9C41-A02B-A35B5319D182}" srcOrd="5" destOrd="0" parTransId="{31C6ADBB-FDFD-5E4E-AE86-C1FBD055EECA}" sibTransId="{D3BB776B-9716-1044-9E09-599C839A4120}"/>
    <dgm:cxn modelId="{01E4E541-73DC-4040-A8E0-47E80A75AE1D}" type="presOf" srcId="{9E7C1292-EEA6-A743-ACF2-798A7D05FB22}" destId="{2C32B8F3-2FCC-6D4B-AF1D-A2C823DE6A3E}" srcOrd="0" destOrd="0" presId="urn:microsoft.com/office/officeart/2005/8/layout/orgChart1"/>
    <dgm:cxn modelId="{C31CA43B-20FE-3C41-84F6-139E5B3390F8}" type="presOf" srcId="{5ADFF9AE-3908-F44A-AAD0-3CA1C3755E5D}" destId="{6AE623FD-736A-6248-9514-D629C900A026}" srcOrd="0" destOrd="0" presId="urn:microsoft.com/office/officeart/2005/8/layout/orgChart1"/>
    <dgm:cxn modelId="{C1C6C9A8-0AB5-924E-872C-2582F4BFB653}" type="presOf" srcId="{3086C30F-6662-6743-9AF2-F5546E8A4225}" destId="{A7B5D694-53FA-F54B-8F53-6BBDD3431C53}" srcOrd="0" destOrd="0" presId="urn:microsoft.com/office/officeart/2005/8/layout/orgChart1"/>
    <dgm:cxn modelId="{8E70B1EB-6565-B046-9986-5343D4C241FD}" type="presOf" srcId="{355605C8-3450-D543-896C-7193B90CFC95}" destId="{99DFE81D-ABF0-D142-9BA7-5776007C0DD2}" srcOrd="0" destOrd="0" presId="urn:microsoft.com/office/officeart/2005/8/layout/orgChart1"/>
    <dgm:cxn modelId="{AF1937FC-03F5-3540-A3F4-8D1AB463595F}" type="presOf" srcId="{2F2D341D-516E-6B4C-BEDB-71C176C32394}" destId="{00A12D06-BB6D-1D4A-92F1-3A62FD83A1B6}" srcOrd="0" destOrd="0" presId="urn:microsoft.com/office/officeart/2005/8/layout/orgChart1"/>
    <dgm:cxn modelId="{B1CB74F5-2CC7-554C-BEAE-02A2F5CC38CF}" srcId="{D37C2303-BDFD-054B-A0D2-A56535619895}" destId="{3FAC7A56-6CCC-6A4B-A9C3-D90C2E2220BF}" srcOrd="6" destOrd="0" parTransId="{9EF32247-71D6-8A4A-85EE-C270E7E3EED7}" sibTransId="{46BC48FC-63D4-3F49-9360-A016DAD06EC9}"/>
    <dgm:cxn modelId="{0010D156-6498-E749-A616-D0D5752ECFEC}" type="presOf" srcId="{766AA610-149C-5F4E-B50C-0A61D9FECF98}" destId="{2B602A6A-C4CC-7D4A-B354-19945F71F337}" srcOrd="1" destOrd="0" presId="urn:microsoft.com/office/officeart/2005/8/layout/orgChart1"/>
    <dgm:cxn modelId="{C4AA9473-7B69-E746-BEB4-10CD08DFF0E2}" type="presOf" srcId="{FA142AF7-81C1-0E47-8611-C085B5B24EAA}" destId="{B637779C-9779-0747-A561-1FAF7732124F}" srcOrd="0" destOrd="0" presId="urn:microsoft.com/office/officeart/2005/8/layout/orgChart1"/>
    <dgm:cxn modelId="{EF953FBD-093D-0541-8888-3F49ADA0D6C5}" srcId="{D37C2303-BDFD-054B-A0D2-A56535619895}" destId="{D7897B01-0932-0E42-A7CB-4EFA4D5182D3}" srcOrd="7" destOrd="0" parTransId="{14534D30-7436-A243-BAB6-012897038D7F}" sibTransId="{A73C0390-E9ED-9441-910C-75AA79A2523D}"/>
    <dgm:cxn modelId="{F4B8DF24-3B66-B04A-ADA0-32F520B4EBEA}" type="presOf" srcId="{0675A828-34A7-C245-ADF9-26078E0E83BB}" destId="{4EF54E15-7DD2-6A4B-80FA-598DCE850311}" srcOrd="1" destOrd="0" presId="urn:microsoft.com/office/officeart/2005/8/layout/orgChart1"/>
    <dgm:cxn modelId="{F0B7A6F7-312F-B345-8BFB-2BFFD8D8144B}" type="presOf" srcId="{050312BC-8184-8E4F-B198-9E38D3E70B2B}" destId="{AB097B20-CA4D-B745-8368-211577EFBB1F}" srcOrd="0" destOrd="0" presId="urn:microsoft.com/office/officeart/2005/8/layout/orgChart1"/>
    <dgm:cxn modelId="{F7B78427-3D22-EA45-A3AD-E13101FA3879}" srcId="{700D429B-3663-2547-935A-60042F3A6A87}" destId="{C6196E92-632A-0649-B144-6DFF5D37631C}" srcOrd="3" destOrd="0" parTransId="{3FCDB023-3AFA-0345-86DD-9C30D5018BB9}" sibTransId="{FBC271CF-0380-1A4C-AA0E-809B307FA694}"/>
    <dgm:cxn modelId="{746E0E21-0457-E842-9CEB-E6838E2755CF}" type="presOf" srcId="{284E6D2B-5BC1-294E-B4FC-541C74696F36}" destId="{AADCD136-783D-5042-97F7-112D573EE3F0}" srcOrd="1" destOrd="0" presId="urn:microsoft.com/office/officeart/2005/8/layout/orgChart1"/>
    <dgm:cxn modelId="{F84579DB-F496-2A4F-9FC7-6174606C2493}" type="presOf" srcId="{37EEC22D-3772-C745-B1A7-CE41A28ACE3B}" destId="{BF112231-6DB3-2E46-A583-6700E6D0293B}" srcOrd="1" destOrd="0" presId="urn:microsoft.com/office/officeart/2005/8/layout/orgChart1"/>
    <dgm:cxn modelId="{DA1D6B4C-20F4-074C-AD34-D3065CDAC18D}" type="presOf" srcId="{2F4B1689-DF70-0148-8583-438AA6955008}" destId="{3A4E2CB7-1BCC-C449-A55D-1ACB29090889}" srcOrd="0" destOrd="0" presId="urn:microsoft.com/office/officeart/2005/8/layout/orgChart1"/>
    <dgm:cxn modelId="{F235E2F0-88AB-724D-B7DD-84E930816B93}" type="presOf" srcId="{488F1AAD-51D3-8E49-B5BC-3DC257BDC75C}" destId="{798DEC33-C2A1-BE44-85D3-AD8834A34D32}" srcOrd="1" destOrd="0" presId="urn:microsoft.com/office/officeart/2005/8/layout/orgChart1"/>
    <dgm:cxn modelId="{2140A59C-0A6A-5D43-A6EE-0EAABB701AEE}" srcId="{E26B5D04-A8C4-0E43-8725-9AC26FC8106A}" destId="{284E6D2B-5BC1-294E-B4FC-541C74696F36}" srcOrd="2" destOrd="0" parTransId="{0AB16857-8DA8-8145-BB4C-616813260721}" sibTransId="{C0DC3490-818D-4548-9D5E-24AD71732232}"/>
    <dgm:cxn modelId="{96849C89-18AF-1243-A3B7-96B1BF9207D5}" srcId="{9E7C1292-EEA6-A743-ACF2-798A7D05FB22}" destId="{E26B5D04-A8C4-0E43-8725-9AC26FC8106A}" srcOrd="1" destOrd="0" parTransId="{F770FBDB-9F88-2947-8A46-498BB39F5B1A}" sibTransId="{25DD01E4-BA84-BB43-91DD-5B47F43C9DD1}"/>
    <dgm:cxn modelId="{162037A4-36F5-674C-BC7B-6FBD2877094F}" srcId="{700D429B-3663-2547-935A-60042F3A6A87}" destId="{77C7AB50-3183-B245-82B1-CF677DB02817}" srcOrd="7" destOrd="0" parTransId="{8BD68273-85EF-9D44-BDF8-A6C131DC0ECE}" sibTransId="{6667E679-3DEB-4F4C-96B6-04B7A3AD7AAA}"/>
    <dgm:cxn modelId="{9FCFFFBB-7AEC-674F-A9C9-CB324F4805EC}" srcId="{4A5FED70-8BCE-334B-B293-A35849F0EE18}" destId="{E01EDB7F-3B4A-8D41-8503-585C7EAC8F10}" srcOrd="1" destOrd="0" parTransId="{1AD94B50-F9C0-AE46-AB9A-0D47BC7E4830}" sibTransId="{605280DF-4E7C-DC4E-9C02-04855F4D6A0D}"/>
    <dgm:cxn modelId="{B40C10E5-3137-E941-BB25-CC4DD566F381}" type="presOf" srcId="{CDD37230-8B03-1A43-AB6A-87F9DFCCB2D8}" destId="{326FF530-6BB2-0743-A0CC-C909344577DE}" srcOrd="0" destOrd="0" presId="urn:microsoft.com/office/officeart/2005/8/layout/orgChart1"/>
    <dgm:cxn modelId="{1BC362E9-CD35-EB47-9CDF-FEB80096D114}" type="presOf" srcId="{54183FBE-B345-0243-9A3D-2E00C758E9A0}" destId="{1C0A4559-1ABF-624F-A3AC-3C9F589FB004}" srcOrd="1" destOrd="0" presId="urn:microsoft.com/office/officeart/2005/8/layout/orgChart1"/>
    <dgm:cxn modelId="{2F583227-9076-5B43-BC1B-CC9E7631D952}" type="presOf" srcId="{C6196E92-632A-0649-B144-6DFF5D37631C}" destId="{6B65F2C5-AAF6-144B-920A-B00ADDDD9F73}" srcOrd="1" destOrd="0" presId="urn:microsoft.com/office/officeart/2005/8/layout/orgChart1"/>
    <dgm:cxn modelId="{E7308B12-5D6A-A141-9B70-DE2CF0DB91E1}" srcId="{949355AB-82C4-BD4D-A3CB-B7EC5F135626}" destId="{26A51DA6-7DBC-8345-9C2D-452230929AE3}" srcOrd="0" destOrd="0" parTransId="{4272E3E7-FD9C-2B4B-A386-35839BDD8C4E}" sibTransId="{C6267472-89F7-8E45-8EED-C8BFF738D855}"/>
    <dgm:cxn modelId="{4B423DCA-1211-B04F-943B-8C1C8DF23B93}" type="presOf" srcId="{5B5E365B-8B76-6943-BE1D-2390A76E1C81}" destId="{65DEC9DF-056F-C64D-B0D5-D65CCC2C6DB6}" srcOrd="1" destOrd="0" presId="urn:microsoft.com/office/officeart/2005/8/layout/orgChart1"/>
    <dgm:cxn modelId="{67DC1C8E-77CA-5642-AA2F-65AB41C45832}" type="presOf" srcId="{5D8F26AC-5430-B146-AC42-6A6475EE6B11}" destId="{DCD9FEA0-29B7-7942-97FA-B61A5B7C4D97}" srcOrd="1" destOrd="0" presId="urn:microsoft.com/office/officeart/2005/8/layout/orgChart1"/>
    <dgm:cxn modelId="{83FCDB77-91DA-D249-B1AB-A792F6752AAB}" type="presOf" srcId="{433FDEE6-8AA9-5246-9CED-128DAED99F40}" destId="{C672EF5D-032B-7C41-9052-13BFC67AF45D}" srcOrd="0" destOrd="0" presId="urn:microsoft.com/office/officeart/2005/8/layout/orgChart1"/>
    <dgm:cxn modelId="{C4A0B134-0C71-7243-BBD5-5341B920E74B}" type="presOf" srcId="{1EA09781-D0CC-654A-B7BD-B7E7D1A90CCB}" destId="{0938843B-A153-BB4C-BE97-1DAF5FF62C68}" srcOrd="0" destOrd="0" presId="urn:microsoft.com/office/officeart/2005/8/layout/orgChart1"/>
    <dgm:cxn modelId="{D1763A26-9FBF-934F-84C1-24FCA51D09E2}" type="presOf" srcId="{684A3F22-96D4-C04D-BD21-8517ED93B3F7}" destId="{1651D6D0-22C0-9846-96E4-95DA8A2CC9E7}" srcOrd="0" destOrd="0" presId="urn:microsoft.com/office/officeart/2005/8/layout/orgChart1"/>
    <dgm:cxn modelId="{84D523D7-37DE-F64C-AF6C-1DAD1F5DE4FD}" srcId="{9E7C1292-EEA6-A743-ACF2-798A7D05FB22}" destId="{700D429B-3663-2547-935A-60042F3A6A87}" srcOrd="0" destOrd="0" parTransId="{8DBAD13D-68BC-D342-8405-A98213BEC319}" sibTransId="{24F0984A-D43A-7947-9D8F-42D7B0D7229C}"/>
    <dgm:cxn modelId="{564B94E7-9C97-1348-AB94-BC4756757E01}" type="presOf" srcId="{8BD68273-85EF-9D44-BDF8-A6C131DC0ECE}" destId="{D8EAD92D-952D-5743-9309-3E4DC6310245}" srcOrd="0" destOrd="0" presId="urn:microsoft.com/office/officeart/2005/8/layout/orgChart1"/>
    <dgm:cxn modelId="{EB15AEAB-5BFE-6849-A353-49ADF22560E1}" type="presOf" srcId="{B4CD0AC5-A3ED-2242-B17B-6492C9C32EE3}" destId="{D374CD3F-1C0F-6C46-ABEC-2223CE4852D8}" srcOrd="0" destOrd="0" presId="urn:microsoft.com/office/officeart/2005/8/layout/orgChart1"/>
    <dgm:cxn modelId="{4E0BD989-E5E8-1D46-93EF-332F9F1E2258}" type="presOf" srcId="{0EB6F889-9767-124A-A79D-6D157F8053AE}" destId="{F6A2ABFC-1FB4-324E-B694-A804B8A2A930}" srcOrd="0" destOrd="0" presId="urn:microsoft.com/office/officeart/2005/8/layout/orgChart1"/>
    <dgm:cxn modelId="{AD060FA6-1220-4346-948D-486E82CDFD8B}" type="presOf" srcId="{5E6C5602-3FA8-AE4A-B329-40CBCEE7FA40}" destId="{33FA5F0B-DBB4-A94C-9863-B899FE5F2AF0}" srcOrd="1" destOrd="0" presId="urn:microsoft.com/office/officeart/2005/8/layout/orgChart1"/>
    <dgm:cxn modelId="{68C7593B-64E9-3146-A5CB-80D9E8A8138A}" type="presOf" srcId="{07401371-954A-7243-8F6F-0FF9A28E2F10}" destId="{7386A543-ED7D-3B46-9BBD-7213135DBA32}" srcOrd="0" destOrd="0" presId="urn:microsoft.com/office/officeart/2005/8/layout/orgChart1"/>
    <dgm:cxn modelId="{9EAEA37B-B861-F240-A2C8-444AC1DC6ED5}" type="presOf" srcId="{2117B0DB-3039-0949-9952-C42B5CA1B5F7}" destId="{CFA29D79-1238-714F-A26C-080155E3FCC3}" srcOrd="1" destOrd="0" presId="urn:microsoft.com/office/officeart/2005/8/layout/orgChart1"/>
    <dgm:cxn modelId="{E15C1DFA-890F-0843-A395-680170342888}" type="presOf" srcId="{84C214B8-64F5-AB41-86ED-C7328CAFD0ED}" destId="{DF6FDA72-E17B-9C4E-841C-17410E38822A}" srcOrd="0" destOrd="0" presId="urn:microsoft.com/office/officeart/2005/8/layout/orgChart1"/>
    <dgm:cxn modelId="{26C8D30D-38AA-2245-B7B9-0936795C4366}" type="presOf" srcId="{201581A0-87CD-A74F-8032-FCB203CA8B2E}" destId="{D7DC4809-0740-6243-A24B-513084D0D41A}" srcOrd="0" destOrd="0" presId="urn:microsoft.com/office/officeart/2005/8/layout/orgChart1"/>
    <dgm:cxn modelId="{EDBC8E03-DAEC-754B-A686-2A86EF52A0AF}" type="presOf" srcId="{38B8D62B-5695-224F-AA25-EDDD62DF65AF}" destId="{1D141183-8684-A943-AF93-1F4B4F28B26C}" srcOrd="0" destOrd="0" presId="urn:microsoft.com/office/officeart/2005/8/layout/orgChart1"/>
    <dgm:cxn modelId="{D467BFCB-E96B-A243-BC7D-9D65D5451AC6}" type="presOf" srcId="{5799BE70-63D1-3A48-ACFA-1392E4C3D39F}" destId="{75A829CA-3492-C94F-94BC-75DDFB4DFDF2}" srcOrd="1" destOrd="0" presId="urn:microsoft.com/office/officeart/2005/8/layout/orgChart1"/>
    <dgm:cxn modelId="{45BD987F-5EDC-864A-928A-B47E6064D36B}" type="presOf" srcId="{DB3743E5-5143-6542-8D24-24892AAF5F84}" destId="{7958564B-D48D-B140-ACC9-D1A5E4292E93}" srcOrd="1" destOrd="0" presId="urn:microsoft.com/office/officeart/2005/8/layout/orgChart1"/>
    <dgm:cxn modelId="{E1C482DE-21F3-F041-9DAE-09666AEADBB8}" type="presOf" srcId="{0887AAC4-8041-494E-AE8B-00D2C0253291}" destId="{8D6146E2-B309-9042-8C3C-A6F235F5238E}" srcOrd="0" destOrd="0" presId="urn:microsoft.com/office/officeart/2005/8/layout/orgChart1"/>
    <dgm:cxn modelId="{3B6FE9CB-226E-934C-9B3B-1A3462D203B2}" type="presOf" srcId="{A2E509F9-CDA9-6044-B440-C6EF8EA404D7}" destId="{BF148CA8-E454-BF4C-BC33-6CAFC0EDC8AE}" srcOrd="1" destOrd="0" presId="urn:microsoft.com/office/officeart/2005/8/layout/orgChart1"/>
    <dgm:cxn modelId="{5D86AFCD-BFFA-174E-8B5E-9BC1B9A92E8F}" type="presOf" srcId="{2F4B1689-DF70-0148-8583-438AA6955008}" destId="{501B2CE7-E616-DD47-9AA8-FFDE8DE5F6D3}" srcOrd="1" destOrd="0" presId="urn:microsoft.com/office/officeart/2005/8/layout/orgChart1"/>
    <dgm:cxn modelId="{CA5CB169-32A2-B648-9711-935D495E1FBB}" type="presOf" srcId="{9B954E5F-E15F-0942-B324-09E5BD4044B7}" destId="{45712052-02A8-7E4F-BF2F-E1CD8F3436CA}" srcOrd="0" destOrd="0" presId="urn:microsoft.com/office/officeart/2005/8/layout/orgChart1"/>
    <dgm:cxn modelId="{81A6E6D2-70A1-BB48-A6B4-BA86063A8C11}" type="presOf" srcId="{D3B9232F-A283-6241-A9E7-6013A9284319}" destId="{2C69A4F5-3D75-074F-B179-8926CF1F93E3}" srcOrd="0" destOrd="0" presId="urn:microsoft.com/office/officeart/2005/8/layout/orgChart1"/>
    <dgm:cxn modelId="{3DC817E6-1673-D040-AE58-BA51096CFE06}" srcId="{BA10674E-E856-EF46-808B-93E3419C1DEA}" destId="{488F1AAD-51D3-8E49-B5BC-3DC257BDC75C}" srcOrd="2" destOrd="0" parTransId="{667958A0-C687-C84C-8F88-7B3C20B6E6D2}" sibTransId="{950D974B-545A-FC4C-B4C7-66F951F18F42}"/>
    <dgm:cxn modelId="{F3A03043-6B2E-E147-B5F1-19D28164A583}" type="presOf" srcId="{8AB091F7-4F81-2946-A090-E174D6CAA6FC}" destId="{64D5B584-023D-E643-A497-3F3BC2C4D04D}" srcOrd="0" destOrd="0" presId="urn:microsoft.com/office/officeart/2005/8/layout/orgChart1"/>
    <dgm:cxn modelId="{298671C8-443D-6B40-AD1F-FB0FABABC461}" type="presOf" srcId="{4A5FED70-8BCE-334B-B293-A35849F0EE18}" destId="{DD390B19-6F3C-0E43-AFDD-9FBA01495E69}" srcOrd="0" destOrd="0" presId="urn:microsoft.com/office/officeart/2005/8/layout/orgChart1"/>
    <dgm:cxn modelId="{0FB2577A-C4F0-EC46-8A93-CD265B0E5A7D}" type="presOf" srcId="{BDE6E323-407B-7349-8C09-5607CC0C7E13}" destId="{5B84001C-5953-CB48-9E16-8D6FE2A0BCB4}" srcOrd="0" destOrd="0" presId="urn:microsoft.com/office/officeart/2005/8/layout/orgChart1"/>
    <dgm:cxn modelId="{CE8A71B1-A1AA-2343-8657-26BCB6DFDC77}" type="presOf" srcId="{579BC5B2-8A7A-A247-B167-AA51A89AB4B6}" destId="{A0876863-FF66-454E-BC6F-CF72C24BE8A8}" srcOrd="0" destOrd="0" presId="urn:microsoft.com/office/officeart/2005/8/layout/orgChart1"/>
    <dgm:cxn modelId="{F4E99E7E-51F1-B148-81D2-542F03E17766}" type="presOf" srcId="{78C69A6D-3973-D846-9D8B-6B44722E285E}" destId="{0B0E3344-EE91-F948-8A83-2F9B94F89716}" srcOrd="0" destOrd="0" presId="urn:microsoft.com/office/officeart/2005/8/layout/orgChart1"/>
    <dgm:cxn modelId="{54D88F27-A289-0541-8C66-5A292132BEFE}" type="presOf" srcId="{31C6ADBB-FDFD-5E4E-AE86-C1FBD055EECA}" destId="{5C0A6D44-A3C6-CE4E-9587-F66F7DB70826}" srcOrd="0" destOrd="0" presId="urn:microsoft.com/office/officeart/2005/8/layout/orgChart1"/>
    <dgm:cxn modelId="{CE84ECAA-364E-4744-9B52-9F60638DCC4D}" type="presOf" srcId="{FA142AF7-81C1-0E47-8611-C085B5B24EAA}" destId="{F347F8C5-33B0-3C44-9FA5-B2D28C723E2C}" srcOrd="1" destOrd="0" presId="urn:microsoft.com/office/officeart/2005/8/layout/orgChart1"/>
    <dgm:cxn modelId="{5EAA6179-36C6-C140-BCD1-B243D6988D2F}" srcId="{A386BB55-02A9-1843-B511-BA496054ECB7}" destId="{5799BE70-63D1-3A48-ACFA-1392E4C3D39F}" srcOrd="1" destOrd="0" parTransId="{FD1BDB38-810B-AD45-B7C8-2043D8F05538}" sibTransId="{BD8C613B-5763-C94C-92EA-7B1DA4B45776}"/>
    <dgm:cxn modelId="{3FEA1228-1080-B04E-A4E9-D92E0BEB4E68}" type="presOf" srcId="{433FDEE6-8AA9-5246-9CED-128DAED99F40}" destId="{9B8BBCC8-F02E-6442-850C-2178A6173308}" srcOrd="1" destOrd="0" presId="urn:microsoft.com/office/officeart/2005/8/layout/orgChart1"/>
    <dgm:cxn modelId="{DD5A46B5-5FA0-5846-AB0A-5E2E5592ACAD}" type="presOf" srcId="{3ADADD54-280A-1347-BD6F-61AC47EC9D93}" destId="{F23911E6-ACEC-4E46-A4A4-07F7850626C6}" srcOrd="0" destOrd="0" presId="urn:microsoft.com/office/officeart/2005/8/layout/orgChart1"/>
    <dgm:cxn modelId="{04DCA7AD-7688-7244-BF6C-CCB35D5C56E3}" srcId="{E26B5D04-A8C4-0E43-8725-9AC26FC8106A}" destId="{B6D155FB-D3C8-CD4F-A595-61E48F2CC387}" srcOrd="7" destOrd="0" parTransId="{4B2CDB21-075A-AC42-83AC-38D887767137}" sibTransId="{78F04474-8953-3243-A970-35E12992BF76}"/>
    <dgm:cxn modelId="{9A0B1F5D-5203-9840-BB88-D87E9A84F675}" type="presOf" srcId="{D3A4341A-5D71-3B4D-86D3-5C71ED4B71C2}" destId="{F1605636-DD9E-9143-8C0E-FA7E84D5AC1A}" srcOrd="1" destOrd="0" presId="urn:microsoft.com/office/officeart/2005/8/layout/orgChart1"/>
    <dgm:cxn modelId="{07FCF26A-B6AE-044A-A2A6-241C1B84B3B0}" type="presOf" srcId="{77C7AB50-3183-B245-82B1-CF677DB02817}" destId="{62BFB1E9-8EC1-2A40-BF2A-D6D13C32D0FB}" srcOrd="0" destOrd="0" presId="urn:microsoft.com/office/officeart/2005/8/layout/orgChart1"/>
    <dgm:cxn modelId="{E9545B55-E09B-CF48-A420-B0517458AD54}" srcId="{5799BE70-63D1-3A48-ACFA-1392E4C3D39F}" destId="{7336F569-F35C-3848-AE30-D89EE3FCB5A6}" srcOrd="0" destOrd="0" parTransId="{C28F69F4-496C-F649-9197-35011721F4C5}" sibTransId="{CE3EAD35-7F53-DF45-9125-A25F119A7C21}"/>
    <dgm:cxn modelId="{BA9E049B-64F6-4046-A966-285708C0E594}" type="presOf" srcId="{D7897B01-0932-0E42-A7CB-4EFA4D5182D3}" destId="{E4FF6F43-4290-BA45-8BDA-8D3FA577BAC5}" srcOrd="1" destOrd="0" presId="urn:microsoft.com/office/officeart/2005/8/layout/orgChart1"/>
    <dgm:cxn modelId="{918C6B1D-F6C0-5E4A-8784-579675267FCA}" type="presOf" srcId="{43B8486B-3DE7-A147-8D0B-D06EBB32097C}" destId="{C7E6DE37-8BBB-0148-90FC-4A7667F6D15B}" srcOrd="1" destOrd="0" presId="urn:microsoft.com/office/officeart/2005/8/layout/orgChart1"/>
    <dgm:cxn modelId="{557B52CD-C48E-914A-BC8D-7A8A3CF9CCC1}" type="presOf" srcId="{355605C8-3450-D543-896C-7193B90CFC95}" destId="{7F640F98-3530-6246-93D8-5669EB0E8502}" srcOrd="1" destOrd="0" presId="urn:microsoft.com/office/officeart/2005/8/layout/orgChart1"/>
    <dgm:cxn modelId="{63B5341F-E7AF-C84E-B000-768083C07852}" srcId="{949355AB-82C4-BD4D-A3CB-B7EC5F135626}" destId="{7B4B5460-2DFC-6E40-AE48-4844B25F7014}" srcOrd="1" destOrd="0" parTransId="{4274FC44-9352-BE45-B9B6-FCF17703BC93}" sibTransId="{DDC5C125-E2DB-4040-90CB-3296AFD0F34C}"/>
    <dgm:cxn modelId="{CBEFCB3C-A7F2-5647-BDC7-DABF0997E3F8}" type="presOf" srcId="{5969E116-76C0-E141-9EE0-0083EC7340A4}" destId="{F86673F5-0EE6-0E48-AD7B-CA9E55E24288}" srcOrd="0" destOrd="0" presId="urn:microsoft.com/office/officeart/2005/8/layout/orgChart1"/>
    <dgm:cxn modelId="{E8387FF4-C6D8-CE45-AE37-FFB3A7F061FC}" srcId="{700D429B-3663-2547-935A-60042F3A6A87}" destId="{454DD4D2-8DFE-E840-AF89-1D4E90F1DF14}" srcOrd="0" destOrd="0" parTransId="{CB0CE6A6-61FF-7B44-B25F-A11342A4F86C}" sibTransId="{327AA23E-F43F-C94B-B1AC-9807F3C75835}"/>
    <dgm:cxn modelId="{9C9EA6FC-F477-FA48-8D17-64A370E7035A}" type="presOf" srcId="{D3B9232F-A283-6241-A9E7-6013A9284319}" destId="{06500734-A908-B849-9688-A7479311AD6C}" srcOrd="1" destOrd="0" presId="urn:microsoft.com/office/officeart/2005/8/layout/orgChart1"/>
    <dgm:cxn modelId="{B804FC0F-64FF-E44C-B516-0F1B8E27E69C}" type="presOf" srcId="{4274FC44-9352-BE45-B9B6-FCF17703BC93}" destId="{1CB169DE-5B70-9948-8CBC-E7EB0920E5C3}" srcOrd="0" destOrd="0" presId="urn:microsoft.com/office/officeart/2005/8/layout/orgChart1"/>
    <dgm:cxn modelId="{B070E514-52C1-1F4E-BFF9-3D67E2B48E17}" type="presOf" srcId="{A386BB55-02A9-1843-B511-BA496054ECB7}" destId="{3A15A4A4-B18A-694E-A8FC-347A8AD2DF50}" srcOrd="1" destOrd="0" presId="urn:microsoft.com/office/officeart/2005/8/layout/orgChart1"/>
    <dgm:cxn modelId="{07D5A7DF-75FD-8F4E-B55A-DDBD4CE42A3E}" type="presOf" srcId="{DDF8AB35-5485-F74F-846B-26D93EE71133}" destId="{7F9DA4AF-B491-3640-9D37-809733054DF6}" srcOrd="0" destOrd="0" presId="urn:microsoft.com/office/officeart/2005/8/layout/orgChart1"/>
    <dgm:cxn modelId="{3AB4F4E0-D6E9-AC41-89D0-4BADA21487EF}" srcId="{3B2AA868-5F61-4044-B2D6-6E08F1B81F99}" destId="{4047D058-2E39-DC48-8CF7-57CB0BC3FC37}" srcOrd="7" destOrd="0" parTransId="{DA4350DE-BC6C-0545-9E9C-F3BC99FA5D42}" sibTransId="{C22EDBC7-025C-4043-8481-1C57B13B8053}"/>
    <dgm:cxn modelId="{1BF096AD-1183-614A-97A8-F91871D23B85}" type="presOf" srcId="{BA10674E-E856-EF46-808B-93E3419C1DEA}" destId="{EB7CEF45-073A-614A-8BFA-1D87030E183E}" srcOrd="1" destOrd="0" presId="urn:microsoft.com/office/officeart/2005/8/layout/orgChart1"/>
    <dgm:cxn modelId="{4E1EB63D-BB72-5F46-A4D0-578DC493B8BD}" type="presOf" srcId="{4B6E7DB6-D8C9-2D44-991C-499777B7E9FD}" destId="{8587437C-FF8C-B246-9FBD-558DF3D4A180}" srcOrd="1" destOrd="0" presId="urn:microsoft.com/office/officeart/2005/8/layout/orgChart1"/>
    <dgm:cxn modelId="{4F7148F6-936E-3C49-B84B-9E6EE6C1644C}" srcId="{E26B5D04-A8C4-0E43-8725-9AC26FC8106A}" destId="{C51AE83F-F148-FB46-9F34-B04D3E65CEF0}" srcOrd="1" destOrd="0" parTransId="{C2046ED6-6187-4144-9842-23E300B31BC1}" sibTransId="{99793DEA-A4F4-FF42-8EE7-0518B22FD1DB}"/>
    <dgm:cxn modelId="{2C7710AC-E194-B34D-92FE-E2AB87B79811}" type="presOf" srcId="{454DD4D2-8DFE-E840-AF89-1D4E90F1DF14}" destId="{65AEA5B0-904D-C343-8820-CF644F3A8A21}" srcOrd="1" destOrd="0" presId="urn:microsoft.com/office/officeart/2005/8/layout/orgChart1"/>
    <dgm:cxn modelId="{5521A797-B612-1E41-8468-7B400162FE09}" srcId="{D37C2303-BDFD-054B-A0D2-A56535619895}" destId="{3F64B090-4763-9049-8E3C-7A971CCA86E6}" srcOrd="0" destOrd="0" parTransId="{3B157DD1-D304-9E48-8239-D11131CF175A}" sibTransId="{5DF71B69-FC5E-1949-9097-F8D857807A77}"/>
    <dgm:cxn modelId="{A985CDE9-BE8E-2248-B93B-3BE185A92AED}" srcId="{0C84A5DF-0A79-E045-B28A-0D16FA948E5D}" destId="{734148EB-48BC-9B40-902A-6DBAFA377E93}" srcOrd="3" destOrd="0" parTransId="{2FA7A23F-C06E-A749-A68C-524B80C0CF28}" sibTransId="{90DAB871-4AB8-0D45-9AA1-D67E98AF0129}"/>
    <dgm:cxn modelId="{81CB11BA-41FD-BA4B-B006-2A3F19432512}" srcId="{700D429B-3663-2547-935A-60042F3A6A87}" destId="{38B8D62B-5695-224F-AA25-EDDD62DF65AF}" srcOrd="6" destOrd="0" parTransId="{882D7188-2E75-C04A-BAB9-7614DF166605}" sibTransId="{F6E33162-BCE2-4E4A-84F5-801AB26DDA2D}"/>
    <dgm:cxn modelId="{5F5F02DB-8316-F749-8A56-E2401881E353}" type="presOf" srcId="{F15E1910-E399-244E-AAC1-2A99251B532F}" destId="{54A9522B-45E0-FF49-816D-7659024F4831}" srcOrd="0" destOrd="0" presId="urn:microsoft.com/office/officeart/2005/8/layout/orgChart1"/>
    <dgm:cxn modelId="{BDD43411-56C9-8248-ADB9-D2D2CDC1E052}" type="presOf" srcId="{43C93368-169A-9C41-A02B-A35B5319D182}" destId="{9C087BC2-3934-4443-A094-26C728E168BC}" srcOrd="0" destOrd="0" presId="urn:microsoft.com/office/officeart/2005/8/layout/orgChart1"/>
    <dgm:cxn modelId="{3C6BBDD7-1C78-3241-870B-FDB1FAA63F6B}" type="presOf" srcId="{745187EF-A065-4145-B42F-8C334D92DC59}" destId="{0AA35838-2BF9-F943-A1C0-59C0692661B5}" srcOrd="1" destOrd="0" presId="urn:microsoft.com/office/officeart/2005/8/layout/orgChart1"/>
    <dgm:cxn modelId="{717E277E-7E18-F740-A54E-A156FFD6DA5D}" type="presOf" srcId="{1A86EB12-46A3-0B49-B916-9D19196EDE2A}" destId="{A27AA4B4-026D-4A4C-A176-121115E7B7E5}" srcOrd="0" destOrd="0" presId="urn:microsoft.com/office/officeart/2005/8/layout/orgChart1"/>
    <dgm:cxn modelId="{460F0E95-5A85-E54B-A2A3-C54987D7F156}" srcId="{A386BB55-02A9-1843-B511-BA496054ECB7}" destId="{D37C2303-BDFD-054B-A0D2-A56535619895}" srcOrd="0" destOrd="0" parTransId="{15B14A5C-1195-B44B-9DD0-50AAB284CCB0}" sibTransId="{7B915C96-5454-5341-A93F-F0D0506C27BA}"/>
    <dgm:cxn modelId="{1781053A-FAA6-5C45-A36B-C76334BF5B5A}" srcId="{FB4D3BF4-CC29-404B-862D-D1DD73C53E0D}" destId="{4B6E7DB6-D8C9-2D44-991C-499777B7E9FD}" srcOrd="0" destOrd="0" parTransId="{FF49B778-84C6-BE42-90EB-BE42DB2E2D6F}" sibTransId="{6A282849-2879-AC41-AEA5-87807A990E07}"/>
    <dgm:cxn modelId="{568C245B-FE38-8E45-BF0F-A4198EBABA2A}" type="presOf" srcId="{5816C48D-B1A1-F248-89E4-28298F1CBE71}" destId="{D415FA21-2084-BC4C-87EF-BD21C8D1078E}" srcOrd="1" destOrd="0" presId="urn:microsoft.com/office/officeart/2005/8/layout/orgChart1"/>
    <dgm:cxn modelId="{C3CAEA62-2232-F440-9551-F0CA10A9C87C}" type="presOf" srcId="{3FCDB023-3AFA-0345-86DD-9C30D5018BB9}" destId="{A8F68595-3199-FC4F-A893-2878E9FE98C2}" srcOrd="0" destOrd="0" presId="urn:microsoft.com/office/officeart/2005/8/layout/orgChart1"/>
    <dgm:cxn modelId="{1656DFCB-1BAA-B347-B83F-21AA6E11BB05}" type="presOf" srcId="{690C8C95-2387-6B49-A4A1-E87A19E388C2}" destId="{36C13DFF-B003-5243-AF0E-C6BE5BE517AC}" srcOrd="0" destOrd="0" presId="urn:microsoft.com/office/officeart/2005/8/layout/orgChart1"/>
    <dgm:cxn modelId="{E89C36F6-A7E2-9941-A29E-6935F319C2CF}" type="presOf" srcId="{2B3C9062-1EF9-3242-A400-A901BF41692C}" destId="{FFEEEEF1-6681-A042-89FF-EB753BCEF031}" srcOrd="0" destOrd="0" presId="urn:microsoft.com/office/officeart/2005/8/layout/orgChart1"/>
    <dgm:cxn modelId="{E25B9D8B-6E59-7E4E-9147-8EB10A1A29CE}" srcId="{BA10674E-E856-EF46-808B-93E3419C1DEA}" destId="{0C84A5DF-0A79-E045-B28A-0D16FA948E5D}" srcOrd="1" destOrd="0" parTransId="{5969E116-76C0-E141-9EE0-0083EC7340A4}" sibTransId="{CFC9F35A-B008-7943-9F13-C3791A73132A}"/>
    <dgm:cxn modelId="{AD89C2CE-8C90-7841-A51B-0C81E5D2800F}" type="presOf" srcId="{38B8D62B-5695-224F-AA25-EDDD62DF65AF}" destId="{8B11B26D-CBA3-7D4D-9FAA-BFCB0BC9CCC8}" srcOrd="1" destOrd="0" presId="urn:microsoft.com/office/officeart/2005/8/layout/orgChart1"/>
    <dgm:cxn modelId="{0BDD740F-9AA7-944F-89D4-49D941591DFC}" srcId="{5799BE70-63D1-3A48-ACFA-1392E4C3D39F}" destId="{433FDEE6-8AA9-5246-9CED-128DAED99F40}" srcOrd="1" destOrd="0" parTransId="{1EA09781-D0CC-654A-B7BD-B7E7D1A90CCB}" sibTransId="{0866F69C-02A7-4246-8C23-06E56F736DD0}"/>
    <dgm:cxn modelId="{7D498ED7-08B0-124E-AD74-F8CE83543E80}" srcId="{4A5FED70-8BCE-334B-B293-A35849F0EE18}" destId="{D3A4341A-5D71-3B4D-86D3-5C71ED4B71C2}" srcOrd="2" destOrd="0" parTransId="{B4CD0AC5-A3ED-2242-B17B-6492C9C32EE3}" sibTransId="{A236089F-F5F6-B44C-8A9B-5D437031E4E9}"/>
    <dgm:cxn modelId="{AF752596-D47C-594C-9A64-E5988571FDC8}" type="presOf" srcId="{690C8C95-2387-6B49-A4A1-E87A19E388C2}" destId="{404EA1B2-7284-B64E-8A8F-1A7CF15BBC29}" srcOrd="1" destOrd="0" presId="urn:microsoft.com/office/officeart/2005/8/layout/orgChart1"/>
    <dgm:cxn modelId="{1A7C22C4-2303-FD47-A8A4-885F77D7F9D6}" type="presOf" srcId="{4ECCE811-E318-4A40-932A-571FA3BA37B0}" destId="{9DA9282A-F37C-504A-A97B-76396C0CB058}" srcOrd="0" destOrd="0" presId="urn:microsoft.com/office/officeart/2005/8/layout/orgChart1"/>
    <dgm:cxn modelId="{C886EC03-21E3-8941-AC43-ADB2BB445D90}" type="presOf" srcId="{0F9835E7-03DF-804C-A318-79386F2CE084}" destId="{59225EA8-602D-D449-836E-61C01BDB260E}" srcOrd="1" destOrd="0" presId="urn:microsoft.com/office/officeart/2005/8/layout/orgChart1"/>
    <dgm:cxn modelId="{134CFD09-20E4-0D46-80AB-240017001EC4}" type="presOf" srcId="{949355AB-82C4-BD4D-A3CB-B7EC5F135626}" destId="{95E3F37F-F196-7243-8E3A-02627CBE2450}" srcOrd="0" destOrd="0" presId="urn:microsoft.com/office/officeart/2005/8/layout/orgChart1"/>
    <dgm:cxn modelId="{588DE32E-184C-F042-ADA2-677E22A9B57B}" srcId="{3B2AA868-5F61-4044-B2D6-6E08F1B81F99}" destId="{A2E509F9-CDA9-6044-B440-C6EF8EA404D7}" srcOrd="2" destOrd="0" parTransId="{0071A36E-DF82-DC45-82E6-8BD642C4132F}" sibTransId="{2DDCF146-CD8A-124E-A054-487F01E29542}"/>
    <dgm:cxn modelId="{6C9A4040-AD3D-A840-AA6D-B1D92833ACFD}" type="presOf" srcId="{4B274D9F-B634-4343-A83C-4E6309C8E50B}" destId="{0C318376-1DAF-6642-909F-C15B385635D6}" srcOrd="0" destOrd="0" presId="urn:microsoft.com/office/officeart/2005/8/layout/orgChart1"/>
    <dgm:cxn modelId="{B136D4D2-74E7-4A4E-85AE-80FD0A18CB41}" type="presOf" srcId="{9437879C-088F-5A4B-8E6F-13C594353943}" destId="{B9784D7B-F1FD-9948-8DB2-C4B28483AA42}" srcOrd="0" destOrd="0" presId="urn:microsoft.com/office/officeart/2005/8/layout/orgChart1"/>
    <dgm:cxn modelId="{AE0B7FF7-9BD4-2D4D-896E-5DB83BF9B67D}" type="presOf" srcId="{11B7370A-E44B-F141-8030-FC2EE0B987E2}" destId="{6F886F46-EB08-4040-ABBC-664D11390E8E}" srcOrd="1" destOrd="0" presId="urn:microsoft.com/office/officeart/2005/8/layout/orgChart1"/>
    <dgm:cxn modelId="{E8573DC2-3FBB-154E-BABD-76E90089A835}" type="presOf" srcId="{8DBAD13D-68BC-D342-8405-A98213BEC319}" destId="{D0A621F6-49B1-4E4C-9A80-0DFCBAF700FC}" srcOrd="0" destOrd="0" presId="urn:microsoft.com/office/officeart/2005/8/layout/orgChart1"/>
    <dgm:cxn modelId="{18215413-BCBD-664A-A91A-4A8398D997D8}" type="presOf" srcId="{3B2AA868-5F61-4044-B2D6-6E08F1B81F99}" destId="{9C9F8D5F-C1BE-A043-BF1D-3BBF57035C3B}" srcOrd="1" destOrd="0" presId="urn:microsoft.com/office/officeart/2005/8/layout/orgChart1"/>
    <dgm:cxn modelId="{48299A57-F61D-D649-A63A-2AAF56C6E1FC}" srcId="{5B5E365B-8B76-6943-BE1D-2390A76E1C81}" destId="{0675A828-34A7-C245-ADF9-26078E0E83BB}" srcOrd="2" destOrd="0" parTransId="{84C214B8-64F5-AB41-86ED-C7328CAFD0ED}" sibTransId="{58965059-8011-3149-8183-BC9E09686194}"/>
    <dgm:cxn modelId="{BC51CDB5-2692-A540-9EAA-6B1002CFFF2C}" type="presOf" srcId="{D7897B01-0932-0E42-A7CB-4EFA4D5182D3}" destId="{A37E522B-B277-164A-873E-BDE45A9962F3}" srcOrd="0" destOrd="0" presId="urn:microsoft.com/office/officeart/2005/8/layout/orgChart1"/>
    <dgm:cxn modelId="{82B1D031-C1C8-D842-A99E-094101856D97}" srcId="{3B2AA868-5F61-4044-B2D6-6E08F1B81F99}" destId="{4ECCE811-E318-4A40-932A-571FA3BA37B0}" srcOrd="3" destOrd="0" parTransId="{F4DA0D77-46F5-1B45-AA6A-144DBCA9507E}" sibTransId="{A99BD315-DD8D-C946-ACDE-FCDE609CB563}"/>
    <dgm:cxn modelId="{496E9A23-F94C-EC42-8506-6B1446249181}" type="presOf" srcId="{1AD94B50-F9C0-AE46-AB9A-0D47BC7E4830}" destId="{17DFF972-245F-184B-9C42-651733955309}" srcOrd="0" destOrd="0" presId="urn:microsoft.com/office/officeart/2005/8/layout/orgChart1"/>
    <dgm:cxn modelId="{F8C3F02B-AF3B-D541-A6B9-62051D9D1FC1}" type="presOf" srcId="{5816C48D-B1A1-F248-89E4-28298F1CBE71}" destId="{DEBFB913-7821-F34C-9625-AADD4FD36723}" srcOrd="0" destOrd="0" presId="urn:microsoft.com/office/officeart/2005/8/layout/orgChart1"/>
    <dgm:cxn modelId="{3F207403-2A18-AB41-AD0E-372551F115C5}" type="presOf" srcId="{BA10674E-E856-EF46-808B-93E3419C1DEA}" destId="{23BBE08E-56BE-1A45-AF27-9075A6219070}" srcOrd="0" destOrd="0" presId="urn:microsoft.com/office/officeart/2005/8/layout/orgChart1"/>
    <dgm:cxn modelId="{669DE53D-8D2A-6544-878E-7BC2FE57FF89}" type="presOf" srcId="{5DC1A23D-8D26-7741-85DD-61A101C81F96}" destId="{4301C9AA-B010-4443-8F55-32AB8E8B6DD6}" srcOrd="1" destOrd="0" presId="urn:microsoft.com/office/officeart/2005/8/layout/orgChart1"/>
    <dgm:cxn modelId="{E4431578-9AF7-6547-A421-083DFEF9917D}" type="presOf" srcId="{C36902BC-DFE1-B144-963A-B7E83A04FE13}" destId="{FDCFDA55-A626-B149-9FCD-775AA3F2F737}" srcOrd="0" destOrd="0" presId="urn:microsoft.com/office/officeart/2005/8/layout/orgChart1"/>
    <dgm:cxn modelId="{33F6BDBE-1058-B849-832E-CC2847216914}" type="presOf" srcId="{EE5777F7-120A-9A47-8AFD-93F93C054765}" destId="{CB1E4A38-F164-DE49-9A24-E8AEA74D079F}" srcOrd="0" destOrd="0" presId="urn:microsoft.com/office/officeart/2005/8/layout/orgChart1"/>
    <dgm:cxn modelId="{422E025F-FAE4-6349-A404-E9CE4E73FE9D}" type="presOf" srcId="{0675A828-34A7-C245-ADF9-26078E0E83BB}" destId="{988999AC-1577-7645-A540-5003B6C7E2E4}" srcOrd="0" destOrd="0" presId="urn:microsoft.com/office/officeart/2005/8/layout/orgChart1"/>
    <dgm:cxn modelId="{15A5AEBA-212E-634C-9B36-C1F80FD91F26}" type="presOf" srcId="{F1E454DE-5948-6343-B232-38C08C28771D}" destId="{D90CB667-6634-2E4F-A31A-50781EA3465D}" srcOrd="1" destOrd="0" presId="urn:microsoft.com/office/officeart/2005/8/layout/orgChart1"/>
    <dgm:cxn modelId="{AA5F1978-E966-1B43-A094-E1857696F9E2}" srcId="{3B2AA868-5F61-4044-B2D6-6E08F1B81F99}" destId="{F114028D-299D-494C-91D4-3FA4994460AE}" srcOrd="1" destOrd="0" parTransId="{8F938BEE-DC09-D14F-B6F5-84AA118BA32B}" sibTransId="{7E06CAE4-FD85-A144-B6EA-22FEE88A81B7}"/>
    <dgm:cxn modelId="{400F8FD2-2262-2840-9BDA-92462D861413}" type="presOf" srcId="{DE6500D2-E21D-B945-A12E-AD2ABA2246E3}" destId="{927AB72A-E66D-C147-B4EB-4B368FF3157D}" srcOrd="1" destOrd="0" presId="urn:microsoft.com/office/officeart/2005/8/layout/orgChart1"/>
    <dgm:cxn modelId="{DF2C91C4-DBAD-DB45-9E2D-3E0B20426467}" type="presOf" srcId="{43B8486B-3DE7-A147-8D0B-D06EBB32097C}" destId="{C80926D8-6806-A14C-9221-2BC9D4AB5B06}" srcOrd="0" destOrd="0" presId="urn:microsoft.com/office/officeart/2005/8/layout/orgChart1"/>
    <dgm:cxn modelId="{73076E01-7869-724E-9270-16D82C9D47EC}" type="presOf" srcId="{D3A4341A-5D71-3B4D-86D3-5C71ED4B71C2}" destId="{03043B2A-16D4-2542-8928-59B419A979DB}" srcOrd="0" destOrd="0" presId="urn:microsoft.com/office/officeart/2005/8/layout/orgChart1"/>
    <dgm:cxn modelId="{FE966439-8444-3F42-8DAD-BCE2ADE2672F}" type="presOf" srcId="{2F58BBC8-FFE9-6645-AAD6-7EE99C10E7F9}" destId="{5348202A-90EF-364D-9A2C-A5C8CA32B2FC}" srcOrd="0" destOrd="0" presId="urn:microsoft.com/office/officeart/2005/8/layout/orgChart1"/>
    <dgm:cxn modelId="{424AA68E-4E2D-EB41-9660-01A164C896E8}" type="presOf" srcId="{DEB90BF1-AEA5-3148-B1E2-EA9D111B07CB}" destId="{43C1D0FC-B846-DE47-85BE-3C1BFE2C332E}" srcOrd="0" destOrd="0" presId="urn:microsoft.com/office/officeart/2005/8/layout/orgChart1"/>
    <dgm:cxn modelId="{EBB1503E-3BAB-5847-B6A5-60F02983BAA1}" type="presOf" srcId="{3B2AA868-5F61-4044-B2D6-6E08F1B81F99}" destId="{DED244D4-B76A-A845-B41A-251B460A0B8C}" srcOrd="0" destOrd="0" presId="urn:microsoft.com/office/officeart/2005/8/layout/orgChart1"/>
    <dgm:cxn modelId="{607C94C0-53E1-7941-A85E-9F04E39A78C3}" type="presOf" srcId="{B2596069-9906-8F46-97C6-2DA16CD596DA}" destId="{AA99E799-A616-9246-B1F2-3E9007C84144}" srcOrd="0" destOrd="0" presId="urn:microsoft.com/office/officeart/2005/8/layout/orgChart1"/>
    <dgm:cxn modelId="{6931BCA2-CDF5-D043-B2AA-C81612BAE042}" type="presOf" srcId="{4633D257-C487-8744-BD7A-A9347DE61415}" destId="{4DFD6662-6FB6-054E-9053-5D07AAF63159}" srcOrd="0" destOrd="0" presId="urn:microsoft.com/office/officeart/2005/8/layout/orgChart1"/>
    <dgm:cxn modelId="{CC7101B8-F5E5-3948-8B6A-8F71172DD9B7}" type="presOf" srcId="{DD4025DD-A857-E342-B3DA-427F2E934E3C}" destId="{52D89B2B-C56F-4448-A1DD-0357484A7413}" srcOrd="0" destOrd="0" presId="urn:microsoft.com/office/officeart/2005/8/layout/orgChart1"/>
    <dgm:cxn modelId="{FEDFB031-056B-9C4F-9362-42415F230BD6}" srcId="{D37C2303-BDFD-054B-A0D2-A56535619895}" destId="{FA142AF7-81C1-0E47-8611-C085B5B24EAA}" srcOrd="2" destOrd="0" parTransId="{099217EC-CE96-2A48-9A1B-36257C9D1BD7}" sibTransId="{14B6E6BB-7AC1-3241-B487-3BDB1004B136}"/>
    <dgm:cxn modelId="{80BF9AA3-B3CE-9543-BF64-829DF5575A6E}" type="presParOf" srcId="{B9588338-300A-FD4C-B686-B432E1AA5323}" destId="{250A80EB-98CE-3048-845B-733CA46144CB}" srcOrd="0" destOrd="0" presId="urn:microsoft.com/office/officeart/2005/8/layout/orgChart1"/>
    <dgm:cxn modelId="{74C4A8F3-5D82-2542-8C77-B12719CCC8EC}" type="presParOf" srcId="{250A80EB-98CE-3048-845B-733CA46144CB}" destId="{CBB23740-FE58-FF4F-92F3-187CBD45B6F3}" srcOrd="0" destOrd="0" presId="urn:microsoft.com/office/officeart/2005/8/layout/orgChart1"/>
    <dgm:cxn modelId="{DBD728F5-87C6-C84E-8140-BFFBFBCDEFD0}" type="presParOf" srcId="{CBB23740-FE58-FF4F-92F3-187CBD45B6F3}" destId="{87647BFD-C5C8-CF45-9478-84002CD34575}" srcOrd="0" destOrd="0" presId="urn:microsoft.com/office/officeart/2005/8/layout/orgChart1"/>
    <dgm:cxn modelId="{EE6B1CAF-467D-654D-8D10-BEF5D9E190E3}" type="presParOf" srcId="{CBB23740-FE58-FF4F-92F3-187CBD45B6F3}" destId="{8587437C-FF8C-B246-9FBD-558DF3D4A180}" srcOrd="1" destOrd="0" presId="urn:microsoft.com/office/officeart/2005/8/layout/orgChart1"/>
    <dgm:cxn modelId="{11FB0678-E08B-2545-B5E4-2943A5CDEED4}" type="presParOf" srcId="{250A80EB-98CE-3048-845B-733CA46144CB}" destId="{594CAB73-2DF0-1342-8ED8-32796E05ED41}" srcOrd="1" destOrd="0" presId="urn:microsoft.com/office/officeart/2005/8/layout/orgChart1"/>
    <dgm:cxn modelId="{694372DD-9B65-6946-9A9C-BDF06EF178D6}" type="presParOf" srcId="{594CAB73-2DF0-1342-8ED8-32796E05ED41}" destId="{4DFD6662-6FB6-054E-9053-5D07AAF63159}" srcOrd="0" destOrd="0" presId="urn:microsoft.com/office/officeart/2005/8/layout/orgChart1"/>
    <dgm:cxn modelId="{45809E2B-7296-AD4B-B0C0-5E5765BBC40C}" type="presParOf" srcId="{594CAB73-2DF0-1342-8ED8-32796E05ED41}" destId="{56D9A6B5-E383-B64E-AFA2-F07076AB10A5}" srcOrd="1" destOrd="0" presId="urn:microsoft.com/office/officeart/2005/8/layout/orgChart1"/>
    <dgm:cxn modelId="{331AEB17-169E-584E-8B4E-764E4569E319}" type="presParOf" srcId="{56D9A6B5-E383-B64E-AFA2-F07076AB10A5}" destId="{7B26D58E-8A65-0B43-85E0-ABAAA71F3409}" srcOrd="0" destOrd="0" presId="urn:microsoft.com/office/officeart/2005/8/layout/orgChart1"/>
    <dgm:cxn modelId="{F956805F-47E7-8E4E-A916-050DDA97ED82}" type="presParOf" srcId="{7B26D58E-8A65-0B43-85E0-ABAAA71F3409}" destId="{9CC661AA-0744-AE41-B3F0-01596482C7A7}" srcOrd="0" destOrd="0" presId="urn:microsoft.com/office/officeart/2005/8/layout/orgChart1"/>
    <dgm:cxn modelId="{5F0186F5-3F61-6048-8F8B-AB5316ECB6FD}" type="presParOf" srcId="{7B26D58E-8A65-0B43-85E0-ABAAA71F3409}" destId="{0AA35838-2BF9-F943-A1C0-59C0692661B5}" srcOrd="1" destOrd="0" presId="urn:microsoft.com/office/officeart/2005/8/layout/orgChart1"/>
    <dgm:cxn modelId="{6F197258-BA51-B748-9CA3-E91EB1CA26BF}" type="presParOf" srcId="{56D9A6B5-E383-B64E-AFA2-F07076AB10A5}" destId="{54EB9DD3-8EF8-C643-9055-E61CAD78B4A0}" srcOrd="1" destOrd="0" presId="urn:microsoft.com/office/officeart/2005/8/layout/orgChart1"/>
    <dgm:cxn modelId="{AF1FE677-D5E1-744C-9A4F-D0B82F316F05}" type="presParOf" srcId="{56D9A6B5-E383-B64E-AFA2-F07076AB10A5}" destId="{1EF80D82-0217-C74A-907A-2E4088502C7C}" srcOrd="2" destOrd="0" presId="urn:microsoft.com/office/officeart/2005/8/layout/orgChart1"/>
    <dgm:cxn modelId="{69DD031F-638B-DC44-862F-0601B9FC0442}" type="presParOf" srcId="{594CAB73-2DF0-1342-8ED8-32796E05ED41}" destId="{8D6146E2-B309-9042-8C3C-A6F235F5238E}" srcOrd="2" destOrd="0" presId="urn:microsoft.com/office/officeart/2005/8/layout/orgChart1"/>
    <dgm:cxn modelId="{D0DC2034-A06A-A442-928D-F1055C9E9EF9}" type="presParOf" srcId="{594CAB73-2DF0-1342-8ED8-32796E05ED41}" destId="{B7D229DD-432B-C146-B98D-2224B3742867}" srcOrd="3" destOrd="0" presId="urn:microsoft.com/office/officeart/2005/8/layout/orgChart1"/>
    <dgm:cxn modelId="{9C169EA4-BE66-5645-9BFB-5120AAC472DB}" type="presParOf" srcId="{B7D229DD-432B-C146-B98D-2224B3742867}" destId="{3B4F9255-E216-7847-A68A-FC7DED6B2623}" srcOrd="0" destOrd="0" presId="urn:microsoft.com/office/officeart/2005/8/layout/orgChart1"/>
    <dgm:cxn modelId="{C918621A-79A2-0D4D-A0EA-644C022629D6}" type="presParOf" srcId="{3B4F9255-E216-7847-A68A-FC7DED6B2623}" destId="{23BBE08E-56BE-1A45-AF27-9075A6219070}" srcOrd="0" destOrd="0" presId="urn:microsoft.com/office/officeart/2005/8/layout/orgChart1"/>
    <dgm:cxn modelId="{03A92271-A633-8049-8FD2-F11BAA1436B5}" type="presParOf" srcId="{3B4F9255-E216-7847-A68A-FC7DED6B2623}" destId="{EB7CEF45-073A-614A-8BFA-1D87030E183E}" srcOrd="1" destOrd="0" presId="urn:microsoft.com/office/officeart/2005/8/layout/orgChart1"/>
    <dgm:cxn modelId="{158D6C5A-13F7-DA48-9C94-3FDC5D227CE5}" type="presParOf" srcId="{B7D229DD-432B-C146-B98D-2224B3742867}" destId="{9440E5D4-6AA7-794E-859F-0349B8FEA267}" srcOrd="1" destOrd="0" presId="urn:microsoft.com/office/officeart/2005/8/layout/orgChart1"/>
    <dgm:cxn modelId="{00BB6606-8B0D-5842-8D3D-B2EE2D272731}" type="presParOf" srcId="{9440E5D4-6AA7-794E-859F-0349B8FEA267}" destId="{FDCFDA55-A626-B149-9FCD-775AA3F2F737}" srcOrd="0" destOrd="0" presId="urn:microsoft.com/office/officeart/2005/8/layout/orgChart1"/>
    <dgm:cxn modelId="{E210F9CA-D4F9-4A40-80AB-9143F3928657}" type="presParOf" srcId="{9440E5D4-6AA7-794E-859F-0349B8FEA267}" destId="{87590121-F71F-AC42-BCA0-F10E4A710303}" srcOrd="1" destOrd="0" presId="urn:microsoft.com/office/officeart/2005/8/layout/orgChart1"/>
    <dgm:cxn modelId="{09017323-6680-9448-952E-1DA65276482E}" type="presParOf" srcId="{87590121-F71F-AC42-BCA0-F10E4A710303}" destId="{1F8133E0-A8AA-9F41-88F2-31F27446C931}" srcOrd="0" destOrd="0" presId="urn:microsoft.com/office/officeart/2005/8/layout/orgChart1"/>
    <dgm:cxn modelId="{2A544CF6-B5AE-184B-88FF-5C11FF828A08}" type="presParOf" srcId="{1F8133E0-A8AA-9F41-88F2-31F27446C931}" destId="{DD390B19-6F3C-0E43-AFDD-9FBA01495E69}" srcOrd="0" destOrd="0" presId="urn:microsoft.com/office/officeart/2005/8/layout/orgChart1"/>
    <dgm:cxn modelId="{DA94A5DC-C147-EB4D-AA44-315220AF2176}" type="presParOf" srcId="{1F8133E0-A8AA-9F41-88F2-31F27446C931}" destId="{A10A01A6-82D5-D242-9824-A0AFE06B0791}" srcOrd="1" destOrd="0" presId="urn:microsoft.com/office/officeart/2005/8/layout/orgChart1"/>
    <dgm:cxn modelId="{B25F9315-660B-2243-BCB2-636E76385DA6}" type="presParOf" srcId="{87590121-F71F-AC42-BCA0-F10E4A710303}" destId="{05BCFCB7-45D5-CA49-93AB-C20CA5F2A3E8}" srcOrd="1" destOrd="0" presId="urn:microsoft.com/office/officeart/2005/8/layout/orgChart1"/>
    <dgm:cxn modelId="{347FCCB1-BE19-3D4F-81D2-2259E79149CE}" type="presParOf" srcId="{05BCFCB7-45D5-CA49-93AB-C20CA5F2A3E8}" destId="{A27AA4B4-026D-4A4C-A176-121115E7B7E5}" srcOrd="0" destOrd="0" presId="urn:microsoft.com/office/officeart/2005/8/layout/orgChart1"/>
    <dgm:cxn modelId="{4820307C-6CEA-B341-B063-0CF262F65B76}" type="presParOf" srcId="{05BCFCB7-45D5-CA49-93AB-C20CA5F2A3E8}" destId="{E1AFD94E-6FEB-E649-B1B9-387AE6782492}" srcOrd="1" destOrd="0" presId="urn:microsoft.com/office/officeart/2005/8/layout/orgChart1"/>
    <dgm:cxn modelId="{9E1BB8E2-1F59-1F44-91BE-AF1C5C5D17A5}" type="presParOf" srcId="{E1AFD94E-6FEB-E649-B1B9-387AE6782492}" destId="{884F19E9-F550-9148-9FDF-089E29285692}" srcOrd="0" destOrd="0" presId="urn:microsoft.com/office/officeart/2005/8/layout/orgChart1"/>
    <dgm:cxn modelId="{EFA70D67-C450-4F4A-A7AC-0414CEAFA710}" type="presParOf" srcId="{884F19E9-F550-9148-9FDF-089E29285692}" destId="{0B0E3344-EE91-F948-8A83-2F9B94F89716}" srcOrd="0" destOrd="0" presId="urn:microsoft.com/office/officeart/2005/8/layout/orgChart1"/>
    <dgm:cxn modelId="{9A756662-2E75-B440-AD43-A596C76BB7B4}" type="presParOf" srcId="{884F19E9-F550-9148-9FDF-089E29285692}" destId="{38CCB872-0C83-3F46-8DD4-B45E0160CC44}" srcOrd="1" destOrd="0" presId="urn:microsoft.com/office/officeart/2005/8/layout/orgChart1"/>
    <dgm:cxn modelId="{4D5F5D00-7A37-CA42-B4F7-F05269983CFE}" type="presParOf" srcId="{E1AFD94E-6FEB-E649-B1B9-387AE6782492}" destId="{BD7CF680-A6C3-114F-AF37-8731E46AE956}" srcOrd="1" destOrd="0" presId="urn:microsoft.com/office/officeart/2005/8/layout/orgChart1"/>
    <dgm:cxn modelId="{657424F4-06A0-8B40-B199-CE94B2964F8C}" type="presParOf" srcId="{E1AFD94E-6FEB-E649-B1B9-387AE6782492}" destId="{4219DFBA-EA9F-2541-8594-CB7ED71D3752}" srcOrd="2" destOrd="0" presId="urn:microsoft.com/office/officeart/2005/8/layout/orgChart1"/>
    <dgm:cxn modelId="{1233EB47-5E6A-5943-8997-682EF5A52777}" type="presParOf" srcId="{05BCFCB7-45D5-CA49-93AB-C20CA5F2A3E8}" destId="{17DFF972-245F-184B-9C42-651733955309}" srcOrd="2" destOrd="0" presId="urn:microsoft.com/office/officeart/2005/8/layout/orgChart1"/>
    <dgm:cxn modelId="{57F51EBC-987A-C742-AA8B-EB71F2BF889C}" type="presParOf" srcId="{05BCFCB7-45D5-CA49-93AB-C20CA5F2A3E8}" destId="{5538E7F2-726A-154F-B170-06CACEEE412E}" srcOrd="3" destOrd="0" presId="urn:microsoft.com/office/officeart/2005/8/layout/orgChart1"/>
    <dgm:cxn modelId="{CB1E111F-3C17-0B48-9FFB-E3D88C8AE8CB}" type="presParOf" srcId="{5538E7F2-726A-154F-B170-06CACEEE412E}" destId="{D41E0EB5-3456-1944-AEB0-22268085204A}" srcOrd="0" destOrd="0" presId="urn:microsoft.com/office/officeart/2005/8/layout/orgChart1"/>
    <dgm:cxn modelId="{AC9F82F0-99F9-F24B-A7C9-EEB23CD0A787}" type="presParOf" srcId="{D41E0EB5-3456-1944-AEB0-22268085204A}" destId="{BD4D75DD-E8F1-FE45-8130-3EB203E277D0}" srcOrd="0" destOrd="0" presId="urn:microsoft.com/office/officeart/2005/8/layout/orgChart1"/>
    <dgm:cxn modelId="{9D19DCD6-ABC9-9743-B573-C5034CD0AE1C}" type="presParOf" srcId="{D41E0EB5-3456-1944-AEB0-22268085204A}" destId="{59046553-8648-1E43-A37C-2B1D53AAEF71}" srcOrd="1" destOrd="0" presId="urn:microsoft.com/office/officeart/2005/8/layout/orgChart1"/>
    <dgm:cxn modelId="{946D6EE9-9C4E-9540-B9CA-ACA5BE3307B8}" type="presParOf" srcId="{5538E7F2-726A-154F-B170-06CACEEE412E}" destId="{4B006C28-966C-6648-A4AD-279B1583CF35}" srcOrd="1" destOrd="0" presId="urn:microsoft.com/office/officeart/2005/8/layout/orgChart1"/>
    <dgm:cxn modelId="{A38E3EF3-CA91-F042-81D0-12E77B1E9D68}" type="presParOf" srcId="{5538E7F2-726A-154F-B170-06CACEEE412E}" destId="{74E4FACB-FBDA-EB45-809B-B8D953DBDC48}" srcOrd="2" destOrd="0" presId="urn:microsoft.com/office/officeart/2005/8/layout/orgChart1"/>
    <dgm:cxn modelId="{43174649-33EA-6443-BFC9-CDF185C41323}" type="presParOf" srcId="{05BCFCB7-45D5-CA49-93AB-C20CA5F2A3E8}" destId="{D374CD3F-1C0F-6C46-ABEC-2223CE4852D8}" srcOrd="4" destOrd="0" presId="urn:microsoft.com/office/officeart/2005/8/layout/orgChart1"/>
    <dgm:cxn modelId="{BCA695F1-4624-EE43-9699-0F847516E01F}" type="presParOf" srcId="{05BCFCB7-45D5-CA49-93AB-C20CA5F2A3E8}" destId="{70E8A14D-B69C-0D4D-BDCF-DBA49EDFDE23}" srcOrd="5" destOrd="0" presId="urn:microsoft.com/office/officeart/2005/8/layout/orgChart1"/>
    <dgm:cxn modelId="{2AFF6074-FA0F-3B4D-BABF-B1D9D2FD1155}" type="presParOf" srcId="{70E8A14D-B69C-0D4D-BDCF-DBA49EDFDE23}" destId="{1FEA0723-81C3-A945-B1A8-31ADE017C1D0}" srcOrd="0" destOrd="0" presId="urn:microsoft.com/office/officeart/2005/8/layout/orgChart1"/>
    <dgm:cxn modelId="{5D0DAAFE-5DDE-FF4C-8ADA-BD50AE3FCDA3}" type="presParOf" srcId="{1FEA0723-81C3-A945-B1A8-31ADE017C1D0}" destId="{03043B2A-16D4-2542-8928-59B419A979DB}" srcOrd="0" destOrd="0" presId="urn:microsoft.com/office/officeart/2005/8/layout/orgChart1"/>
    <dgm:cxn modelId="{1D6B6093-A2FF-784C-87AE-609B50C77BF3}" type="presParOf" srcId="{1FEA0723-81C3-A945-B1A8-31ADE017C1D0}" destId="{F1605636-DD9E-9143-8C0E-FA7E84D5AC1A}" srcOrd="1" destOrd="0" presId="urn:microsoft.com/office/officeart/2005/8/layout/orgChart1"/>
    <dgm:cxn modelId="{0F9DA2A8-3B6E-F847-B62F-5C04EFBDE7E3}" type="presParOf" srcId="{70E8A14D-B69C-0D4D-BDCF-DBA49EDFDE23}" destId="{36C32597-47A7-9248-A992-E6A94FA26F93}" srcOrd="1" destOrd="0" presId="urn:microsoft.com/office/officeart/2005/8/layout/orgChart1"/>
    <dgm:cxn modelId="{778566BD-AB4C-5A43-896F-3C7F2CAA3019}" type="presParOf" srcId="{70E8A14D-B69C-0D4D-BDCF-DBA49EDFDE23}" destId="{EBB9B8F9-FD06-B448-9B3E-0071BC7EEA9F}" srcOrd="2" destOrd="0" presId="urn:microsoft.com/office/officeart/2005/8/layout/orgChart1"/>
    <dgm:cxn modelId="{558A8AE1-6410-8E41-8D0D-E70B00DC3221}" type="presParOf" srcId="{05BCFCB7-45D5-CA49-93AB-C20CA5F2A3E8}" destId="{D1418885-C578-7B45-B662-A46B76758024}" srcOrd="6" destOrd="0" presId="urn:microsoft.com/office/officeart/2005/8/layout/orgChart1"/>
    <dgm:cxn modelId="{245C6F31-7638-D145-A517-2D1673B5CE9A}" type="presParOf" srcId="{05BCFCB7-45D5-CA49-93AB-C20CA5F2A3E8}" destId="{C920133C-F102-E347-A296-0D046A74567F}" srcOrd="7" destOrd="0" presId="urn:microsoft.com/office/officeart/2005/8/layout/orgChart1"/>
    <dgm:cxn modelId="{7B22CFE1-27BD-FE44-AA79-8E307064DF39}" type="presParOf" srcId="{C920133C-F102-E347-A296-0D046A74567F}" destId="{2757316F-4E5E-964D-8854-4CC417AEC5F2}" srcOrd="0" destOrd="0" presId="urn:microsoft.com/office/officeart/2005/8/layout/orgChart1"/>
    <dgm:cxn modelId="{7151B556-9E7C-0746-A384-97CB15A652B6}" type="presParOf" srcId="{2757316F-4E5E-964D-8854-4CC417AEC5F2}" destId="{5599A9E2-4728-F348-95B5-BEE7E9E6142E}" srcOrd="0" destOrd="0" presId="urn:microsoft.com/office/officeart/2005/8/layout/orgChart1"/>
    <dgm:cxn modelId="{7AF46EE8-0369-964A-83FD-10F7E30E4A6D}" type="presParOf" srcId="{2757316F-4E5E-964D-8854-4CC417AEC5F2}" destId="{2B602A6A-C4CC-7D4A-B354-19945F71F337}" srcOrd="1" destOrd="0" presId="urn:microsoft.com/office/officeart/2005/8/layout/orgChart1"/>
    <dgm:cxn modelId="{5FCAE789-A400-5E42-88C6-DF5739B652F9}" type="presParOf" srcId="{C920133C-F102-E347-A296-0D046A74567F}" destId="{8A966E05-58FE-8742-81DB-8232330B4778}" srcOrd="1" destOrd="0" presId="urn:microsoft.com/office/officeart/2005/8/layout/orgChart1"/>
    <dgm:cxn modelId="{DE792042-472D-7449-A80A-82B4401E0E4F}" type="presParOf" srcId="{C920133C-F102-E347-A296-0D046A74567F}" destId="{92C01124-9E39-764F-9DCE-DE80F15638B9}" srcOrd="2" destOrd="0" presId="urn:microsoft.com/office/officeart/2005/8/layout/orgChart1"/>
    <dgm:cxn modelId="{D58CA838-4D53-1646-A552-876568EEABBE}" type="presParOf" srcId="{87590121-F71F-AC42-BCA0-F10E4A710303}" destId="{6C0BB8A9-1DE7-3C44-B390-9A9945A9DF93}" srcOrd="2" destOrd="0" presId="urn:microsoft.com/office/officeart/2005/8/layout/orgChart1"/>
    <dgm:cxn modelId="{F8639F8C-D521-DA4B-8505-D72B0F45E508}" type="presParOf" srcId="{9440E5D4-6AA7-794E-859F-0349B8FEA267}" destId="{F86673F5-0EE6-0E48-AD7B-CA9E55E24288}" srcOrd="2" destOrd="0" presId="urn:microsoft.com/office/officeart/2005/8/layout/orgChart1"/>
    <dgm:cxn modelId="{F995ED16-4DBB-604A-B552-2A1D3E746F6F}" type="presParOf" srcId="{9440E5D4-6AA7-794E-859F-0349B8FEA267}" destId="{D267F470-A0F2-C242-99C4-14A5ED4FC074}" srcOrd="3" destOrd="0" presId="urn:microsoft.com/office/officeart/2005/8/layout/orgChart1"/>
    <dgm:cxn modelId="{9F3C6184-41B7-7646-A0FB-29C61496B2A9}" type="presParOf" srcId="{D267F470-A0F2-C242-99C4-14A5ED4FC074}" destId="{4F4D0432-8C9A-6F4D-ABDA-1FD6BDA1A897}" srcOrd="0" destOrd="0" presId="urn:microsoft.com/office/officeart/2005/8/layout/orgChart1"/>
    <dgm:cxn modelId="{DB7CF438-6074-1B44-B431-28DE3206585A}" type="presParOf" srcId="{4F4D0432-8C9A-6F4D-ABDA-1FD6BDA1A897}" destId="{863EE93D-D66A-9547-9E51-DBF8D5C903A1}" srcOrd="0" destOrd="0" presId="urn:microsoft.com/office/officeart/2005/8/layout/orgChart1"/>
    <dgm:cxn modelId="{18BF4564-D0F7-E44D-BDA3-0760932F25BF}" type="presParOf" srcId="{4F4D0432-8C9A-6F4D-ABDA-1FD6BDA1A897}" destId="{A2A41FA0-7D3F-F044-B505-8140136B2507}" srcOrd="1" destOrd="0" presId="urn:microsoft.com/office/officeart/2005/8/layout/orgChart1"/>
    <dgm:cxn modelId="{F4EE645A-F9DD-D64F-A05B-08B727D170A9}" type="presParOf" srcId="{D267F470-A0F2-C242-99C4-14A5ED4FC074}" destId="{E0B3AD59-688C-1447-9C84-8EB23E0850E6}" srcOrd="1" destOrd="0" presId="urn:microsoft.com/office/officeart/2005/8/layout/orgChart1"/>
    <dgm:cxn modelId="{FC784B45-6255-174F-A44D-4FBDEC8E764F}" type="presParOf" srcId="{E0B3AD59-688C-1447-9C84-8EB23E0850E6}" destId="{326FF530-6BB2-0743-A0CC-C909344577DE}" srcOrd="0" destOrd="0" presId="urn:microsoft.com/office/officeart/2005/8/layout/orgChart1"/>
    <dgm:cxn modelId="{F145B659-74D2-5C4C-BA66-2476346C775F}" type="presParOf" srcId="{E0B3AD59-688C-1447-9C84-8EB23E0850E6}" destId="{7B137DB4-B3B9-E242-84A2-AD9B09826C94}" srcOrd="1" destOrd="0" presId="urn:microsoft.com/office/officeart/2005/8/layout/orgChart1"/>
    <dgm:cxn modelId="{0E966A09-F79D-0640-80B6-821A3810A77B}" type="presParOf" srcId="{7B137DB4-B3B9-E242-84A2-AD9B09826C94}" destId="{79C30F91-BEF2-D847-A247-E4852D3E8336}" srcOrd="0" destOrd="0" presId="urn:microsoft.com/office/officeart/2005/8/layout/orgChart1"/>
    <dgm:cxn modelId="{D04F225B-27FE-6244-BFFB-396761EFAF4C}" type="presParOf" srcId="{79C30F91-BEF2-D847-A247-E4852D3E8336}" destId="{F51B4A7C-59A0-0441-871A-6A6377BA660C}" srcOrd="0" destOrd="0" presId="urn:microsoft.com/office/officeart/2005/8/layout/orgChart1"/>
    <dgm:cxn modelId="{74E2FC68-3288-AE48-9EC2-6361A2F79602}" type="presParOf" srcId="{79C30F91-BEF2-D847-A247-E4852D3E8336}" destId="{AC79CAD6-6B66-5046-BBA9-9165CA755A89}" srcOrd="1" destOrd="0" presId="urn:microsoft.com/office/officeart/2005/8/layout/orgChart1"/>
    <dgm:cxn modelId="{EACDB860-F20C-6A40-889A-7D1EF6BD95A1}" type="presParOf" srcId="{7B137DB4-B3B9-E242-84A2-AD9B09826C94}" destId="{BD91B930-7EC8-BA44-84A2-7410557C8491}" srcOrd="1" destOrd="0" presId="urn:microsoft.com/office/officeart/2005/8/layout/orgChart1"/>
    <dgm:cxn modelId="{20816619-F3E3-FB42-B73B-C8DB882DB2B8}" type="presParOf" srcId="{7B137DB4-B3B9-E242-84A2-AD9B09826C94}" destId="{AB4BCE74-6638-3C44-BF11-713BEC2604D3}" srcOrd="2" destOrd="0" presId="urn:microsoft.com/office/officeart/2005/8/layout/orgChart1"/>
    <dgm:cxn modelId="{858B6ED3-F6FF-6346-A01B-3547F5EDA731}" type="presParOf" srcId="{E0B3AD59-688C-1447-9C84-8EB23E0850E6}" destId="{AD464B64-4F64-BD43-92A7-EFBB295B3B2D}" srcOrd="2" destOrd="0" presId="urn:microsoft.com/office/officeart/2005/8/layout/orgChart1"/>
    <dgm:cxn modelId="{570278CB-BE7A-C647-A913-E5EDABE625A7}" type="presParOf" srcId="{E0B3AD59-688C-1447-9C84-8EB23E0850E6}" destId="{90B87A71-66A5-8B49-8E4C-2FB2C9A12124}" srcOrd="3" destOrd="0" presId="urn:microsoft.com/office/officeart/2005/8/layout/orgChart1"/>
    <dgm:cxn modelId="{BE597A12-D9D0-8E4E-81F1-95F3E8E82DF0}" type="presParOf" srcId="{90B87A71-66A5-8B49-8E4C-2FB2C9A12124}" destId="{FD034CDF-0901-2048-8421-4D3FEAD396C5}" srcOrd="0" destOrd="0" presId="urn:microsoft.com/office/officeart/2005/8/layout/orgChart1"/>
    <dgm:cxn modelId="{A8D867EF-8583-2547-8A3A-DE3C41C923AE}" type="presParOf" srcId="{FD034CDF-0901-2048-8421-4D3FEAD396C5}" destId="{119B5BE7-15C5-6746-98E0-E08EC4E6E605}" srcOrd="0" destOrd="0" presId="urn:microsoft.com/office/officeart/2005/8/layout/orgChart1"/>
    <dgm:cxn modelId="{E4084C7D-3261-B549-90B5-CAA0CDDDFFD7}" type="presParOf" srcId="{FD034CDF-0901-2048-8421-4D3FEAD396C5}" destId="{7958564B-D48D-B140-ACC9-D1A5E4292E93}" srcOrd="1" destOrd="0" presId="urn:microsoft.com/office/officeart/2005/8/layout/orgChart1"/>
    <dgm:cxn modelId="{EF12F8F0-1991-D840-B728-22C62462C0DC}" type="presParOf" srcId="{90B87A71-66A5-8B49-8E4C-2FB2C9A12124}" destId="{5B7DAD6B-6E9F-1945-B65D-29F567FF4DA2}" srcOrd="1" destOrd="0" presId="urn:microsoft.com/office/officeart/2005/8/layout/orgChart1"/>
    <dgm:cxn modelId="{A6A74388-3BDA-744B-95E4-46BF5A7F3A63}" type="presParOf" srcId="{90B87A71-66A5-8B49-8E4C-2FB2C9A12124}" destId="{89805AD2-53FB-9C40-80E4-18081F575EAD}" srcOrd="2" destOrd="0" presId="urn:microsoft.com/office/officeart/2005/8/layout/orgChart1"/>
    <dgm:cxn modelId="{4DCED0C5-89F2-894B-BA81-C940F2EB3B9D}" type="presParOf" srcId="{E0B3AD59-688C-1447-9C84-8EB23E0850E6}" destId="{A4D60CBF-226B-4849-9E00-8362D3437B34}" srcOrd="4" destOrd="0" presId="urn:microsoft.com/office/officeart/2005/8/layout/orgChart1"/>
    <dgm:cxn modelId="{86D3E6D1-7230-9047-9ACC-2F0802AAA0F3}" type="presParOf" srcId="{E0B3AD59-688C-1447-9C84-8EB23E0850E6}" destId="{24790EA4-D1E3-334E-94D1-1B0B9D226218}" srcOrd="5" destOrd="0" presId="urn:microsoft.com/office/officeart/2005/8/layout/orgChart1"/>
    <dgm:cxn modelId="{D7EE74B2-BDC7-594C-9516-1C43D9A083FB}" type="presParOf" srcId="{24790EA4-D1E3-334E-94D1-1B0B9D226218}" destId="{3B018E8F-F771-3E42-96ED-697B61023DDF}" srcOrd="0" destOrd="0" presId="urn:microsoft.com/office/officeart/2005/8/layout/orgChart1"/>
    <dgm:cxn modelId="{9F3D0782-E66F-4D4F-BD64-224C99FABFDE}" type="presParOf" srcId="{3B018E8F-F771-3E42-96ED-697B61023DDF}" destId="{54A9522B-45E0-FF49-816D-7659024F4831}" srcOrd="0" destOrd="0" presId="urn:microsoft.com/office/officeart/2005/8/layout/orgChart1"/>
    <dgm:cxn modelId="{20EE21AF-27EE-8149-BB75-4A76B8D12064}" type="presParOf" srcId="{3B018E8F-F771-3E42-96ED-697B61023DDF}" destId="{874D63C8-40A4-6145-8FA5-1EC8ED561FD3}" srcOrd="1" destOrd="0" presId="urn:microsoft.com/office/officeart/2005/8/layout/orgChart1"/>
    <dgm:cxn modelId="{AA91387D-CDF7-0C47-A609-89E54C652525}" type="presParOf" srcId="{24790EA4-D1E3-334E-94D1-1B0B9D226218}" destId="{BFB6E2B2-B33D-E347-82AA-FE6BD538812F}" srcOrd="1" destOrd="0" presId="urn:microsoft.com/office/officeart/2005/8/layout/orgChart1"/>
    <dgm:cxn modelId="{6BEB27DB-8E9B-4943-A5E9-31AD9026540A}" type="presParOf" srcId="{24790EA4-D1E3-334E-94D1-1B0B9D226218}" destId="{109FD4EF-A646-7A4A-90DD-B8245DBF50BA}" srcOrd="2" destOrd="0" presId="urn:microsoft.com/office/officeart/2005/8/layout/orgChart1"/>
    <dgm:cxn modelId="{FC839A56-06F2-2A4C-9050-B58720E4E1B2}" type="presParOf" srcId="{E0B3AD59-688C-1447-9C84-8EB23E0850E6}" destId="{FD316A67-6BFF-574F-BA2A-1672EB0CA969}" srcOrd="6" destOrd="0" presId="urn:microsoft.com/office/officeart/2005/8/layout/orgChart1"/>
    <dgm:cxn modelId="{C9EFEF27-0976-8B49-9BA5-E2E5B235F770}" type="presParOf" srcId="{E0B3AD59-688C-1447-9C84-8EB23E0850E6}" destId="{F3718358-703D-534B-8D1B-14A4C6969553}" srcOrd="7" destOrd="0" presId="urn:microsoft.com/office/officeart/2005/8/layout/orgChart1"/>
    <dgm:cxn modelId="{1D451673-DF3F-7C41-9622-63235143EE33}" type="presParOf" srcId="{F3718358-703D-534B-8D1B-14A4C6969553}" destId="{96A77385-6D32-7A49-9A2A-58CEEA08089E}" srcOrd="0" destOrd="0" presId="urn:microsoft.com/office/officeart/2005/8/layout/orgChart1"/>
    <dgm:cxn modelId="{B1A67FAF-BC2A-9F43-AEBC-0813535BDFBB}" type="presParOf" srcId="{96A77385-6D32-7A49-9A2A-58CEEA08089E}" destId="{F8CE596C-A6CB-4D43-BCF4-47427E7D311D}" srcOrd="0" destOrd="0" presId="urn:microsoft.com/office/officeart/2005/8/layout/orgChart1"/>
    <dgm:cxn modelId="{D8D62E64-FAD0-6D4B-A906-AAD74A995A3B}" type="presParOf" srcId="{96A77385-6D32-7A49-9A2A-58CEEA08089E}" destId="{4ED39E1C-17F2-0840-B26D-80B4A8077320}" srcOrd="1" destOrd="0" presId="urn:microsoft.com/office/officeart/2005/8/layout/orgChart1"/>
    <dgm:cxn modelId="{D8EE3AA1-19A9-9B45-8BE0-B55664D7269D}" type="presParOf" srcId="{F3718358-703D-534B-8D1B-14A4C6969553}" destId="{122E0C91-DB7E-814E-B0F5-7509EF44085C}" srcOrd="1" destOrd="0" presId="urn:microsoft.com/office/officeart/2005/8/layout/orgChart1"/>
    <dgm:cxn modelId="{BA7007A0-6292-524A-A99E-C969BBE61E1B}" type="presParOf" srcId="{F3718358-703D-534B-8D1B-14A4C6969553}" destId="{6B1EC562-779F-F045-AA57-ECA09352FEAA}" srcOrd="2" destOrd="0" presId="urn:microsoft.com/office/officeart/2005/8/layout/orgChart1"/>
    <dgm:cxn modelId="{4C5250C4-753B-F143-893C-91FDA1AE39FF}" type="presParOf" srcId="{E0B3AD59-688C-1447-9C84-8EB23E0850E6}" destId="{51788DF1-E0C2-6444-AE20-CB163D80BB0C}" srcOrd="8" destOrd="0" presId="urn:microsoft.com/office/officeart/2005/8/layout/orgChart1"/>
    <dgm:cxn modelId="{5722EAC0-037D-D44C-B72C-6BBE53DC19B5}" type="presParOf" srcId="{E0B3AD59-688C-1447-9C84-8EB23E0850E6}" destId="{3614E3E3-A787-0442-8322-00A58C06024A}" srcOrd="9" destOrd="0" presId="urn:microsoft.com/office/officeart/2005/8/layout/orgChart1"/>
    <dgm:cxn modelId="{2F95B05C-3D7C-1948-990C-49E2D4AC65DF}" type="presParOf" srcId="{3614E3E3-A787-0442-8322-00A58C06024A}" destId="{FF0FF7EA-4BE1-DF4B-A80B-E9CDDB28DEFF}" srcOrd="0" destOrd="0" presId="urn:microsoft.com/office/officeart/2005/8/layout/orgChart1"/>
    <dgm:cxn modelId="{FACAF740-F4BC-3249-9C75-3F2CB3A5A24A}" type="presParOf" srcId="{FF0FF7EA-4BE1-DF4B-A80B-E9CDDB28DEFF}" destId="{BDD08945-39E1-534E-B5B5-17AD0583400C}" srcOrd="0" destOrd="0" presId="urn:microsoft.com/office/officeart/2005/8/layout/orgChart1"/>
    <dgm:cxn modelId="{A3D6353C-0F83-C542-B6E7-A924F6214B0A}" type="presParOf" srcId="{FF0FF7EA-4BE1-DF4B-A80B-E9CDDB28DEFF}" destId="{1C0A4559-1ABF-624F-A3AC-3C9F589FB004}" srcOrd="1" destOrd="0" presId="urn:microsoft.com/office/officeart/2005/8/layout/orgChart1"/>
    <dgm:cxn modelId="{653978D5-C6CB-564D-96BB-C6F7036567C0}" type="presParOf" srcId="{3614E3E3-A787-0442-8322-00A58C06024A}" destId="{3C6DF49C-86B8-8C4E-BF47-9E3A00FD8519}" srcOrd="1" destOrd="0" presId="urn:microsoft.com/office/officeart/2005/8/layout/orgChart1"/>
    <dgm:cxn modelId="{742CFD74-3594-8749-AA48-914929DD75E0}" type="presParOf" srcId="{3614E3E3-A787-0442-8322-00A58C06024A}" destId="{F101889C-F7CF-C347-9780-D09246F18DC4}" srcOrd="2" destOrd="0" presId="urn:microsoft.com/office/officeart/2005/8/layout/orgChart1"/>
    <dgm:cxn modelId="{4DBC0588-C5A7-A946-9C04-CBB262E1A28B}" type="presParOf" srcId="{E0B3AD59-688C-1447-9C84-8EB23E0850E6}" destId="{B9784D7B-F1FD-9948-8DB2-C4B28483AA42}" srcOrd="10" destOrd="0" presId="urn:microsoft.com/office/officeart/2005/8/layout/orgChart1"/>
    <dgm:cxn modelId="{81F79272-E408-F14E-A147-10ACED66F360}" type="presParOf" srcId="{E0B3AD59-688C-1447-9C84-8EB23E0850E6}" destId="{25566B53-3E41-924D-9A70-02F05B490D27}" srcOrd="11" destOrd="0" presId="urn:microsoft.com/office/officeart/2005/8/layout/orgChart1"/>
    <dgm:cxn modelId="{FCF2D047-7C2D-BC43-B2A5-1FB09B4D56D6}" type="presParOf" srcId="{25566B53-3E41-924D-9A70-02F05B490D27}" destId="{D3F9FFC1-C01D-DC40-B159-620A172E76ED}" srcOrd="0" destOrd="0" presId="urn:microsoft.com/office/officeart/2005/8/layout/orgChart1"/>
    <dgm:cxn modelId="{86FA29D0-D964-0A42-90DB-E3139612629C}" type="presParOf" srcId="{D3F9FFC1-C01D-DC40-B159-620A172E76ED}" destId="{A08CD9FD-5490-364E-AD6D-BE895AC026BF}" srcOrd="0" destOrd="0" presId="urn:microsoft.com/office/officeart/2005/8/layout/orgChart1"/>
    <dgm:cxn modelId="{9094015E-10E5-1D4F-B7EE-D00E59D21CEE}" type="presParOf" srcId="{D3F9FFC1-C01D-DC40-B159-620A172E76ED}" destId="{59225EA8-602D-D449-836E-61C01BDB260E}" srcOrd="1" destOrd="0" presId="urn:microsoft.com/office/officeart/2005/8/layout/orgChart1"/>
    <dgm:cxn modelId="{23F26B5A-9386-E24C-92FC-31AD6FEE5E89}" type="presParOf" srcId="{25566B53-3E41-924D-9A70-02F05B490D27}" destId="{ECAD4C40-90D0-A446-BBE1-30DCB3E971A5}" srcOrd="1" destOrd="0" presId="urn:microsoft.com/office/officeart/2005/8/layout/orgChart1"/>
    <dgm:cxn modelId="{99E43F90-729D-314B-A7B5-479CFB90458B}" type="presParOf" srcId="{25566B53-3E41-924D-9A70-02F05B490D27}" destId="{8B72EE39-646B-AD40-8E0A-28B313777D56}" srcOrd="2" destOrd="0" presId="urn:microsoft.com/office/officeart/2005/8/layout/orgChart1"/>
    <dgm:cxn modelId="{AA9A0F3C-3826-E345-B4DD-45EA2139F41E}" type="presParOf" srcId="{D267F470-A0F2-C242-99C4-14A5ED4FC074}" destId="{BB15F268-C018-9B4A-BFDD-FF627BBE6C08}" srcOrd="2" destOrd="0" presId="urn:microsoft.com/office/officeart/2005/8/layout/orgChart1"/>
    <dgm:cxn modelId="{10EDFE02-1494-5345-B4C6-98547F7B8D15}" type="presParOf" srcId="{9440E5D4-6AA7-794E-859F-0349B8FEA267}" destId="{B91ACF00-D454-914D-B10F-4349DA5CFE78}" srcOrd="4" destOrd="0" presId="urn:microsoft.com/office/officeart/2005/8/layout/orgChart1"/>
    <dgm:cxn modelId="{FF95A4A4-1519-D540-B6C6-1EDB2A11E6DA}" type="presParOf" srcId="{9440E5D4-6AA7-794E-859F-0349B8FEA267}" destId="{DF17B9B8-59BE-6D41-8A31-CFC7D5CBF4E3}" srcOrd="5" destOrd="0" presId="urn:microsoft.com/office/officeart/2005/8/layout/orgChart1"/>
    <dgm:cxn modelId="{59249C90-AE31-9F49-BAE2-1C918AFFB7E1}" type="presParOf" srcId="{DF17B9B8-59BE-6D41-8A31-CFC7D5CBF4E3}" destId="{226F7785-ECF8-924C-920D-36D23C873B9B}" srcOrd="0" destOrd="0" presId="urn:microsoft.com/office/officeart/2005/8/layout/orgChart1"/>
    <dgm:cxn modelId="{11BDA69B-B7A6-1348-99A7-077EE89ECEC4}" type="presParOf" srcId="{226F7785-ECF8-924C-920D-36D23C873B9B}" destId="{B5BC4BB0-F17F-CC49-A7A1-78DC98DCBB5D}" srcOrd="0" destOrd="0" presId="urn:microsoft.com/office/officeart/2005/8/layout/orgChart1"/>
    <dgm:cxn modelId="{1929AEF8-C586-634D-AA74-EB562D7E1CAD}" type="presParOf" srcId="{226F7785-ECF8-924C-920D-36D23C873B9B}" destId="{798DEC33-C2A1-BE44-85D3-AD8834A34D32}" srcOrd="1" destOrd="0" presId="urn:microsoft.com/office/officeart/2005/8/layout/orgChart1"/>
    <dgm:cxn modelId="{600048A9-AFD2-BD4D-96EC-536F9835D6CD}" type="presParOf" srcId="{DF17B9B8-59BE-6D41-8A31-CFC7D5CBF4E3}" destId="{972BC676-BAF5-5B45-8A95-ACF567898D8E}" srcOrd="1" destOrd="0" presId="urn:microsoft.com/office/officeart/2005/8/layout/orgChart1"/>
    <dgm:cxn modelId="{912C6A9A-75C2-4A4C-B07B-7AFD4E741F88}" type="presParOf" srcId="{972BC676-BAF5-5B45-8A95-ACF567898D8E}" destId="{53033268-5D6C-CF4E-97B7-C8B82EB736A1}" srcOrd="0" destOrd="0" presId="urn:microsoft.com/office/officeart/2005/8/layout/orgChart1"/>
    <dgm:cxn modelId="{16AD1DDA-F352-6D46-A65E-BEF040227D82}" type="presParOf" srcId="{972BC676-BAF5-5B45-8A95-ACF567898D8E}" destId="{D2BFFF0B-7199-044F-B951-ADEB86422642}" srcOrd="1" destOrd="0" presId="urn:microsoft.com/office/officeart/2005/8/layout/orgChart1"/>
    <dgm:cxn modelId="{C3EC5D86-DA0A-8A46-9DC1-CD289473CB85}" type="presParOf" srcId="{D2BFFF0B-7199-044F-B951-ADEB86422642}" destId="{4ED67FBA-5958-334B-BF0F-D10EB547718C}" srcOrd="0" destOrd="0" presId="urn:microsoft.com/office/officeart/2005/8/layout/orgChart1"/>
    <dgm:cxn modelId="{E011D0EA-5537-294F-BC98-44448EDD42C0}" type="presParOf" srcId="{4ED67FBA-5958-334B-BF0F-D10EB547718C}" destId="{13CD413B-71D8-AE4A-BE6B-0933D0427244}" srcOrd="0" destOrd="0" presId="urn:microsoft.com/office/officeart/2005/8/layout/orgChart1"/>
    <dgm:cxn modelId="{1286182D-1E89-BC4A-A944-F8C323701273}" type="presParOf" srcId="{4ED67FBA-5958-334B-BF0F-D10EB547718C}" destId="{DF4F347C-BD56-E74D-AEF7-18BD21E50262}" srcOrd="1" destOrd="0" presId="urn:microsoft.com/office/officeart/2005/8/layout/orgChart1"/>
    <dgm:cxn modelId="{971C3BF8-A8EF-C84C-BA8A-5769105283BE}" type="presParOf" srcId="{D2BFFF0B-7199-044F-B951-ADEB86422642}" destId="{7AAE4439-E093-1D44-AF0D-506043BC90A4}" srcOrd="1" destOrd="0" presId="urn:microsoft.com/office/officeart/2005/8/layout/orgChart1"/>
    <dgm:cxn modelId="{F3479225-AE46-7F45-B666-1A1F087F0231}" type="presParOf" srcId="{D2BFFF0B-7199-044F-B951-ADEB86422642}" destId="{35EBE5DA-563F-6A4E-8B93-451C3CCA2D5B}" srcOrd="2" destOrd="0" presId="urn:microsoft.com/office/officeart/2005/8/layout/orgChart1"/>
    <dgm:cxn modelId="{0FD10ACA-04F0-BB42-AA37-23B1A426B667}" type="presParOf" srcId="{972BC676-BAF5-5B45-8A95-ACF567898D8E}" destId="{6AE623FD-736A-6248-9514-D629C900A026}" srcOrd="2" destOrd="0" presId="urn:microsoft.com/office/officeart/2005/8/layout/orgChart1"/>
    <dgm:cxn modelId="{8055D8EA-94B2-4A46-AAB3-5E1E8E48280B}" type="presParOf" srcId="{972BC676-BAF5-5B45-8A95-ACF567898D8E}" destId="{F6D7FB7B-D82B-A046-927B-D9A6FA23B051}" srcOrd="3" destOrd="0" presId="urn:microsoft.com/office/officeart/2005/8/layout/orgChart1"/>
    <dgm:cxn modelId="{26F01AE8-C40D-C145-AA83-26A3EBA75F10}" type="presParOf" srcId="{F6D7FB7B-D82B-A046-927B-D9A6FA23B051}" destId="{8406E0E8-DC91-E843-9000-38D891207FB9}" srcOrd="0" destOrd="0" presId="urn:microsoft.com/office/officeart/2005/8/layout/orgChart1"/>
    <dgm:cxn modelId="{F1F860FB-1608-2241-B399-73CF3A4BCC26}" type="presParOf" srcId="{8406E0E8-DC91-E843-9000-38D891207FB9}" destId="{9F065419-3C6F-FA4B-A831-DBA8BA1785D4}" srcOrd="0" destOrd="0" presId="urn:microsoft.com/office/officeart/2005/8/layout/orgChart1"/>
    <dgm:cxn modelId="{8B169E8A-3C61-5D4A-A3C7-535AA2DC175E}" type="presParOf" srcId="{8406E0E8-DC91-E843-9000-38D891207FB9}" destId="{4A907A01-CD81-6841-83B1-383AE68A4244}" srcOrd="1" destOrd="0" presId="urn:microsoft.com/office/officeart/2005/8/layout/orgChart1"/>
    <dgm:cxn modelId="{703ED8D8-67BE-2F4C-9449-69928A1E73B3}" type="presParOf" srcId="{F6D7FB7B-D82B-A046-927B-D9A6FA23B051}" destId="{92CA117A-1CC5-2940-990C-7626216FE4BF}" srcOrd="1" destOrd="0" presId="urn:microsoft.com/office/officeart/2005/8/layout/orgChart1"/>
    <dgm:cxn modelId="{1D86621B-04E0-0746-80FF-37F2F3A2FA1C}" type="presParOf" srcId="{F6D7FB7B-D82B-A046-927B-D9A6FA23B051}" destId="{695B6E95-E7DE-CE44-80AA-3FD4C661F6AA}" srcOrd="2" destOrd="0" presId="urn:microsoft.com/office/officeart/2005/8/layout/orgChart1"/>
    <dgm:cxn modelId="{7B61714F-E208-9741-95DD-59BFF3BF0BB5}" type="presParOf" srcId="{972BC676-BAF5-5B45-8A95-ACF567898D8E}" destId="{013F9495-872C-BE45-BB40-461C6BD2D6D1}" srcOrd="4" destOrd="0" presId="urn:microsoft.com/office/officeart/2005/8/layout/orgChart1"/>
    <dgm:cxn modelId="{B3955F34-C797-E74A-A402-C48ABB8BCD2A}" type="presParOf" srcId="{972BC676-BAF5-5B45-8A95-ACF567898D8E}" destId="{29CD6B4D-34D5-E34F-860C-7436ED04E1D9}" srcOrd="5" destOrd="0" presId="urn:microsoft.com/office/officeart/2005/8/layout/orgChart1"/>
    <dgm:cxn modelId="{930109D3-E9EC-7843-A110-7CA4570C7751}" type="presParOf" srcId="{29CD6B4D-34D5-E34F-860C-7436ED04E1D9}" destId="{E75159CF-D0C5-D14F-B685-6F1890F321C3}" srcOrd="0" destOrd="0" presId="urn:microsoft.com/office/officeart/2005/8/layout/orgChart1"/>
    <dgm:cxn modelId="{F4EB2DA2-7923-ED49-971D-FBE7C72F17CF}" type="presParOf" srcId="{E75159CF-D0C5-D14F-B685-6F1890F321C3}" destId="{4D086A4C-4595-0A4A-A098-B979FD7CD15A}" srcOrd="0" destOrd="0" presId="urn:microsoft.com/office/officeart/2005/8/layout/orgChart1"/>
    <dgm:cxn modelId="{932D390E-E903-2F41-B7A7-06F868E0BBD5}" type="presParOf" srcId="{E75159CF-D0C5-D14F-B685-6F1890F321C3}" destId="{E40B4875-0A14-7042-8EA1-246B258E93CE}" srcOrd="1" destOrd="0" presId="urn:microsoft.com/office/officeart/2005/8/layout/orgChart1"/>
    <dgm:cxn modelId="{7A3D68A5-2B9D-5842-ACEA-44661FC5E461}" type="presParOf" srcId="{29CD6B4D-34D5-E34F-860C-7436ED04E1D9}" destId="{1FF524A5-6381-314F-9FDE-11C0CB59A58B}" srcOrd="1" destOrd="0" presId="urn:microsoft.com/office/officeart/2005/8/layout/orgChart1"/>
    <dgm:cxn modelId="{FDFB659F-1FC5-954D-ACC6-60EEA1BF4479}" type="presParOf" srcId="{29CD6B4D-34D5-E34F-860C-7436ED04E1D9}" destId="{0627CF10-2C98-6E4A-A5A1-A974244F455D}" srcOrd="2" destOrd="0" presId="urn:microsoft.com/office/officeart/2005/8/layout/orgChart1"/>
    <dgm:cxn modelId="{6AA9241F-1916-E144-BF00-C595E3EB387C}" type="presParOf" srcId="{DF17B9B8-59BE-6D41-8A31-CFC7D5CBF4E3}" destId="{2F02175D-C0EA-2740-90B5-21AC91F733AC}" srcOrd="2" destOrd="0" presId="urn:microsoft.com/office/officeart/2005/8/layout/orgChart1"/>
    <dgm:cxn modelId="{2497123C-6463-064E-A6C8-F61076CEBA19}" type="presParOf" srcId="{B7D229DD-432B-C146-B98D-2224B3742867}" destId="{73CE9EF9-6889-074A-B4D8-22CBC52F3793}" srcOrd="2" destOrd="0" presId="urn:microsoft.com/office/officeart/2005/8/layout/orgChart1"/>
    <dgm:cxn modelId="{379434ED-E7C9-5647-83F2-0E2C5935D714}" type="presParOf" srcId="{594CAB73-2DF0-1342-8ED8-32796E05ED41}" destId="{AB9E50BE-54D5-1A49-B948-D180F33EA428}" srcOrd="4" destOrd="0" presId="urn:microsoft.com/office/officeart/2005/8/layout/orgChart1"/>
    <dgm:cxn modelId="{BF2BAD90-E753-7042-A02B-BE8DEF3E7614}" type="presParOf" srcId="{594CAB73-2DF0-1342-8ED8-32796E05ED41}" destId="{F54A0D4D-D7F5-B646-BBFC-1EBCF325FF22}" srcOrd="5" destOrd="0" presId="urn:microsoft.com/office/officeart/2005/8/layout/orgChart1"/>
    <dgm:cxn modelId="{F8044117-6B74-714D-BA10-99457931196E}" type="presParOf" srcId="{F54A0D4D-D7F5-B646-BBFC-1EBCF325FF22}" destId="{E6B8AE3D-5832-A54C-9D52-E990E4847C8A}" srcOrd="0" destOrd="0" presId="urn:microsoft.com/office/officeart/2005/8/layout/orgChart1"/>
    <dgm:cxn modelId="{76B5ED27-560F-4F43-BED5-DCA2A47E8126}" type="presParOf" srcId="{E6B8AE3D-5832-A54C-9D52-E990E4847C8A}" destId="{DED244D4-B76A-A845-B41A-251B460A0B8C}" srcOrd="0" destOrd="0" presId="urn:microsoft.com/office/officeart/2005/8/layout/orgChart1"/>
    <dgm:cxn modelId="{84748C94-B959-B540-97B4-F76CF75B06F5}" type="presParOf" srcId="{E6B8AE3D-5832-A54C-9D52-E990E4847C8A}" destId="{9C9F8D5F-C1BE-A043-BF1D-3BBF57035C3B}" srcOrd="1" destOrd="0" presId="urn:microsoft.com/office/officeart/2005/8/layout/orgChart1"/>
    <dgm:cxn modelId="{A95FFA37-4852-F04F-AAA3-239242453D65}" type="presParOf" srcId="{F54A0D4D-D7F5-B646-BBFC-1EBCF325FF22}" destId="{26FB0D6C-C378-FF49-938B-7A6CA0C57421}" srcOrd="1" destOrd="0" presId="urn:microsoft.com/office/officeart/2005/8/layout/orgChart1"/>
    <dgm:cxn modelId="{C0729D69-D5C5-8A40-88E6-3FEEA2E9AEF4}" type="presParOf" srcId="{26FB0D6C-C378-FF49-938B-7A6CA0C57421}" destId="{43C1D0FC-B846-DE47-85BE-3C1BFE2C332E}" srcOrd="0" destOrd="0" presId="urn:microsoft.com/office/officeart/2005/8/layout/orgChart1"/>
    <dgm:cxn modelId="{0D3B6FAD-6C1F-F148-9EFD-0E335D05392A}" type="presParOf" srcId="{26FB0D6C-C378-FF49-938B-7A6CA0C57421}" destId="{63096E45-AFF8-BD4E-9FDC-7F9A02E7BF6E}" srcOrd="1" destOrd="0" presId="urn:microsoft.com/office/officeart/2005/8/layout/orgChart1"/>
    <dgm:cxn modelId="{65891647-CF7E-314F-93FB-46D096E7853D}" type="presParOf" srcId="{63096E45-AFF8-BD4E-9FDC-7F9A02E7BF6E}" destId="{384D5FC5-A2D1-5546-A6EA-D51A08F97262}" srcOrd="0" destOrd="0" presId="urn:microsoft.com/office/officeart/2005/8/layout/orgChart1"/>
    <dgm:cxn modelId="{B988BE21-05B7-0540-83A8-C7A63E3B2647}" type="presParOf" srcId="{384D5FC5-A2D1-5546-A6EA-D51A08F97262}" destId="{99DFE81D-ABF0-D142-9BA7-5776007C0DD2}" srcOrd="0" destOrd="0" presId="urn:microsoft.com/office/officeart/2005/8/layout/orgChart1"/>
    <dgm:cxn modelId="{15CC60DE-3B45-A344-AD04-10F3D1F40B7F}" type="presParOf" srcId="{384D5FC5-A2D1-5546-A6EA-D51A08F97262}" destId="{7F640F98-3530-6246-93D8-5669EB0E8502}" srcOrd="1" destOrd="0" presId="urn:microsoft.com/office/officeart/2005/8/layout/orgChart1"/>
    <dgm:cxn modelId="{FF88DC12-D327-9E40-9E84-5252E04AE054}" type="presParOf" srcId="{63096E45-AFF8-BD4E-9FDC-7F9A02E7BF6E}" destId="{267BE23F-3163-C947-AAE0-F2D76D346891}" srcOrd="1" destOrd="0" presId="urn:microsoft.com/office/officeart/2005/8/layout/orgChart1"/>
    <dgm:cxn modelId="{FFC8AA44-C32D-CB46-AF33-243A23CAC7B2}" type="presParOf" srcId="{63096E45-AFF8-BD4E-9FDC-7F9A02E7BF6E}" destId="{CF96A1F6-03AA-4C44-B04F-824A4E4DFD32}" srcOrd="2" destOrd="0" presId="urn:microsoft.com/office/officeart/2005/8/layout/orgChart1"/>
    <dgm:cxn modelId="{A126B858-9857-7C47-8465-3B64FD9479FE}" type="presParOf" srcId="{26FB0D6C-C378-FF49-938B-7A6CA0C57421}" destId="{E326CBC1-6262-B447-A106-9F7B2CD23B4E}" srcOrd="2" destOrd="0" presId="urn:microsoft.com/office/officeart/2005/8/layout/orgChart1"/>
    <dgm:cxn modelId="{7BDA47E8-710B-4B4B-B5AD-0B8A17286746}" type="presParOf" srcId="{26FB0D6C-C378-FF49-938B-7A6CA0C57421}" destId="{57762507-077B-3D43-BE50-151A113E7050}" srcOrd="3" destOrd="0" presId="urn:microsoft.com/office/officeart/2005/8/layout/orgChart1"/>
    <dgm:cxn modelId="{727D6F52-BD3A-9542-B919-94CAC7615685}" type="presParOf" srcId="{57762507-077B-3D43-BE50-151A113E7050}" destId="{38306308-0DB9-F942-A31E-C22FD124E8FB}" srcOrd="0" destOrd="0" presId="urn:microsoft.com/office/officeart/2005/8/layout/orgChart1"/>
    <dgm:cxn modelId="{895D3FAB-0C7A-FF41-9412-7677120C439B}" type="presParOf" srcId="{38306308-0DB9-F942-A31E-C22FD124E8FB}" destId="{900FCD48-AC5D-BD4B-B57D-31B8136C240A}" srcOrd="0" destOrd="0" presId="urn:microsoft.com/office/officeart/2005/8/layout/orgChart1"/>
    <dgm:cxn modelId="{A3ECD107-63D1-3E49-8C78-7471E8231C28}" type="presParOf" srcId="{38306308-0DB9-F942-A31E-C22FD124E8FB}" destId="{08C1B74D-A5C2-754D-A36E-80069A55D956}" srcOrd="1" destOrd="0" presId="urn:microsoft.com/office/officeart/2005/8/layout/orgChart1"/>
    <dgm:cxn modelId="{49A8A8F1-09E8-804A-9CD0-2E140D97D013}" type="presParOf" srcId="{57762507-077B-3D43-BE50-151A113E7050}" destId="{8306B33E-3345-0042-8EAE-FB45330B85AF}" srcOrd="1" destOrd="0" presId="urn:microsoft.com/office/officeart/2005/8/layout/orgChart1"/>
    <dgm:cxn modelId="{3B02837E-BC9C-E346-95C1-DC3F54EC5844}" type="presParOf" srcId="{57762507-077B-3D43-BE50-151A113E7050}" destId="{F2558971-72B7-6C43-851B-2BF74280842B}" srcOrd="2" destOrd="0" presId="urn:microsoft.com/office/officeart/2005/8/layout/orgChart1"/>
    <dgm:cxn modelId="{75B1D9AA-2DAA-1241-AAE3-A2DDFE2BC1BC}" type="presParOf" srcId="{26FB0D6C-C378-FF49-938B-7A6CA0C57421}" destId="{F8C3E743-41DB-AD40-8113-0956797FF70F}" srcOrd="4" destOrd="0" presId="urn:microsoft.com/office/officeart/2005/8/layout/orgChart1"/>
    <dgm:cxn modelId="{8229D32F-F658-C647-9365-59C818C90CA0}" type="presParOf" srcId="{26FB0D6C-C378-FF49-938B-7A6CA0C57421}" destId="{C5D64937-C049-3445-8F9E-F084D9DD02C2}" srcOrd="5" destOrd="0" presId="urn:microsoft.com/office/officeart/2005/8/layout/orgChart1"/>
    <dgm:cxn modelId="{A5D45240-FBD9-D640-A69D-1C4D336F5566}" type="presParOf" srcId="{C5D64937-C049-3445-8F9E-F084D9DD02C2}" destId="{1F03FF85-8CDA-2E41-ABA3-0E23D0A7AE00}" srcOrd="0" destOrd="0" presId="urn:microsoft.com/office/officeart/2005/8/layout/orgChart1"/>
    <dgm:cxn modelId="{7BC766DC-28B7-E844-BEB0-B58BEB4D50A8}" type="presParOf" srcId="{1F03FF85-8CDA-2E41-ABA3-0E23D0A7AE00}" destId="{674405F1-3727-9D45-866E-7B5DC26D370F}" srcOrd="0" destOrd="0" presId="urn:microsoft.com/office/officeart/2005/8/layout/orgChart1"/>
    <dgm:cxn modelId="{36512748-B349-524E-BEB4-6AD61C83D162}" type="presParOf" srcId="{1F03FF85-8CDA-2E41-ABA3-0E23D0A7AE00}" destId="{BF148CA8-E454-BF4C-BC33-6CAFC0EDC8AE}" srcOrd="1" destOrd="0" presId="urn:microsoft.com/office/officeart/2005/8/layout/orgChart1"/>
    <dgm:cxn modelId="{F4CAD6B3-EAA3-2E4C-8F65-D9CD1C071C49}" type="presParOf" srcId="{C5D64937-C049-3445-8F9E-F084D9DD02C2}" destId="{B826167B-3A52-CE41-A687-087F1534A1B7}" srcOrd="1" destOrd="0" presId="urn:microsoft.com/office/officeart/2005/8/layout/orgChart1"/>
    <dgm:cxn modelId="{89B82F3A-A93B-0F4A-80D7-5FA20DFB8C12}" type="presParOf" srcId="{C5D64937-C049-3445-8F9E-F084D9DD02C2}" destId="{EB956EB6-C9B4-D64D-A886-312E28CBBAF2}" srcOrd="2" destOrd="0" presId="urn:microsoft.com/office/officeart/2005/8/layout/orgChart1"/>
    <dgm:cxn modelId="{D008157F-FC66-8D47-AC87-977F3C9E2A04}" type="presParOf" srcId="{26FB0D6C-C378-FF49-938B-7A6CA0C57421}" destId="{10AC9057-0B1B-D849-8B41-D59EC3178F4F}" srcOrd="6" destOrd="0" presId="urn:microsoft.com/office/officeart/2005/8/layout/orgChart1"/>
    <dgm:cxn modelId="{59D71ABD-3AAF-674B-99C1-57E9E7674DDA}" type="presParOf" srcId="{26FB0D6C-C378-FF49-938B-7A6CA0C57421}" destId="{BC975E63-30FF-8748-A00E-0DDCB709C10E}" srcOrd="7" destOrd="0" presId="urn:microsoft.com/office/officeart/2005/8/layout/orgChart1"/>
    <dgm:cxn modelId="{73E30F5A-3DF6-084E-9CF1-D9786EAF6B7F}" type="presParOf" srcId="{BC975E63-30FF-8748-A00E-0DDCB709C10E}" destId="{83F8E7E5-3819-9A4A-8CCF-2A596F7B19A6}" srcOrd="0" destOrd="0" presId="urn:microsoft.com/office/officeart/2005/8/layout/orgChart1"/>
    <dgm:cxn modelId="{54D8C7BD-783D-6143-9D49-E57B17814649}" type="presParOf" srcId="{83F8E7E5-3819-9A4A-8CCF-2A596F7B19A6}" destId="{9DA9282A-F37C-504A-A97B-76396C0CB058}" srcOrd="0" destOrd="0" presId="urn:microsoft.com/office/officeart/2005/8/layout/orgChart1"/>
    <dgm:cxn modelId="{8BAA337D-47F8-BA4D-815A-1611A27465F9}" type="presParOf" srcId="{83F8E7E5-3819-9A4A-8CCF-2A596F7B19A6}" destId="{B9D42323-7E98-E645-8B16-F4D5AD4EA06D}" srcOrd="1" destOrd="0" presId="urn:microsoft.com/office/officeart/2005/8/layout/orgChart1"/>
    <dgm:cxn modelId="{DA1800E5-A02B-9046-8851-4243AF1CC9CC}" type="presParOf" srcId="{BC975E63-30FF-8748-A00E-0DDCB709C10E}" destId="{01A6D58F-A08C-6B4F-81AB-777711E3DCE0}" srcOrd="1" destOrd="0" presId="urn:microsoft.com/office/officeart/2005/8/layout/orgChart1"/>
    <dgm:cxn modelId="{7CD216F4-5296-B949-B6BB-06B4AA1D28A0}" type="presParOf" srcId="{BC975E63-30FF-8748-A00E-0DDCB709C10E}" destId="{CC6F8537-F0D3-6F4C-81DD-630AA9038510}" srcOrd="2" destOrd="0" presId="urn:microsoft.com/office/officeart/2005/8/layout/orgChart1"/>
    <dgm:cxn modelId="{E5A5D3BC-552D-2E4A-94D2-6F595DED0ACA}" type="presParOf" srcId="{26FB0D6C-C378-FF49-938B-7A6CA0C57421}" destId="{AB097B20-CA4D-B745-8368-211577EFBB1F}" srcOrd="8" destOrd="0" presId="urn:microsoft.com/office/officeart/2005/8/layout/orgChart1"/>
    <dgm:cxn modelId="{685E6677-751E-5742-93B0-CDAC562845F1}" type="presParOf" srcId="{26FB0D6C-C378-FF49-938B-7A6CA0C57421}" destId="{DA113771-AFDE-C24F-A38C-9F61D8E4874A}" srcOrd="9" destOrd="0" presId="urn:microsoft.com/office/officeart/2005/8/layout/orgChart1"/>
    <dgm:cxn modelId="{99B7D957-D8FB-9643-ACD9-7ADD80B14B93}" type="presParOf" srcId="{DA113771-AFDE-C24F-A38C-9F61D8E4874A}" destId="{FE837256-85AA-DE4C-B27C-A8137C1FC5A1}" srcOrd="0" destOrd="0" presId="urn:microsoft.com/office/officeart/2005/8/layout/orgChart1"/>
    <dgm:cxn modelId="{4C34ED03-FB4B-C048-9901-DD655EDA241C}" type="presParOf" srcId="{FE837256-85AA-DE4C-B27C-A8137C1FC5A1}" destId="{A8C96DFE-AD73-854C-9E10-7A50D7E847D6}" srcOrd="0" destOrd="0" presId="urn:microsoft.com/office/officeart/2005/8/layout/orgChart1"/>
    <dgm:cxn modelId="{4E74F744-F7E3-E845-8123-751556E50BE0}" type="presParOf" srcId="{FE837256-85AA-DE4C-B27C-A8137C1FC5A1}" destId="{34FA1A6E-78A4-414F-A674-7CD976BB5B6B}" srcOrd="1" destOrd="0" presId="urn:microsoft.com/office/officeart/2005/8/layout/orgChart1"/>
    <dgm:cxn modelId="{44E25F42-8E66-F047-BA50-71156986DE4F}" type="presParOf" srcId="{DA113771-AFDE-C24F-A38C-9F61D8E4874A}" destId="{258A233A-6BC5-864D-B8D7-1BFEA0D0B5D0}" srcOrd="1" destOrd="0" presId="urn:microsoft.com/office/officeart/2005/8/layout/orgChart1"/>
    <dgm:cxn modelId="{3AAD6FFE-6CDD-374D-BC3F-5FB9A7B7E631}" type="presParOf" srcId="{DA113771-AFDE-C24F-A38C-9F61D8E4874A}" destId="{EB303400-4D70-9642-B4C3-A90BB8309C7F}" srcOrd="2" destOrd="0" presId="urn:microsoft.com/office/officeart/2005/8/layout/orgChart1"/>
    <dgm:cxn modelId="{AE082D30-5A1E-444B-98AD-A84E188D5E56}" type="presParOf" srcId="{26FB0D6C-C378-FF49-938B-7A6CA0C57421}" destId="{75E05960-12B2-C545-9173-5484113A98E1}" srcOrd="10" destOrd="0" presId="urn:microsoft.com/office/officeart/2005/8/layout/orgChart1"/>
    <dgm:cxn modelId="{6268230D-0555-824D-9EF4-5211B5E21270}" type="presParOf" srcId="{26FB0D6C-C378-FF49-938B-7A6CA0C57421}" destId="{EE63D480-9C03-0F4C-89AB-0EF746A6E3C9}" srcOrd="11" destOrd="0" presId="urn:microsoft.com/office/officeart/2005/8/layout/orgChart1"/>
    <dgm:cxn modelId="{499C2262-90A7-AB47-9BF1-FF15A7A745A4}" type="presParOf" srcId="{EE63D480-9C03-0F4C-89AB-0EF746A6E3C9}" destId="{14808AFA-63DD-0D44-B335-15B35E1C4C49}" srcOrd="0" destOrd="0" presId="urn:microsoft.com/office/officeart/2005/8/layout/orgChart1"/>
    <dgm:cxn modelId="{8312D62A-B7E2-4045-89AC-110A86F09919}" type="presParOf" srcId="{14808AFA-63DD-0D44-B335-15B35E1C4C49}" destId="{FFEEEEF1-6681-A042-89FF-EB753BCEF031}" srcOrd="0" destOrd="0" presId="urn:microsoft.com/office/officeart/2005/8/layout/orgChart1"/>
    <dgm:cxn modelId="{8B5C2E6B-AF16-FB4E-9471-3336775A2855}" type="presParOf" srcId="{14808AFA-63DD-0D44-B335-15B35E1C4C49}" destId="{5A75DDED-6EDB-A945-BC0D-F44A3AD68D83}" srcOrd="1" destOrd="0" presId="urn:microsoft.com/office/officeart/2005/8/layout/orgChart1"/>
    <dgm:cxn modelId="{E592E7A0-D0DE-D547-8458-81F58262B92D}" type="presParOf" srcId="{EE63D480-9C03-0F4C-89AB-0EF746A6E3C9}" destId="{7CDF7E25-A72D-884B-9B4C-CD6295E6CD94}" srcOrd="1" destOrd="0" presId="urn:microsoft.com/office/officeart/2005/8/layout/orgChart1"/>
    <dgm:cxn modelId="{B387E993-B053-524A-A3BE-372CE02E5CDA}" type="presParOf" srcId="{EE63D480-9C03-0F4C-89AB-0EF746A6E3C9}" destId="{7240C09A-85FB-3145-AD3A-5A236AF2EF2D}" srcOrd="2" destOrd="0" presId="urn:microsoft.com/office/officeart/2005/8/layout/orgChart1"/>
    <dgm:cxn modelId="{CCE1E7F2-A8C1-6741-B56A-B33B90AB0556}" type="presParOf" srcId="{26FB0D6C-C378-FF49-938B-7A6CA0C57421}" destId="{172E4736-9099-7A4D-8232-53FAF32B9935}" srcOrd="12" destOrd="0" presId="urn:microsoft.com/office/officeart/2005/8/layout/orgChart1"/>
    <dgm:cxn modelId="{26541221-8C21-FA40-89E1-3056898FE37A}" type="presParOf" srcId="{26FB0D6C-C378-FF49-938B-7A6CA0C57421}" destId="{36C1F85A-98E5-7348-B27F-7993E4177DB7}" srcOrd="13" destOrd="0" presId="urn:microsoft.com/office/officeart/2005/8/layout/orgChart1"/>
    <dgm:cxn modelId="{66D3CB92-F29D-934C-A526-FE06EC187D0B}" type="presParOf" srcId="{36C1F85A-98E5-7348-B27F-7993E4177DB7}" destId="{7FC8BCD4-C934-7047-ADBB-2C67D5A5C4E7}" srcOrd="0" destOrd="0" presId="urn:microsoft.com/office/officeart/2005/8/layout/orgChart1"/>
    <dgm:cxn modelId="{8C7B9631-9577-3349-AF0E-C0853B503B31}" type="presParOf" srcId="{7FC8BCD4-C934-7047-ADBB-2C67D5A5C4E7}" destId="{4BB6F4B0-E472-4A48-B1E7-AB09E4077741}" srcOrd="0" destOrd="0" presId="urn:microsoft.com/office/officeart/2005/8/layout/orgChart1"/>
    <dgm:cxn modelId="{FE0F4467-DF8E-E84B-BC4C-1C1008F9DCE7}" type="presParOf" srcId="{7FC8BCD4-C934-7047-ADBB-2C67D5A5C4E7}" destId="{DB84B6D8-F9A3-A048-B06A-CD4457ADA8AF}" srcOrd="1" destOrd="0" presId="urn:microsoft.com/office/officeart/2005/8/layout/orgChart1"/>
    <dgm:cxn modelId="{901A5238-B07A-8B4F-B3B8-B06A992E6D64}" type="presParOf" srcId="{36C1F85A-98E5-7348-B27F-7993E4177DB7}" destId="{0F516B7C-7EA8-164E-B918-F315E8320603}" srcOrd="1" destOrd="0" presId="urn:microsoft.com/office/officeart/2005/8/layout/orgChart1"/>
    <dgm:cxn modelId="{DA4527E9-AB14-A443-A12F-9752CCFF2388}" type="presParOf" srcId="{36C1F85A-98E5-7348-B27F-7993E4177DB7}" destId="{F0486A78-2426-AE4A-96B3-00BD1C6F79D6}" srcOrd="2" destOrd="0" presId="urn:microsoft.com/office/officeart/2005/8/layout/orgChart1"/>
    <dgm:cxn modelId="{681EC743-05B1-AA41-8B90-05512B130A71}" type="presParOf" srcId="{26FB0D6C-C378-FF49-938B-7A6CA0C57421}" destId="{BF2BE316-5EFD-A448-9CF4-4BA8BC1287B4}" srcOrd="14" destOrd="0" presId="urn:microsoft.com/office/officeart/2005/8/layout/orgChart1"/>
    <dgm:cxn modelId="{19F70E04-7E83-A342-92DC-1F3A3B39109D}" type="presParOf" srcId="{26FB0D6C-C378-FF49-938B-7A6CA0C57421}" destId="{0A2E9203-EA28-8145-A466-E870D7F77298}" srcOrd="15" destOrd="0" presId="urn:microsoft.com/office/officeart/2005/8/layout/orgChart1"/>
    <dgm:cxn modelId="{DAB3C4C6-63B7-5E49-9B31-15DE3EAA888A}" type="presParOf" srcId="{0A2E9203-EA28-8145-A466-E870D7F77298}" destId="{4E246B42-B4E1-8A4F-91BB-789FAA677EE4}" srcOrd="0" destOrd="0" presId="urn:microsoft.com/office/officeart/2005/8/layout/orgChart1"/>
    <dgm:cxn modelId="{1B4AC88D-FC85-594D-91A9-45ACD0137CC8}" type="presParOf" srcId="{4E246B42-B4E1-8A4F-91BB-789FAA677EE4}" destId="{2383877B-F16A-644E-AC43-F0D0C668F3C6}" srcOrd="0" destOrd="0" presId="urn:microsoft.com/office/officeart/2005/8/layout/orgChart1"/>
    <dgm:cxn modelId="{A178EC3A-BE41-5F41-B8F6-7BE7F68052E2}" type="presParOf" srcId="{4E246B42-B4E1-8A4F-91BB-789FAA677EE4}" destId="{9626B9EC-E80D-5A47-A94C-85F15BDA3DB8}" srcOrd="1" destOrd="0" presId="urn:microsoft.com/office/officeart/2005/8/layout/orgChart1"/>
    <dgm:cxn modelId="{28E66540-63C3-7E47-BA65-BA4E3C3FEB4F}" type="presParOf" srcId="{0A2E9203-EA28-8145-A466-E870D7F77298}" destId="{15256EE2-AFF7-BB45-AB76-D402142D44C3}" srcOrd="1" destOrd="0" presId="urn:microsoft.com/office/officeart/2005/8/layout/orgChart1"/>
    <dgm:cxn modelId="{D98B8784-1E57-1B47-8038-2F86253C7BA9}" type="presParOf" srcId="{0A2E9203-EA28-8145-A466-E870D7F77298}" destId="{5B27EA6C-309F-F046-A875-4EC7A3C780ED}" srcOrd="2" destOrd="0" presId="urn:microsoft.com/office/officeart/2005/8/layout/orgChart1"/>
    <dgm:cxn modelId="{BD489C50-01A0-DD45-AD5E-0762CF4AE0D0}" type="presParOf" srcId="{F54A0D4D-D7F5-B646-BBFC-1EBCF325FF22}" destId="{2BE34B4A-67DD-9047-8BA7-3A8372DD165C}" srcOrd="2" destOrd="0" presId="urn:microsoft.com/office/officeart/2005/8/layout/orgChart1"/>
    <dgm:cxn modelId="{783E8867-BC0D-9943-BF45-F6CEC5BE8B1F}" type="presParOf" srcId="{594CAB73-2DF0-1342-8ED8-32796E05ED41}" destId="{F23911E6-ACEC-4E46-A4A4-07F7850626C6}" srcOrd="6" destOrd="0" presId="urn:microsoft.com/office/officeart/2005/8/layout/orgChart1"/>
    <dgm:cxn modelId="{E451A6D9-109B-2147-AB88-DA1EA8BE9B8B}" type="presParOf" srcId="{594CAB73-2DF0-1342-8ED8-32796E05ED41}" destId="{08751043-6089-FB4E-AD60-07BE14FD4F65}" srcOrd="7" destOrd="0" presId="urn:microsoft.com/office/officeart/2005/8/layout/orgChart1"/>
    <dgm:cxn modelId="{9E8A5F69-D12D-2D45-961F-515FDEB5591E}" type="presParOf" srcId="{08751043-6089-FB4E-AD60-07BE14FD4F65}" destId="{B1C48F9A-4458-C546-BBF2-FBA2666B6B13}" srcOrd="0" destOrd="0" presId="urn:microsoft.com/office/officeart/2005/8/layout/orgChart1"/>
    <dgm:cxn modelId="{E3887A01-B9A7-9840-9D72-8CE47ED453A9}" type="presParOf" srcId="{B1C48F9A-4458-C546-BBF2-FBA2666B6B13}" destId="{2C32B8F3-2FCC-6D4B-AF1D-A2C823DE6A3E}" srcOrd="0" destOrd="0" presId="urn:microsoft.com/office/officeart/2005/8/layout/orgChart1"/>
    <dgm:cxn modelId="{A9D709A8-E8A1-E54C-B0E7-90C1DEC1A613}" type="presParOf" srcId="{B1C48F9A-4458-C546-BBF2-FBA2666B6B13}" destId="{1624D9A4-0770-1A45-B897-3B6DB3D41AC0}" srcOrd="1" destOrd="0" presId="urn:microsoft.com/office/officeart/2005/8/layout/orgChart1"/>
    <dgm:cxn modelId="{9F6509CF-C637-C845-9661-6D032027D783}" type="presParOf" srcId="{08751043-6089-FB4E-AD60-07BE14FD4F65}" destId="{CD51414B-AC5C-D543-B674-AE721F74F5B6}" srcOrd="1" destOrd="0" presId="urn:microsoft.com/office/officeart/2005/8/layout/orgChart1"/>
    <dgm:cxn modelId="{3FA89909-2FF6-3249-A30A-131C263ECD6A}" type="presParOf" srcId="{CD51414B-AC5C-D543-B674-AE721F74F5B6}" destId="{D0A621F6-49B1-4E4C-9A80-0DFCBAF700FC}" srcOrd="0" destOrd="0" presId="urn:microsoft.com/office/officeart/2005/8/layout/orgChart1"/>
    <dgm:cxn modelId="{61D5C507-7094-F246-9190-ED7C4E2F2F68}" type="presParOf" srcId="{CD51414B-AC5C-D543-B674-AE721F74F5B6}" destId="{9646366A-4CCB-6E41-A54D-244D641C7B1C}" srcOrd="1" destOrd="0" presId="urn:microsoft.com/office/officeart/2005/8/layout/orgChart1"/>
    <dgm:cxn modelId="{C7306063-CFC0-8749-A6CF-B7D0FD7A1E13}" type="presParOf" srcId="{9646366A-4CCB-6E41-A54D-244D641C7B1C}" destId="{07913995-15EC-5443-A0E4-8177BCFC656D}" srcOrd="0" destOrd="0" presId="urn:microsoft.com/office/officeart/2005/8/layout/orgChart1"/>
    <dgm:cxn modelId="{7947FC8B-7FD0-614E-89CA-3679662DFE3F}" type="presParOf" srcId="{07913995-15EC-5443-A0E4-8177BCFC656D}" destId="{502E0BF7-76B6-754C-BA73-64F68AC8F2A5}" srcOrd="0" destOrd="0" presId="urn:microsoft.com/office/officeart/2005/8/layout/orgChart1"/>
    <dgm:cxn modelId="{09E1EFCB-2A24-ED44-A8C2-DAD31386C311}" type="presParOf" srcId="{07913995-15EC-5443-A0E4-8177BCFC656D}" destId="{49FDA1CB-D726-4B47-9A44-79AA2AB36443}" srcOrd="1" destOrd="0" presId="urn:microsoft.com/office/officeart/2005/8/layout/orgChart1"/>
    <dgm:cxn modelId="{A458C68D-1B64-9344-94A6-1E4E69AE316B}" type="presParOf" srcId="{9646366A-4CCB-6E41-A54D-244D641C7B1C}" destId="{114B63A9-A914-7B44-BAD7-8FFD1BC9FD94}" srcOrd="1" destOrd="0" presId="urn:microsoft.com/office/officeart/2005/8/layout/orgChart1"/>
    <dgm:cxn modelId="{BE1CC0B4-C4E7-5946-9A33-315C0960E48C}" type="presParOf" srcId="{114B63A9-A914-7B44-BAD7-8FFD1BC9FD94}" destId="{72524FBB-506B-A24E-8109-48BB5BC762DB}" srcOrd="0" destOrd="0" presId="urn:microsoft.com/office/officeart/2005/8/layout/orgChart1"/>
    <dgm:cxn modelId="{C7A480D5-3951-C64C-A00A-067E896D11F7}" type="presParOf" srcId="{114B63A9-A914-7B44-BAD7-8FFD1BC9FD94}" destId="{26F38899-47E3-BF4B-97E6-4799DAC6DDBA}" srcOrd="1" destOrd="0" presId="urn:microsoft.com/office/officeart/2005/8/layout/orgChart1"/>
    <dgm:cxn modelId="{E2339C02-4FAD-2E48-9018-B02D02FEB402}" type="presParOf" srcId="{26F38899-47E3-BF4B-97E6-4799DAC6DDBA}" destId="{B2D203C2-F84D-C949-8A68-6746938B20CA}" srcOrd="0" destOrd="0" presId="urn:microsoft.com/office/officeart/2005/8/layout/orgChart1"/>
    <dgm:cxn modelId="{F33A6381-8C22-004F-BA95-BCBAF58D4F4F}" type="presParOf" srcId="{B2D203C2-F84D-C949-8A68-6746938B20CA}" destId="{142332B1-D5BE-D143-B86E-8E529FC9D393}" srcOrd="0" destOrd="0" presId="urn:microsoft.com/office/officeart/2005/8/layout/orgChart1"/>
    <dgm:cxn modelId="{F09A5FC6-412C-134D-B884-84BFA5A7DD4A}" type="presParOf" srcId="{B2D203C2-F84D-C949-8A68-6746938B20CA}" destId="{65AEA5B0-904D-C343-8820-CF644F3A8A21}" srcOrd="1" destOrd="0" presId="urn:microsoft.com/office/officeart/2005/8/layout/orgChart1"/>
    <dgm:cxn modelId="{1B410A91-423C-2444-BEDF-1ACD78631AC0}" type="presParOf" srcId="{26F38899-47E3-BF4B-97E6-4799DAC6DDBA}" destId="{3E0A1060-15AD-BF43-B655-ED7F21B309C7}" srcOrd="1" destOrd="0" presId="urn:microsoft.com/office/officeart/2005/8/layout/orgChart1"/>
    <dgm:cxn modelId="{606B9584-8B80-8540-8041-1BE6E4F86BA2}" type="presParOf" srcId="{26F38899-47E3-BF4B-97E6-4799DAC6DDBA}" destId="{E41094AE-6971-DD49-8312-F2EB99AE6A4B}" srcOrd="2" destOrd="0" presId="urn:microsoft.com/office/officeart/2005/8/layout/orgChart1"/>
    <dgm:cxn modelId="{120B0BD8-7E13-6E44-A34D-0AFF7401AA16}" type="presParOf" srcId="{114B63A9-A914-7B44-BAD7-8FFD1BC9FD94}" destId="{57C26EE9-A292-7A49-83B9-6EE399D88496}" srcOrd="2" destOrd="0" presId="urn:microsoft.com/office/officeart/2005/8/layout/orgChart1"/>
    <dgm:cxn modelId="{493C7959-883E-934C-BE47-5290AB25762D}" type="presParOf" srcId="{114B63A9-A914-7B44-BAD7-8FFD1BC9FD94}" destId="{6657290A-4007-6C45-9320-3881D6217C55}" srcOrd="3" destOrd="0" presId="urn:microsoft.com/office/officeart/2005/8/layout/orgChart1"/>
    <dgm:cxn modelId="{99BB8666-60FC-DB40-BAA1-514DCF14432B}" type="presParOf" srcId="{6657290A-4007-6C45-9320-3881D6217C55}" destId="{E7B14FB0-34C8-E84D-A472-BAF42D4A4FA6}" srcOrd="0" destOrd="0" presId="urn:microsoft.com/office/officeart/2005/8/layout/orgChart1"/>
    <dgm:cxn modelId="{0571E9D7-7083-4540-BE04-6D5CBF665CE7}" type="presParOf" srcId="{E7B14FB0-34C8-E84D-A472-BAF42D4A4FA6}" destId="{DBB2348A-2259-9A44-843D-283BFCDC9E88}" srcOrd="0" destOrd="0" presId="urn:microsoft.com/office/officeart/2005/8/layout/orgChart1"/>
    <dgm:cxn modelId="{29F2714B-757D-3E4E-A782-02E16D9B8AE9}" type="presParOf" srcId="{E7B14FB0-34C8-E84D-A472-BAF42D4A4FA6}" destId="{DCD9FEA0-29B7-7942-97FA-B61A5B7C4D97}" srcOrd="1" destOrd="0" presId="urn:microsoft.com/office/officeart/2005/8/layout/orgChart1"/>
    <dgm:cxn modelId="{B19E98A3-6EE6-C240-A8A0-0E4DABDAB0EB}" type="presParOf" srcId="{6657290A-4007-6C45-9320-3881D6217C55}" destId="{184C2DC3-CE8E-B94A-8AD6-7EC13F91655F}" srcOrd="1" destOrd="0" presId="urn:microsoft.com/office/officeart/2005/8/layout/orgChart1"/>
    <dgm:cxn modelId="{1CDFD97D-35BE-A642-9294-BE5421A30034}" type="presParOf" srcId="{6657290A-4007-6C45-9320-3881D6217C55}" destId="{7ABA07F0-2F4F-AF49-83D6-349702F8ADEB}" srcOrd="2" destOrd="0" presId="urn:microsoft.com/office/officeart/2005/8/layout/orgChart1"/>
    <dgm:cxn modelId="{5A92278F-4281-124E-998F-255D76C5E686}" type="presParOf" srcId="{114B63A9-A914-7B44-BAD7-8FFD1BC9FD94}" destId="{6FCCE011-204D-DB4A-BA0D-A9871CF6C315}" srcOrd="4" destOrd="0" presId="urn:microsoft.com/office/officeart/2005/8/layout/orgChart1"/>
    <dgm:cxn modelId="{93941A2B-5AB6-E24E-903A-D13473207242}" type="presParOf" srcId="{114B63A9-A914-7B44-BAD7-8FFD1BC9FD94}" destId="{48515365-C03C-9F43-89D2-49F29B3C5D62}" srcOrd="5" destOrd="0" presId="urn:microsoft.com/office/officeart/2005/8/layout/orgChart1"/>
    <dgm:cxn modelId="{E98A042A-1604-594C-AE22-A35CAD5C4EB2}" type="presParOf" srcId="{48515365-C03C-9F43-89D2-49F29B3C5D62}" destId="{6DE49C93-1723-8A47-B21D-A2EECF2C527C}" srcOrd="0" destOrd="0" presId="urn:microsoft.com/office/officeart/2005/8/layout/orgChart1"/>
    <dgm:cxn modelId="{7389EEEE-A958-1145-912C-CAA5D37BFCC2}" type="presParOf" srcId="{6DE49C93-1723-8A47-B21D-A2EECF2C527C}" destId="{7AAB78A1-4E6F-C24D-B1C8-1988C64AB44E}" srcOrd="0" destOrd="0" presId="urn:microsoft.com/office/officeart/2005/8/layout/orgChart1"/>
    <dgm:cxn modelId="{E537BEA4-766A-2141-95D2-60720F379AEA}" type="presParOf" srcId="{6DE49C93-1723-8A47-B21D-A2EECF2C527C}" destId="{33FA5F0B-DBB4-A94C-9863-B899FE5F2AF0}" srcOrd="1" destOrd="0" presId="urn:microsoft.com/office/officeart/2005/8/layout/orgChart1"/>
    <dgm:cxn modelId="{FA4509EF-6673-5E4D-89A2-C7FCA3C48AE5}" type="presParOf" srcId="{48515365-C03C-9F43-89D2-49F29B3C5D62}" destId="{8C9A0743-D4ED-9146-BF6D-9CAE74E73C01}" srcOrd="1" destOrd="0" presId="urn:microsoft.com/office/officeart/2005/8/layout/orgChart1"/>
    <dgm:cxn modelId="{84A768A1-D3A7-AF46-B8BE-3834833D25C2}" type="presParOf" srcId="{48515365-C03C-9F43-89D2-49F29B3C5D62}" destId="{D21CC0E2-17BE-9147-973F-4F10F8E33C4E}" srcOrd="2" destOrd="0" presId="urn:microsoft.com/office/officeart/2005/8/layout/orgChart1"/>
    <dgm:cxn modelId="{F24E0A92-468E-7A46-8DE2-E796DD539CA9}" type="presParOf" srcId="{114B63A9-A914-7B44-BAD7-8FFD1BC9FD94}" destId="{A8F68595-3199-FC4F-A893-2878E9FE98C2}" srcOrd="6" destOrd="0" presId="urn:microsoft.com/office/officeart/2005/8/layout/orgChart1"/>
    <dgm:cxn modelId="{7EBA8EDE-94D1-F646-AACA-2188D0DD2EE3}" type="presParOf" srcId="{114B63A9-A914-7B44-BAD7-8FFD1BC9FD94}" destId="{AD6EE6F0-3114-C448-BF5C-103428FBDD83}" srcOrd="7" destOrd="0" presId="urn:microsoft.com/office/officeart/2005/8/layout/orgChart1"/>
    <dgm:cxn modelId="{DF6B984C-AFA0-474B-AA81-5F1D777D6B52}" type="presParOf" srcId="{AD6EE6F0-3114-C448-BF5C-103428FBDD83}" destId="{C6E79F77-B5C1-2E4C-813F-C4396E687781}" srcOrd="0" destOrd="0" presId="urn:microsoft.com/office/officeart/2005/8/layout/orgChart1"/>
    <dgm:cxn modelId="{54D41039-7429-6E40-AA9C-F7032F6EB0A3}" type="presParOf" srcId="{C6E79F77-B5C1-2E4C-813F-C4396E687781}" destId="{CECD0A8D-7640-904F-A2AB-FE26B82173B4}" srcOrd="0" destOrd="0" presId="urn:microsoft.com/office/officeart/2005/8/layout/orgChart1"/>
    <dgm:cxn modelId="{81F04165-691E-3C48-9CFD-35A79ACAFED7}" type="presParOf" srcId="{C6E79F77-B5C1-2E4C-813F-C4396E687781}" destId="{6B65F2C5-AAF6-144B-920A-B00ADDDD9F73}" srcOrd="1" destOrd="0" presId="urn:microsoft.com/office/officeart/2005/8/layout/orgChart1"/>
    <dgm:cxn modelId="{28845BA0-D924-BB4B-9983-CAAB2025B159}" type="presParOf" srcId="{AD6EE6F0-3114-C448-BF5C-103428FBDD83}" destId="{3CA6F488-DC73-AD49-BB1C-97A7765F1219}" srcOrd="1" destOrd="0" presId="urn:microsoft.com/office/officeart/2005/8/layout/orgChart1"/>
    <dgm:cxn modelId="{0FC86029-9F4D-4B47-BC0D-601889545BCC}" type="presParOf" srcId="{AD6EE6F0-3114-C448-BF5C-103428FBDD83}" destId="{609951FF-7EF2-DF4F-B2F2-E888AB33D307}" srcOrd="2" destOrd="0" presId="urn:microsoft.com/office/officeart/2005/8/layout/orgChart1"/>
    <dgm:cxn modelId="{A2DD01FD-FA9A-0447-BC19-1B309CEA751F}" type="presParOf" srcId="{114B63A9-A914-7B44-BAD7-8FFD1BC9FD94}" destId="{52D89B2B-C56F-4448-A1DD-0357484A7413}" srcOrd="8" destOrd="0" presId="urn:microsoft.com/office/officeart/2005/8/layout/orgChart1"/>
    <dgm:cxn modelId="{FE5CB02B-9645-CA4B-953B-7413CA108618}" type="presParOf" srcId="{114B63A9-A914-7B44-BAD7-8FFD1BC9FD94}" destId="{6B6E2376-1503-6743-9951-D8FF8E3CB57C}" srcOrd="9" destOrd="0" presId="urn:microsoft.com/office/officeart/2005/8/layout/orgChart1"/>
    <dgm:cxn modelId="{DC6FA8CE-85C4-4E40-868E-6618DC902AAF}" type="presParOf" srcId="{6B6E2376-1503-6743-9951-D8FF8E3CB57C}" destId="{0D991293-6893-4644-BFE9-0314D54E5218}" srcOrd="0" destOrd="0" presId="urn:microsoft.com/office/officeart/2005/8/layout/orgChart1"/>
    <dgm:cxn modelId="{E97457AE-F3EC-7A40-A9AB-AF8B7299D143}" type="presParOf" srcId="{0D991293-6893-4644-BFE9-0314D54E5218}" destId="{B3D2B76A-85E9-0243-BE07-23BA36A35073}" srcOrd="0" destOrd="0" presId="urn:microsoft.com/office/officeart/2005/8/layout/orgChart1"/>
    <dgm:cxn modelId="{2C8E95B0-7898-0041-A383-2DCD218C6159}" type="presParOf" srcId="{0D991293-6893-4644-BFE9-0314D54E5218}" destId="{927AB72A-E66D-C147-B4EB-4B368FF3157D}" srcOrd="1" destOrd="0" presId="urn:microsoft.com/office/officeart/2005/8/layout/orgChart1"/>
    <dgm:cxn modelId="{33E30D0F-5EEF-2F48-A42B-BAD8049EB830}" type="presParOf" srcId="{6B6E2376-1503-6743-9951-D8FF8E3CB57C}" destId="{833AAE13-C97F-C941-8744-07EE4F13B2C4}" srcOrd="1" destOrd="0" presId="urn:microsoft.com/office/officeart/2005/8/layout/orgChart1"/>
    <dgm:cxn modelId="{522B4C9C-C0A4-484B-BB81-4F07AD190F46}" type="presParOf" srcId="{6B6E2376-1503-6743-9951-D8FF8E3CB57C}" destId="{AD0C1B6C-A3AF-1E4C-A85F-934C6F2AFB74}" srcOrd="2" destOrd="0" presId="urn:microsoft.com/office/officeart/2005/8/layout/orgChart1"/>
    <dgm:cxn modelId="{56FB55AA-00B7-6847-A848-305268C52FC6}" type="presParOf" srcId="{114B63A9-A914-7B44-BAD7-8FFD1BC9FD94}" destId="{7F9DA4AF-B491-3640-9D37-809733054DF6}" srcOrd="10" destOrd="0" presId="urn:microsoft.com/office/officeart/2005/8/layout/orgChart1"/>
    <dgm:cxn modelId="{ABF66DCD-8B65-574D-8400-467574331198}" type="presParOf" srcId="{114B63A9-A914-7B44-BAD7-8FFD1BC9FD94}" destId="{AE74F551-0EAA-0D41-B6F7-DDD3712523EB}" srcOrd="11" destOrd="0" presId="urn:microsoft.com/office/officeart/2005/8/layout/orgChart1"/>
    <dgm:cxn modelId="{4435B2D5-3004-784B-A160-F282D520FED4}" type="presParOf" srcId="{AE74F551-0EAA-0D41-B6F7-DDD3712523EB}" destId="{F8549236-D5C2-5444-B8C3-0123C4CC4867}" srcOrd="0" destOrd="0" presId="urn:microsoft.com/office/officeart/2005/8/layout/orgChart1"/>
    <dgm:cxn modelId="{1DE973B4-0295-0A42-A1D3-5732413F9611}" type="presParOf" srcId="{F8549236-D5C2-5444-B8C3-0123C4CC4867}" destId="{00A12D06-BB6D-1D4A-92F1-3A62FD83A1B6}" srcOrd="0" destOrd="0" presId="urn:microsoft.com/office/officeart/2005/8/layout/orgChart1"/>
    <dgm:cxn modelId="{CC9D37E5-96FC-0545-AF43-1660A1D79878}" type="presParOf" srcId="{F8549236-D5C2-5444-B8C3-0123C4CC4867}" destId="{FE4B1400-6D1C-9F44-BB3B-CD18004791B6}" srcOrd="1" destOrd="0" presId="urn:microsoft.com/office/officeart/2005/8/layout/orgChart1"/>
    <dgm:cxn modelId="{A606E41B-FB6C-6942-9006-670579A23E9F}" type="presParOf" srcId="{AE74F551-0EAA-0D41-B6F7-DDD3712523EB}" destId="{44669E22-408B-EB43-AE5D-6E9472BBFE82}" srcOrd="1" destOrd="0" presId="urn:microsoft.com/office/officeart/2005/8/layout/orgChart1"/>
    <dgm:cxn modelId="{40615953-47DD-9B45-8E96-7D5A6C368A72}" type="presParOf" srcId="{AE74F551-0EAA-0D41-B6F7-DDD3712523EB}" destId="{EEA91C79-C984-9C41-9F70-68F3EB6BB7F8}" srcOrd="2" destOrd="0" presId="urn:microsoft.com/office/officeart/2005/8/layout/orgChart1"/>
    <dgm:cxn modelId="{38762BD1-BBD6-3B4C-AB79-9F259D4D8215}" type="presParOf" srcId="{114B63A9-A914-7B44-BAD7-8FFD1BC9FD94}" destId="{1A4BD6C8-1EC0-5D4A-B805-4B1586457B9C}" srcOrd="12" destOrd="0" presId="urn:microsoft.com/office/officeart/2005/8/layout/orgChart1"/>
    <dgm:cxn modelId="{06405C78-A209-E546-B312-F8368B07163F}" type="presParOf" srcId="{114B63A9-A914-7B44-BAD7-8FFD1BC9FD94}" destId="{7E3197E9-829C-2547-AC80-B4D9AFE370E6}" srcOrd="13" destOrd="0" presId="urn:microsoft.com/office/officeart/2005/8/layout/orgChart1"/>
    <dgm:cxn modelId="{9D0A6FE2-0CD1-8643-B3D0-734B082DF025}" type="presParOf" srcId="{7E3197E9-829C-2547-AC80-B4D9AFE370E6}" destId="{3965BF80-2BEA-FE4C-B672-A5C5D0348464}" srcOrd="0" destOrd="0" presId="urn:microsoft.com/office/officeart/2005/8/layout/orgChart1"/>
    <dgm:cxn modelId="{3AE323DE-50F8-7043-A334-4978347A09FA}" type="presParOf" srcId="{3965BF80-2BEA-FE4C-B672-A5C5D0348464}" destId="{1D141183-8684-A943-AF93-1F4B4F28B26C}" srcOrd="0" destOrd="0" presId="urn:microsoft.com/office/officeart/2005/8/layout/orgChart1"/>
    <dgm:cxn modelId="{2C8CB616-A5E8-804F-A394-1E79C84E8180}" type="presParOf" srcId="{3965BF80-2BEA-FE4C-B672-A5C5D0348464}" destId="{8B11B26D-CBA3-7D4D-9FAA-BFCB0BC9CCC8}" srcOrd="1" destOrd="0" presId="urn:microsoft.com/office/officeart/2005/8/layout/orgChart1"/>
    <dgm:cxn modelId="{35CCCDC3-4FBE-2345-AEB3-5EE9B61FD52F}" type="presParOf" srcId="{7E3197E9-829C-2547-AC80-B4D9AFE370E6}" destId="{6C03936B-7BD8-0742-98A3-DCABCB7EC224}" srcOrd="1" destOrd="0" presId="urn:microsoft.com/office/officeart/2005/8/layout/orgChart1"/>
    <dgm:cxn modelId="{1FC2B44E-F337-6748-B9FC-27FD5A27CE05}" type="presParOf" srcId="{7E3197E9-829C-2547-AC80-B4D9AFE370E6}" destId="{CC937E14-5DB7-8442-989B-92DC244CCCFD}" srcOrd="2" destOrd="0" presId="urn:microsoft.com/office/officeart/2005/8/layout/orgChart1"/>
    <dgm:cxn modelId="{DC1EA697-BABB-B246-BBD2-6C0244EFB625}" type="presParOf" srcId="{114B63A9-A914-7B44-BAD7-8FFD1BC9FD94}" destId="{D8EAD92D-952D-5743-9309-3E4DC6310245}" srcOrd="14" destOrd="0" presId="urn:microsoft.com/office/officeart/2005/8/layout/orgChart1"/>
    <dgm:cxn modelId="{1F34007B-89F6-1F4C-80FE-304D7E7C8C16}" type="presParOf" srcId="{114B63A9-A914-7B44-BAD7-8FFD1BC9FD94}" destId="{ACC1F877-00D0-D947-BA73-E93DB674A219}" srcOrd="15" destOrd="0" presId="urn:microsoft.com/office/officeart/2005/8/layout/orgChart1"/>
    <dgm:cxn modelId="{F98832F2-A549-AB48-8F61-C165C85E7C23}" type="presParOf" srcId="{ACC1F877-00D0-D947-BA73-E93DB674A219}" destId="{8DA7678F-CD06-C04D-B76F-9D13680B82E3}" srcOrd="0" destOrd="0" presId="urn:microsoft.com/office/officeart/2005/8/layout/orgChart1"/>
    <dgm:cxn modelId="{801BF578-476F-614A-8F34-BA4DD2B6E1DB}" type="presParOf" srcId="{8DA7678F-CD06-C04D-B76F-9D13680B82E3}" destId="{62BFB1E9-8EC1-2A40-BF2A-D6D13C32D0FB}" srcOrd="0" destOrd="0" presId="urn:microsoft.com/office/officeart/2005/8/layout/orgChart1"/>
    <dgm:cxn modelId="{2AA49104-7C85-1842-99B4-65D75D1CCA3B}" type="presParOf" srcId="{8DA7678F-CD06-C04D-B76F-9D13680B82E3}" destId="{6248640B-B5ED-4D40-914E-43843CA5F467}" srcOrd="1" destOrd="0" presId="urn:microsoft.com/office/officeart/2005/8/layout/orgChart1"/>
    <dgm:cxn modelId="{2AFE1054-D765-6742-A59C-F8F4E55B794A}" type="presParOf" srcId="{ACC1F877-00D0-D947-BA73-E93DB674A219}" destId="{FF76AA36-97A3-8648-AC5D-62335403B6AF}" srcOrd="1" destOrd="0" presId="urn:microsoft.com/office/officeart/2005/8/layout/orgChart1"/>
    <dgm:cxn modelId="{E7EFD008-7C06-7D4C-A15F-8D0559080D62}" type="presParOf" srcId="{ACC1F877-00D0-D947-BA73-E93DB674A219}" destId="{343DB445-EC6A-6F46-A305-54D9A1CFB6A1}" srcOrd="2" destOrd="0" presId="urn:microsoft.com/office/officeart/2005/8/layout/orgChart1"/>
    <dgm:cxn modelId="{28961BDA-4D59-194A-A897-54E16182A725}" type="presParOf" srcId="{114B63A9-A914-7B44-BAD7-8FFD1BC9FD94}" destId="{EF64042F-0B1F-9D4F-B1EA-CA2FAAAF6EA3}" srcOrd="16" destOrd="0" presId="urn:microsoft.com/office/officeart/2005/8/layout/orgChart1"/>
    <dgm:cxn modelId="{BFCF4A6A-9326-824C-874A-B6A615436FCC}" type="presParOf" srcId="{114B63A9-A914-7B44-BAD7-8FFD1BC9FD94}" destId="{9126C223-FD84-2A4C-A21D-B7D197AF997F}" srcOrd="17" destOrd="0" presId="urn:microsoft.com/office/officeart/2005/8/layout/orgChart1"/>
    <dgm:cxn modelId="{8C11B88A-7732-664A-8A41-E7D7EA5B2EE1}" type="presParOf" srcId="{9126C223-FD84-2A4C-A21D-B7D197AF997F}" destId="{E41B440E-E464-1C44-9362-F0CC4FD75A1A}" srcOrd="0" destOrd="0" presId="urn:microsoft.com/office/officeart/2005/8/layout/orgChart1"/>
    <dgm:cxn modelId="{6CD6F30F-6163-C740-BCDC-77E2BF53F416}" type="presParOf" srcId="{E41B440E-E464-1C44-9362-F0CC4FD75A1A}" destId="{3A4E2CB7-1BCC-C449-A55D-1ACB29090889}" srcOrd="0" destOrd="0" presId="urn:microsoft.com/office/officeart/2005/8/layout/orgChart1"/>
    <dgm:cxn modelId="{D45550A5-C8A2-9B40-8B42-828DD1683087}" type="presParOf" srcId="{E41B440E-E464-1C44-9362-F0CC4FD75A1A}" destId="{501B2CE7-E616-DD47-9AA8-FFDE8DE5F6D3}" srcOrd="1" destOrd="0" presId="urn:microsoft.com/office/officeart/2005/8/layout/orgChart1"/>
    <dgm:cxn modelId="{EC768DE3-F216-D74B-A7DB-9CE7E315855A}" type="presParOf" srcId="{9126C223-FD84-2A4C-A21D-B7D197AF997F}" destId="{147CA85F-032F-8648-93F5-9535AE08DB8A}" srcOrd="1" destOrd="0" presId="urn:microsoft.com/office/officeart/2005/8/layout/orgChart1"/>
    <dgm:cxn modelId="{145975DA-85AA-F649-9DE2-4833A5B9D3A8}" type="presParOf" srcId="{9126C223-FD84-2A4C-A21D-B7D197AF997F}" destId="{72A0848A-A881-1841-ABB7-78A38E066ECC}" srcOrd="2" destOrd="0" presId="urn:microsoft.com/office/officeart/2005/8/layout/orgChart1"/>
    <dgm:cxn modelId="{2102B6B7-AB21-E94E-B245-57E1C5A0E30B}" type="presParOf" srcId="{9646366A-4CCB-6E41-A54D-244D641C7B1C}" destId="{AD0AEA4B-8A39-6646-BB87-4E12E30FAD98}" srcOrd="2" destOrd="0" presId="urn:microsoft.com/office/officeart/2005/8/layout/orgChart1"/>
    <dgm:cxn modelId="{E9FDAD89-5D62-F04F-8D18-CDBF7741FF24}" type="presParOf" srcId="{CD51414B-AC5C-D543-B674-AE721F74F5B6}" destId="{58B897A7-7F08-1D42-A2F0-BFFA38E6018E}" srcOrd="2" destOrd="0" presId="urn:microsoft.com/office/officeart/2005/8/layout/orgChart1"/>
    <dgm:cxn modelId="{B30819A9-2E59-E941-A980-F81AA8D595DC}" type="presParOf" srcId="{CD51414B-AC5C-D543-B674-AE721F74F5B6}" destId="{A74B6647-8CC4-3E4D-9922-6E0E3CEAC7D3}" srcOrd="3" destOrd="0" presId="urn:microsoft.com/office/officeart/2005/8/layout/orgChart1"/>
    <dgm:cxn modelId="{1DA0FADB-A318-C54B-9CAE-BEFE24006F51}" type="presParOf" srcId="{A74B6647-8CC4-3E4D-9922-6E0E3CEAC7D3}" destId="{B4D2BF58-D39C-3F4F-99BB-8DA41FAF89B5}" srcOrd="0" destOrd="0" presId="urn:microsoft.com/office/officeart/2005/8/layout/orgChart1"/>
    <dgm:cxn modelId="{B91BBF97-0AC3-734A-8050-1CE92C603DBD}" type="presParOf" srcId="{B4D2BF58-D39C-3F4F-99BB-8DA41FAF89B5}" destId="{16FFB5F9-58BD-484A-86BD-2E009737FE3A}" srcOrd="0" destOrd="0" presId="urn:microsoft.com/office/officeart/2005/8/layout/orgChart1"/>
    <dgm:cxn modelId="{3504118E-36C7-C040-93CD-C5B9C04BC1EC}" type="presParOf" srcId="{B4D2BF58-D39C-3F4F-99BB-8DA41FAF89B5}" destId="{7FB4D9B7-AFF5-984A-8F5D-599246580C3B}" srcOrd="1" destOrd="0" presId="urn:microsoft.com/office/officeart/2005/8/layout/orgChart1"/>
    <dgm:cxn modelId="{8E86B127-76A9-0843-856E-DA25860EF990}" type="presParOf" srcId="{A74B6647-8CC4-3E4D-9922-6E0E3CEAC7D3}" destId="{E9763C90-6B3C-054E-8486-819FE0A52A5E}" srcOrd="1" destOrd="0" presId="urn:microsoft.com/office/officeart/2005/8/layout/orgChart1"/>
    <dgm:cxn modelId="{DC30DDB6-42D5-BB4E-B8CB-A3D2385FC1A9}" type="presParOf" srcId="{E9763C90-6B3C-054E-8486-819FE0A52A5E}" destId="{7BF01049-A84D-2043-9F8D-588F8FB40EC8}" srcOrd="0" destOrd="0" presId="urn:microsoft.com/office/officeart/2005/8/layout/orgChart1"/>
    <dgm:cxn modelId="{3D391ED6-BAE0-DB4D-A238-8EC076215413}" type="presParOf" srcId="{E9763C90-6B3C-054E-8486-819FE0A52A5E}" destId="{9428E91E-1628-EA4C-9B88-4787E5A6B48D}" srcOrd="1" destOrd="0" presId="urn:microsoft.com/office/officeart/2005/8/layout/orgChart1"/>
    <dgm:cxn modelId="{CF206BA2-389C-2941-BAA1-6D224C2C389B}" type="presParOf" srcId="{9428E91E-1628-EA4C-9B88-4787E5A6B48D}" destId="{264D8D75-BE77-A049-B165-1E5316B5DCEE}" srcOrd="0" destOrd="0" presId="urn:microsoft.com/office/officeart/2005/8/layout/orgChart1"/>
    <dgm:cxn modelId="{E7DC5238-E578-1549-A49D-CC765EF8414F}" type="presParOf" srcId="{264D8D75-BE77-A049-B165-1E5316B5DCEE}" destId="{36C13DFF-B003-5243-AF0E-C6BE5BE517AC}" srcOrd="0" destOrd="0" presId="urn:microsoft.com/office/officeart/2005/8/layout/orgChart1"/>
    <dgm:cxn modelId="{D1A73B24-8E02-D34D-BC99-449DE748FC69}" type="presParOf" srcId="{264D8D75-BE77-A049-B165-1E5316B5DCEE}" destId="{404EA1B2-7284-B64E-8A8F-1A7CF15BBC29}" srcOrd="1" destOrd="0" presId="urn:microsoft.com/office/officeart/2005/8/layout/orgChart1"/>
    <dgm:cxn modelId="{E2BECFBE-30F7-6549-AA35-B5910C4CF5A0}" type="presParOf" srcId="{9428E91E-1628-EA4C-9B88-4787E5A6B48D}" destId="{A6E426FD-721F-0242-ABD7-3EF72C64ABE1}" srcOrd="1" destOrd="0" presId="urn:microsoft.com/office/officeart/2005/8/layout/orgChart1"/>
    <dgm:cxn modelId="{FEC1E4F1-82C9-D346-9517-3F4C2B3659A3}" type="presParOf" srcId="{9428E91E-1628-EA4C-9B88-4787E5A6B48D}" destId="{E6586688-1579-C842-B761-ACC61073F88E}" srcOrd="2" destOrd="0" presId="urn:microsoft.com/office/officeart/2005/8/layout/orgChart1"/>
    <dgm:cxn modelId="{54076C54-D1E2-834E-96F1-DF3CBCA5F81D}" type="presParOf" srcId="{E9763C90-6B3C-054E-8486-819FE0A52A5E}" destId="{ACE97403-1B8B-AC48-8920-A1BE474B1C4E}" srcOrd="2" destOrd="0" presId="urn:microsoft.com/office/officeart/2005/8/layout/orgChart1"/>
    <dgm:cxn modelId="{ABDCBD40-417B-E447-A852-C37E60F0AA1A}" type="presParOf" srcId="{E9763C90-6B3C-054E-8486-819FE0A52A5E}" destId="{0B48FDC2-46A1-8D4D-B71B-9E9CD572E244}" srcOrd="3" destOrd="0" presId="urn:microsoft.com/office/officeart/2005/8/layout/orgChart1"/>
    <dgm:cxn modelId="{F29007D4-BCCF-0A41-84CE-1FB1DEC157A2}" type="presParOf" srcId="{0B48FDC2-46A1-8D4D-B71B-9E9CD572E244}" destId="{2E9D6487-D227-0943-97D2-204DC6212859}" srcOrd="0" destOrd="0" presId="urn:microsoft.com/office/officeart/2005/8/layout/orgChart1"/>
    <dgm:cxn modelId="{142591A1-98CA-9645-9C62-C2DFC5E2D3C5}" type="presParOf" srcId="{2E9D6487-D227-0943-97D2-204DC6212859}" destId="{C1405608-5149-D84A-B862-8AEBBAFFC377}" srcOrd="0" destOrd="0" presId="urn:microsoft.com/office/officeart/2005/8/layout/orgChart1"/>
    <dgm:cxn modelId="{BB93A629-5139-D44B-8E4A-F917A079CA98}" type="presParOf" srcId="{2E9D6487-D227-0943-97D2-204DC6212859}" destId="{DBBD3A20-8816-5846-9D93-A01EA7AF42EB}" srcOrd="1" destOrd="0" presId="urn:microsoft.com/office/officeart/2005/8/layout/orgChart1"/>
    <dgm:cxn modelId="{13A3B6DF-29E1-6E4B-B3E2-E1A68AC99255}" type="presParOf" srcId="{0B48FDC2-46A1-8D4D-B71B-9E9CD572E244}" destId="{69A4E306-EC38-0345-9523-AA941C6BB3C1}" srcOrd="1" destOrd="0" presId="urn:microsoft.com/office/officeart/2005/8/layout/orgChart1"/>
    <dgm:cxn modelId="{7D0EE357-7387-D84D-B441-8C0A79920B7A}" type="presParOf" srcId="{0B48FDC2-46A1-8D4D-B71B-9E9CD572E244}" destId="{94DDDA3F-47D7-8F46-800A-15B588854DE6}" srcOrd="2" destOrd="0" presId="urn:microsoft.com/office/officeart/2005/8/layout/orgChart1"/>
    <dgm:cxn modelId="{FE0FEB74-BD82-494E-A6A6-7EFA8F6E62A3}" type="presParOf" srcId="{E9763C90-6B3C-054E-8486-819FE0A52A5E}" destId="{55EDF2A3-86EA-4945-A916-E41447B53C02}" srcOrd="4" destOrd="0" presId="urn:microsoft.com/office/officeart/2005/8/layout/orgChart1"/>
    <dgm:cxn modelId="{C2F9D158-C6CC-1E44-9DD7-0F72C61EAC0A}" type="presParOf" srcId="{E9763C90-6B3C-054E-8486-819FE0A52A5E}" destId="{6254B110-74AE-314F-9A39-CA04EEEDB4BB}" srcOrd="5" destOrd="0" presId="urn:microsoft.com/office/officeart/2005/8/layout/orgChart1"/>
    <dgm:cxn modelId="{FA432D52-7AA0-D241-8075-E8C4F6530B62}" type="presParOf" srcId="{6254B110-74AE-314F-9A39-CA04EEEDB4BB}" destId="{91C7B18C-A563-9241-99B0-4FB3C082A0CC}" srcOrd="0" destOrd="0" presId="urn:microsoft.com/office/officeart/2005/8/layout/orgChart1"/>
    <dgm:cxn modelId="{357C95F9-69CB-7E48-A6CE-E57EDF94BEB7}" type="presParOf" srcId="{91C7B18C-A563-9241-99B0-4FB3C082A0CC}" destId="{209E60C0-935A-B246-B707-039A454AFD1D}" srcOrd="0" destOrd="0" presId="urn:microsoft.com/office/officeart/2005/8/layout/orgChart1"/>
    <dgm:cxn modelId="{CA078B75-BE32-C441-A7B0-E91D799DAA17}" type="presParOf" srcId="{91C7B18C-A563-9241-99B0-4FB3C082A0CC}" destId="{AADCD136-783D-5042-97F7-112D573EE3F0}" srcOrd="1" destOrd="0" presId="urn:microsoft.com/office/officeart/2005/8/layout/orgChart1"/>
    <dgm:cxn modelId="{E5C3AD86-BE7B-154D-B56A-9A674BF1B1C1}" type="presParOf" srcId="{6254B110-74AE-314F-9A39-CA04EEEDB4BB}" destId="{E4BD707C-112B-A54E-A198-EE188D8EAD8E}" srcOrd="1" destOrd="0" presId="urn:microsoft.com/office/officeart/2005/8/layout/orgChart1"/>
    <dgm:cxn modelId="{C4FF7B75-E911-EB47-8BC9-40AD2C07A19D}" type="presParOf" srcId="{6254B110-74AE-314F-9A39-CA04EEEDB4BB}" destId="{8D5DD3FC-F79D-494C-9290-BDA36DA5CE7A}" srcOrd="2" destOrd="0" presId="urn:microsoft.com/office/officeart/2005/8/layout/orgChart1"/>
    <dgm:cxn modelId="{52C4E192-7077-174D-A52B-FF9E582B385A}" type="presParOf" srcId="{E9763C90-6B3C-054E-8486-819FE0A52A5E}" destId="{64D5B584-023D-E643-A497-3F3BC2C4D04D}" srcOrd="6" destOrd="0" presId="urn:microsoft.com/office/officeart/2005/8/layout/orgChart1"/>
    <dgm:cxn modelId="{F977C99C-9A80-5643-8193-458F030C9FAF}" type="presParOf" srcId="{E9763C90-6B3C-054E-8486-819FE0A52A5E}" destId="{A72EB12E-6E77-CE4F-A172-3278B803CCD3}" srcOrd="7" destOrd="0" presId="urn:microsoft.com/office/officeart/2005/8/layout/orgChart1"/>
    <dgm:cxn modelId="{AB5C2893-AAAE-A545-A9A0-6B76A84611E4}" type="presParOf" srcId="{A72EB12E-6E77-CE4F-A172-3278B803CCD3}" destId="{440F9E3A-5792-8147-AD1E-BBF74D51690E}" srcOrd="0" destOrd="0" presId="urn:microsoft.com/office/officeart/2005/8/layout/orgChart1"/>
    <dgm:cxn modelId="{C7F8852A-283B-C344-9A55-5905A6585C3B}" type="presParOf" srcId="{440F9E3A-5792-8147-AD1E-BBF74D51690E}" destId="{45712052-02A8-7E4F-BF2F-E1CD8F3436CA}" srcOrd="0" destOrd="0" presId="urn:microsoft.com/office/officeart/2005/8/layout/orgChart1"/>
    <dgm:cxn modelId="{3B9B77AD-95B0-BF43-B7E1-A28B28239DB2}" type="presParOf" srcId="{440F9E3A-5792-8147-AD1E-BBF74D51690E}" destId="{7D393488-E3BF-2E45-8478-81870D7194E4}" srcOrd="1" destOrd="0" presId="urn:microsoft.com/office/officeart/2005/8/layout/orgChart1"/>
    <dgm:cxn modelId="{98F68EE4-F968-5C4B-8008-F5A70212FE6E}" type="presParOf" srcId="{A72EB12E-6E77-CE4F-A172-3278B803CCD3}" destId="{E5381C21-37E6-C240-AF93-93F8ECE44AB7}" srcOrd="1" destOrd="0" presId="urn:microsoft.com/office/officeart/2005/8/layout/orgChart1"/>
    <dgm:cxn modelId="{2309902A-CE3D-3541-8B8A-02BA896A9B1E}" type="presParOf" srcId="{A72EB12E-6E77-CE4F-A172-3278B803CCD3}" destId="{3967C303-5912-6C4E-A047-CF195FBE6608}" srcOrd="2" destOrd="0" presId="urn:microsoft.com/office/officeart/2005/8/layout/orgChart1"/>
    <dgm:cxn modelId="{498E6CAF-C72A-F74C-A703-FEFDEBCB35A9}" type="presParOf" srcId="{E9763C90-6B3C-054E-8486-819FE0A52A5E}" destId="{7F18F062-36F4-3640-AD37-28BF483287A8}" srcOrd="8" destOrd="0" presId="urn:microsoft.com/office/officeart/2005/8/layout/orgChart1"/>
    <dgm:cxn modelId="{14AE7491-54C4-4E4C-87F1-E2C468BDBEEE}" type="presParOf" srcId="{E9763C90-6B3C-054E-8486-819FE0A52A5E}" destId="{8D20D881-DE0B-8543-87A6-E2D91CAAA93A}" srcOrd="9" destOrd="0" presId="urn:microsoft.com/office/officeart/2005/8/layout/orgChart1"/>
    <dgm:cxn modelId="{B436884A-E437-FF4B-82CC-883C013BB498}" type="presParOf" srcId="{8D20D881-DE0B-8543-87A6-E2D91CAAA93A}" destId="{7F2476F7-714A-CE43-9F19-FA914EEEF109}" srcOrd="0" destOrd="0" presId="urn:microsoft.com/office/officeart/2005/8/layout/orgChart1"/>
    <dgm:cxn modelId="{F2D1B0D4-6740-BC40-99F1-A299B7A71599}" type="presParOf" srcId="{7F2476F7-714A-CE43-9F19-FA914EEEF109}" destId="{5EB7112F-0C53-3F4F-AC1E-7B3B13EB3110}" srcOrd="0" destOrd="0" presId="urn:microsoft.com/office/officeart/2005/8/layout/orgChart1"/>
    <dgm:cxn modelId="{78109749-F16A-5F45-BEA6-DB5E660AB8EF}" type="presParOf" srcId="{7F2476F7-714A-CE43-9F19-FA914EEEF109}" destId="{81549ECE-627C-4B4F-87E5-EE68AD3557F3}" srcOrd="1" destOrd="0" presId="urn:microsoft.com/office/officeart/2005/8/layout/orgChart1"/>
    <dgm:cxn modelId="{00F46EA0-6676-3B49-9402-7FE4A53D08C1}" type="presParOf" srcId="{8D20D881-DE0B-8543-87A6-E2D91CAAA93A}" destId="{B88BD5F1-9345-A341-88E9-A2EE54899397}" srcOrd="1" destOrd="0" presId="urn:microsoft.com/office/officeart/2005/8/layout/orgChart1"/>
    <dgm:cxn modelId="{1A3D38D8-ECE9-BA4C-B2EC-43063968A9E9}" type="presParOf" srcId="{8D20D881-DE0B-8543-87A6-E2D91CAAA93A}" destId="{D4703817-FA01-FD4E-A9BE-871F3E30FD5A}" srcOrd="2" destOrd="0" presId="urn:microsoft.com/office/officeart/2005/8/layout/orgChart1"/>
    <dgm:cxn modelId="{DEC32637-6ED9-0344-A96B-24798858F937}" type="presParOf" srcId="{E9763C90-6B3C-054E-8486-819FE0A52A5E}" destId="{5348202A-90EF-364D-9A2C-A5C8CA32B2FC}" srcOrd="10" destOrd="0" presId="urn:microsoft.com/office/officeart/2005/8/layout/orgChart1"/>
    <dgm:cxn modelId="{C44DB0AA-42BB-8D4B-83EE-4528EA59C2FE}" type="presParOf" srcId="{E9763C90-6B3C-054E-8486-819FE0A52A5E}" destId="{71C2EF75-D426-DE41-AFA8-341D69E21EE1}" srcOrd="11" destOrd="0" presId="urn:microsoft.com/office/officeart/2005/8/layout/orgChart1"/>
    <dgm:cxn modelId="{65CA9AAC-9DEA-3F44-B8AB-3A307170EA12}" type="presParOf" srcId="{71C2EF75-D426-DE41-AFA8-341D69E21EE1}" destId="{80878DDE-3FC4-E645-8A31-716291778ED8}" srcOrd="0" destOrd="0" presId="urn:microsoft.com/office/officeart/2005/8/layout/orgChart1"/>
    <dgm:cxn modelId="{50D184CA-DEC3-8C47-9DBD-195DAE5AC513}" type="presParOf" srcId="{80878DDE-3FC4-E645-8A31-716291778ED8}" destId="{72024B85-4965-6143-B7A7-D1F7D56DEDA7}" srcOrd="0" destOrd="0" presId="urn:microsoft.com/office/officeart/2005/8/layout/orgChart1"/>
    <dgm:cxn modelId="{12EC10A8-A379-9247-917C-8512C5847D00}" type="presParOf" srcId="{80878DDE-3FC4-E645-8A31-716291778ED8}" destId="{D90CB667-6634-2E4F-A31A-50781EA3465D}" srcOrd="1" destOrd="0" presId="urn:microsoft.com/office/officeart/2005/8/layout/orgChart1"/>
    <dgm:cxn modelId="{C4272300-7FD8-324F-8D0A-D3161D2EC67A}" type="presParOf" srcId="{71C2EF75-D426-DE41-AFA8-341D69E21EE1}" destId="{959BB3C9-944F-3B4E-8943-7071EB2D777E}" srcOrd="1" destOrd="0" presId="urn:microsoft.com/office/officeart/2005/8/layout/orgChart1"/>
    <dgm:cxn modelId="{336734F8-BBF3-D449-AA68-20FE2CD2EEAB}" type="presParOf" srcId="{71C2EF75-D426-DE41-AFA8-341D69E21EE1}" destId="{3345DFB8-4507-534C-8C55-D5709805523D}" srcOrd="2" destOrd="0" presId="urn:microsoft.com/office/officeart/2005/8/layout/orgChart1"/>
    <dgm:cxn modelId="{928424ED-A47B-E74F-9CC2-44CF76306AD5}" type="presParOf" srcId="{E9763C90-6B3C-054E-8486-819FE0A52A5E}" destId="{272B0611-D066-5E43-AF67-4925F9096A3F}" srcOrd="12" destOrd="0" presId="urn:microsoft.com/office/officeart/2005/8/layout/orgChart1"/>
    <dgm:cxn modelId="{9BDA0C9B-01BC-E344-8656-F095EDCA051A}" type="presParOf" srcId="{E9763C90-6B3C-054E-8486-819FE0A52A5E}" destId="{F7B3A96A-1652-2941-B8E0-A365AB78A7D9}" srcOrd="13" destOrd="0" presId="urn:microsoft.com/office/officeart/2005/8/layout/orgChart1"/>
    <dgm:cxn modelId="{E0819411-0646-8F40-B949-24BA21B62537}" type="presParOf" srcId="{F7B3A96A-1652-2941-B8E0-A365AB78A7D9}" destId="{F542B807-15BF-C84D-8470-175D21D926AD}" srcOrd="0" destOrd="0" presId="urn:microsoft.com/office/officeart/2005/8/layout/orgChart1"/>
    <dgm:cxn modelId="{132BA6BA-2B80-974A-8C98-91E36987534F}" type="presParOf" srcId="{F542B807-15BF-C84D-8470-175D21D926AD}" destId="{A7B5D694-53FA-F54B-8F53-6BBDD3431C53}" srcOrd="0" destOrd="0" presId="urn:microsoft.com/office/officeart/2005/8/layout/orgChart1"/>
    <dgm:cxn modelId="{89EF73D0-B161-4A4A-AA9C-83CB732B703A}" type="presParOf" srcId="{F542B807-15BF-C84D-8470-175D21D926AD}" destId="{44657FD7-B480-7347-A745-E6AFC1255608}" srcOrd="1" destOrd="0" presId="urn:microsoft.com/office/officeart/2005/8/layout/orgChart1"/>
    <dgm:cxn modelId="{AABA0C98-2135-EE48-B5C8-A1DF610C42EB}" type="presParOf" srcId="{F7B3A96A-1652-2941-B8E0-A365AB78A7D9}" destId="{5C3B4BFC-1E06-E74C-9F51-A1BE0C848BE6}" srcOrd="1" destOrd="0" presId="urn:microsoft.com/office/officeart/2005/8/layout/orgChart1"/>
    <dgm:cxn modelId="{5335B9DC-B435-0342-91A7-5B59886ACB0E}" type="presParOf" srcId="{F7B3A96A-1652-2941-B8E0-A365AB78A7D9}" destId="{2F3C42AC-92CB-FF4B-8A66-564B3E62F95F}" srcOrd="2" destOrd="0" presId="urn:microsoft.com/office/officeart/2005/8/layout/orgChart1"/>
    <dgm:cxn modelId="{5B8EA3BC-E0C4-8247-8CD9-B947D08A9366}" type="presParOf" srcId="{E9763C90-6B3C-054E-8486-819FE0A52A5E}" destId="{93A05994-FC86-8744-8205-FBB153397CFE}" srcOrd="14" destOrd="0" presId="urn:microsoft.com/office/officeart/2005/8/layout/orgChart1"/>
    <dgm:cxn modelId="{6F79E4A1-1F46-9E48-8DA1-DA53DD6EAEB2}" type="presParOf" srcId="{E9763C90-6B3C-054E-8486-819FE0A52A5E}" destId="{DF2EC222-8EED-7742-BD94-35F00F0937B0}" srcOrd="15" destOrd="0" presId="urn:microsoft.com/office/officeart/2005/8/layout/orgChart1"/>
    <dgm:cxn modelId="{C6A6CF08-78DA-B149-A19B-E2F617AEE565}" type="presParOf" srcId="{DF2EC222-8EED-7742-BD94-35F00F0937B0}" destId="{014F317F-E034-F84F-AD33-351332DE7E34}" srcOrd="0" destOrd="0" presId="urn:microsoft.com/office/officeart/2005/8/layout/orgChart1"/>
    <dgm:cxn modelId="{841360F0-C41A-9147-870C-F5777BF811C7}" type="presParOf" srcId="{014F317F-E034-F84F-AD33-351332DE7E34}" destId="{A1FDBB5B-E57D-E342-94A9-7A7E6317C5C0}" srcOrd="0" destOrd="0" presId="urn:microsoft.com/office/officeart/2005/8/layout/orgChart1"/>
    <dgm:cxn modelId="{1E31DBA3-EEAB-394A-92FB-CAFEFE8C08EC}" type="presParOf" srcId="{014F317F-E034-F84F-AD33-351332DE7E34}" destId="{C8E3FA19-10BF-D146-8E89-315A62363B37}" srcOrd="1" destOrd="0" presId="urn:microsoft.com/office/officeart/2005/8/layout/orgChart1"/>
    <dgm:cxn modelId="{A6F8F200-77F3-0543-9864-A63D17CE5E2C}" type="presParOf" srcId="{DF2EC222-8EED-7742-BD94-35F00F0937B0}" destId="{B1209AA2-AAB7-564A-9502-411B50C7096F}" srcOrd="1" destOrd="0" presId="urn:microsoft.com/office/officeart/2005/8/layout/orgChart1"/>
    <dgm:cxn modelId="{12783491-2E7D-D841-BC60-5B339826365B}" type="presParOf" srcId="{DF2EC222-8EED-7742-BD94-35F00F0937B0}" destId="{2226A393-ACEF-9942-A543-8E8CBC120661}" srcOrd="2" destOrd="0" presId="urn:microsoft.com/office/officeart/2005/8/layout/orgChart1"/>
    <dgm:cxn modelId="{A5098CCF-C29E-3C42-BAC3-1514199FD3DF}" type="presParOf" srcId="{A74B6647-8CC4-3E4D-9922-6E0E3CEAC7D3}" destId="{F182756C-77B7-9E4C-99F9-0CBDEA135001}" srcOrd="2" destOrd="0" presId="urn:microsoft.com/office/officeart/2005/8/layout/orgChart1"/>
    <dgm:cxn modelId="{3F992DE9-4C05-6E46-A7D5-D40D2D2CB2B9}" type="presParOf" srcId="{08751043-6089-FB4E-AD60-07BE14FD4F65}" destId="{C0420857-7193-5043-82D1-5D93F46C7F96}" srcOrd="2" destOrd="0" presId="urn:microsoft.com/office/officeart/2005/8/layout/orgChart1"/>
    <dgm:cxn modelId="{A7E4A19D-65A4-8F45-A194-7C45E01AF504}" type="presParOf" srcId="{594CAB73-2DF0-1342-8ED8-32796E05ED41}" destId="{37CFE219-B209-A14E-9CA8-2515CD83C0FF}" srcOrd="8" destOrd="0" presId="urn:microsoft.com/office/officeart/2005/8/layout/orgChart1"/>
    <dgm:cxn modelId="{9B840A36-9B7F-7046-8663-76944FA8DCB8}" type="presParOf" srcId="{594CAB73-2DF0-1342-8ED8-32796E05ED41}" destId="{867A4F8E-AADE-444C-9626-5EE88A1E8C14}" srcOrd="9" destOrd="0" presId="urn:microsoft.com/office/officeart/2005/8/layout/orgChart1"/>
    <dgm:cxn modelId="{CD347144-8887-8A4C-8557-2070F4BD3E37}" type="presParOf" srcId="{867A4F8E-AADE-444C-9626-5EE88A1E8C14}" destId="{71E11685-639D-A742-B3CD-C641B6CB6C7E}" srcOrd="0" destOrd="0" presId="urn:microsoft.com/office/officeart/2005/8/layout/orgChart1"/>
    <dgm:cxn modelId="{88BD5409-0394-D840-8633-E5E82B56AE7A}" type="presParOf" srcId="{71E11685-639D-A742-B3CD-C641B6CB6C7E}" destId="{01EE696D-CD1D-2B46-8B8B-37A5C890108E}" srcOrd="0" destOrd="0" presId="urn:microsoft.com/office/officeart/2005/8/layout/orgChart1"/>
    <dgm:cxn modelId="{6E165D42-651C-6447-B550-4BA99E25FEEE}" type="presParOf" srcId="{71E11685-639D-A742-B3CD-C641B6CB6C7E}" destId="{3A15A4A4-B18A-694E-A8FC-347A8AD2DF50}" srcOrd="1" destOrd="0" presId="urn:microsoft.com/office/officeart/2005/8/layout/orgChart1"/>
    <dgm:cxn modelId="{29F4DCD0-F651-BB40-8027-72E54E2F0195}" type="presParOf" srcId="{867A4F8E-AADE-444C-9626-5EE88A1E8C14}" destId="{FADF01C5-05D4-114C-8E41-8BF2B8E9B7FE}" srcOrd="1" destOrd="0" presId="urn:microsoft.com/office/officeart/2005/8/layout/orgChart1"/>
    <dgm:cxn modelId="{CF3F3517-CAC1-564D-A45B-57DC8D6FE997}" type="presParOf" srcId="{FADF01C5-05D4-114C-8E41-8BF2B8E9B7FE}" destId="{0D4BF955-D41B-C941-BCF6-485931466277}" srcOrd="0" destOrd="0" presId="urn:microsoft.com/office/officeart/2005/8/layout/orgChart1"/>
    <dgm:cxn modelId="{F9D44098-87A9-E647-8444-3628AC81BF8A}" type="presParOf" srcId="{FADF01C5-05D4-114C-8E41-8BF2B8E9B7FE}" destId="{EAD7193F-E0B0-1141-A46F-F34B1DCEDBCC}" srcOrd="1" destOrd="0" presId="urn:microsoft.com/office/officeart/2005/8/layout/orgChart1"/>
    <dgm:cxn modelId="{FCC2C4AD-8B30-284F-A0E2-0109143C2A74}" type="presParOf" srcId="{EAD7193F-E0B0-1141-A46F-F34B1DCEDBCC}" destId="{CB0A5C21-EEC4-CB44-9324-CBA0D98D1F9F}" srcOrd="0" destOrd="0" presId="urn:microsoft.com/office/officeart/2005/8/layout/orgChart1"/>
    <dgm:cxn modelId="{666EB595-3AFB-BA48-8F7F-B0AF0FA50509}" type="presParOf" srcId="{CB0A5C21-EEC4-CB44-9324-CBA0D98D1F9F}" destId="{8442B38C-3951-A64E-9389-B97DE0C53AF0}" srcOrd="0" destOrd="0" presId="urn:microsoft.com/office/officeart/2005/8/layout/orgChart1"/>
    <dgm:cxn modelId="{BBBC08DA-1E66-A241-90C7-CA9BD34B4F14}" type="presParOf" srcId="{CB0A5C21-EEC4-CB44-9324-CBA0D98D1F9F}" destId="{EFBD7563-9E9E-7C44-B21C-8FCBFC4F95BC}" srcOrd="1" destOrd="0" presId="urn:microsoft.com/office/officeart/2005/8/layout/orgChart1"/>
    <dgm:cxn modelId="{C9FF309B-BDA7-7443-8169-076BD9E0970D}" type="presParOf" srcId="{EAD7193F-E0B0-1141-A46F-F34B1DCEDBCC}" destId="{60B2E317-F4E9-624C-B6EC-77B2F7C57A9B}" srcOrd="1" destOrd="0" presId="urn:microsoft.com/office/officeart/2005/8/layout/orgChart1"/>
    <dgm:cxn modelId="{99515173-B803-394D-BFD8-EC056BB29B3A}" type="presParOf" srcId="{60B2E317-F4E9-624C-B6EC-77B2F7C57A9B}" destId="{2DB9A5CD-C3C7-0441-A237-892ECED78E7C}" srcOrd="0" destOrd="0" presId="urn:microsoft.com/office/officeart/2005/8/layout/orgChart1"/>
    <dgm:cxn modelId="{CC4E8156-008A-1543-B161-B4FDBD6C9840}" type="presParOf" srcId="{60B2E317-F4E9-624C-B6EC-77B2F7C57A9B}" destId="{48845EAF-7C16-D542-B905-A48E0567A1DD}" srcOrd="1" destOrd="0" presId="urn:microsoft.com/office/officeart/2005/8/layout/orgChart1"/>
    <dgm:cxn modelId="{F18995AE-EFB9-FD4F-9173-59693D792960}" type="presParOf" srcId="{48845EAF-7C16-D542-B905-A48E0567A1DD}" destId="{4C733637-37A5-EF48-AB1C-65AAAA40796B}" srcOrd="0" destOrd="0" presId="urn:microsoft.com/office/officeart/2005/8/layout/orgChart1"/>
    <dgm:cxn modelId="{75065BC6-650D-A940-8E62-AB9FBA9E07F0}" type="presParOf" srcId="{4C733637-37A5-EF48-AB1C-65AAAA40796B}" destId="{7394BCC1-A963-EF4C-88F4-8B62A6EC95B4}" srcOrd="0" destOrd="0" presId="urn:microsoft.com/office/officeart/2005/8/layout/orgChart1"/>
    <dgm:cxn modelId="{6AAEB3FF-8EA7-F242-9EF0-E19B8DE89EEB}" type="presParOf" srcId="{4C733637-37A5-EF48-AB1C-65AAAA40796B}" destId="{33D7432A-999A-5C4F-9F7B-C79521313712}" srcOrd="1" destOrd="0" presId="urn:microsoft.com/office/officeart/2005/8/layout/orgChart1"/>
    <dgm:cxn modelId="{58B99687-01A7-7A41-92B1-52BB8B1F40FC}" type="presParOf" srcId="{48845EAF-7C16-D542-B905-A48E0567A1DD}" destId="{B829AFB0-79DB-3D48-A2CC-B90B2E1AE6EF}" srcOrd="1" destOrd="0" presId="urn:microsoft.com/office/officeart/2005/8/layout/orgChart1"/>
    <dgm:cxn modelId="{C0EA5F03-A80D-5241-8B90-0133BA2DB278}" type="presParOf" srcId="{48845EAF-7C16-D542-B905-A48E0567A1DD}" destId="{DE5E7BB3-FA16-AB49-8ADB-5DBE8B02B60E}" srcOrd="2" destOrd="0" presId="urn:microsoft.com/office/officeart/2005/8/layout/orgChart1"/>
    <dgm:cxn modelId="{35E6E853-CFDD-3F47-B480-DE023A6BE005}" type="presParOf" srcId="{60B2E317-F4E9-624C-B6EC-77B2F7C57A9B}" destId="{D182995D-ECE7-3946-991A-296BE73A5CD4}" srcOrd="2" destOrd="0" presId="urn:microsoft.com/office/officeart/2005/8/layout/orgChart1"/>
    <dgm:cxn modelId="{DD9264F5-6A7C-F043-A63B-24CCEB9DBD5F}" type="presParOf" srcId="{60B2E317-F4E9-624C-B6EC-77B2F7C57A9B}" destId="{1E90BAC8-5EF9-3A44-896B-116CDFB6F197}" srcOrd="3" destOrd="0" presId="urn:microsoft.com/office/officeart/2005/8/layout/orgChart1"/>
    <dgm:cxn modelId="{9F2F583B-2041-0341-B623-9081902E16DE}" type="presParOf" srcId="{1E90BAC8-5EF9-3A44-896B-116CDFB6F197}" destId="{8A365A53-5633-4C49-8D4E-518CA1B49930}" srcOrd="0" destOrd="0" presId="urn:microsoft.com/office/officeart/2005/8/layout/orgChart1"/>
    <dgm:cxn modelId="{91A70D9B-F5DC-8E42-A736-B416110ED122}" type="presParOf" srcId="{8A365A53-5633-4C49-8D4E-518CA1B49930}" destId="{D007AF3F-F58C-324E-A3AC-695EABA9D0BD}" srcOrd="0" destOrd="0" presId="urn:microsoft.com/office/officeart/2005/8/layout/orgChart1"/>
    <dgm:cxn modelId="{7872C9DC-7DCE-8140-B16B-3FF4747FA1F8}" type="presParOf" srcId="{8A365A53-5633-4C49-8D4E-518CA1B49930}" destId="{6F886F46-EB08-4040-ABBC-664D11390E8E}" srcOrd="1" destOrd="0" presId="urn:microsoft.com/office/officeart/2005/8/layout/orgChart1"/>
    <dgm:cxn modelId="{891DAA18-1F32-ED4A-8574-E7A831C0C930}" type="presParOf" srcId="{1E90BAC8-5EF9-3A44-896B-116CDFB6F197}" destId="{A50A3322-D19A-C642-B743-E394E74F7AA7}" srcOrd="1" destOrd="0" presId="urn:microsoft.com/office/officeart/2005/8/layout/orgChart1"/>
    <dgm:cxn modelId="{3FEBE344-131E-B54B-A935-62C65321D513}" type="presParOf" srcId="{1E90BAC8-5EF9-3A44-896B-116CDFB6F197}" destId="{B2394BCA-C441-D84B-B265-C43DDE967660}" srcOrd="2" destOrd="0" presId="urn:microsoft.com/office/officeart/2005/8/layout/orgChart1"/>
    <dgm:cxn modelId="{361E3B3F-8B01-4149-B6EE-BAECCE5812D6}" type="presParOf" srcId="{60B2E317-F4E9-624C-B6EC-77B2F7C57A9B}" destId="{30694EFB-77B5-FC46-BBCF-8F3D7C06FF7A}" srcOrd="4" destOrd="0" presId="urn:microsoft.com/office/officeart/2005/8/layout/orgChart1"/>
    <dgm:cxn modelId="{653B2F96-3F56-FB48-A798-11B733A50512}" type="presParOf" srcId="{60B2E317-F4E9-624C-B6EC-77B2F7C57A9B}" destId="{FCB6C17E-B561-0247-9EBF-9A1CE8461B88}" srcOrd="5" destOrd="0" presId="urn:microsoft.com/office/officeart/2005/8/layout/orgChart1"/>
    <dgm:cxn modelId="{9591CA53-5BAA-1A49-96FE-8945D950E8BE}" type="presParOf" srcId="{FCB6C17E-B561-0247-9EBF-9A1CE8461B88}" destId="{B2D2129D-1D65-364F-BB84-9983EF2861A1}" srcOrd="0" destOrd="0" presId="urn:microsoft.com/office/officeart/2005/8/layout/orgChart1"/>
    <dgm:cxn modelId="{85DFF9FF-C931-A640-95EE-314BC0FE9F65}" type="presParOf" srcId="{B2D2129D-1D65-364F-BB84-9983EF2861A1}" destId="{B637779C-9779-0747-A561-1FAF7732124F}" srcOrd="0" destOrd="0" presId="urn:microsoft.com/office/officeart/2005/8/layout/orgChart1"/>
    <dgm:cxn modelId="{3F04C849-0EC4-7040-953E-12DA521829DF}" type="presParOf" srcId="{B2D2129D-1D65-364F-BB84-9983EF2861A1}" destId="{F347F8C5-33B0-3C44-9FA5-B2D28C723E2C}" srcOrd="1" destOrd="0" presId="urn:microsoft.com/office/officeart/2005/8/layout/orgChart1"/>
    <dgm:cxn modelId="{AD6484AF-D81B-6F49-95C6-78464BED8C76}" type="presParOf" srcId="{FCB6C17E-B561-0247-9EBF-9A1CE8461B88}" destId="{7447CB3F-8490-FB44-B5E2-B95FC3A4D7DC}" srcOrd="1" destOrd="0" presId="urn:microsoft.com/office/officeart/2005/8/layout/orgChart1"/>
    <dgm:cxn modelId="{DBBC3214-1129-1147-9448-D896AA9BA54C}" type="presParOf" srcId="{FCB6C17E-B561-0247-9EBF-9A1CE8461B88}" destId="{DB364AA8-BBA9-8546-9A0A-ADD8105C5D40}" srcOrd="2" destOrd="0" presId="urn:microsoft.com/office/officeart/2005/8/layout/orgChart1"/>
    <dgm:cxn modelId="{24026A5E-7669-0144-AB54-D4A0047D57E8}" type="presParOf" srcId="{60B2E317-F4E9-624C-B6EC-77B2F7C57A9B}" destId="{0BE93F70-37D9-C946-9557-3C3E7C6B5071}" srcOrd="6" destOrd="0" presId="urn:microsoft.com/office/officeart/2005/8/layout/orgChart1"/>
    <dgm:cxn modelId="{A3EFCA43-8A93-E543-A3C0-B04A49623475}" type="presParOf" srcId="{60B2E317-F4E9-624C-B6EC-77B2F7C57A9B}" destId="{9808CA08-DE56-4344-BD42-DD215EC61CE0}" srcOrd="7" destOrd="0" presId="urn:microsoft.com/office/officeart/2005/8/layout/orgChart1"/>
    <dgm:cxn modelId="{7CA72BC1-D3C4-7048-ABC4-7806344ED9CF}" type="presParOf" srcId="{9808CA08-DE56-4344-BD42-DD215EC61CE0}" destId="{38C30A7B-458D-6247-801D-9739DF9F9EEB}" srcOrd="0" destOrd="0" presId="urn:microsoft.com/office/officeart/2005/8/layout/orgChart1"/>
    <dgm:cxn modelId="{92E1CF1E-100D-0D48-ACD4-A5FD496464A1}" type="presParOf" srcId="{38C30A7B-458D-6247-801D-9739DF9F9EEB}" destId="{F4A03DCE-72FD-4A46-AA59-55CF02423048}" srcOrd="0" destOrd="0" presId="urn:microsoft.com/office/officeart/2005/8/layout/orgChart1"/>
    <dgm:cxn modelId="{2D81F277-4D62-2F43-A115-17A06188E5E5}" type="presParOf" srcId="{38C30A7B-458D-6247-801D-9739DF9F9EEB}" destId="{4301C9AA-B010-4443-8F55-32AB8E8B6DD6}" srcOrd="1" destOrd="0" presId="urn:microsoft.com/office/officeart/2005/8/layout/orgChart1"/>
    <dgm:cxn modelId="{A48E5F5D-E6F9-0F48-99E8-221A2B0FBC63}" type="presParOf" srcId="{9808CA08-DE56-4344-BD42-DD215EC61CE0}" destId="{DDD3945D-E34E-F64F-B815-CA6813EC2E96}" srcOrd="1" destOrd="0" presId="urn:microsoft.com/office/officeart/2005/8/layout/orgChart1"/>
    <dgm:cxn modelId="{16E6A490-F066-7B41-9C25-53A4C06A2E97}" type="presParOf" srcId="{9808CA08-DE56-4344-BD42-DD215EC61CE0}" destId="{7C8AD348-CDC0-4640-8A35-D87C039CFFBD}" srcOrd="2" destOrd="0" presId="urn:microsoft.com/office/officeart/2005/8/layout/orgChart1"/>
    <dgm:cxn modelId="{171E0CA8-D755-A34C-93A0-DB177C862FD1}" type="presParOf" srcId="{60B2E317-F4E9-624C-B6EC-77B2F7C57A9B}" destId="{F55FF5C1-5400-6944-8CA5-2C1DE0D86EF1}" srcOrd="8" destOrd="0" presId="urn:microsoft.com/office/officeart/2005/8/layout/orgChart1"/>
    <dgm:cxn modelId="{6BCDBBB2-F3CA-C643-9838-E035333747F5}" type="presParOf" srcId="{60B2E317-F4E9-624C-B6EC-77B2F7C57A9B}" destId="{814CB95B-80D4-A945-8983-45013AC4BBFB}" srcOrd="9" destOrd="0" presId="urn:microsoft.com/office/officeart/2005/8/layout/orgChart1"/>
    <dgm:cxn modelId="{1C72AE85-4FEA-5E4C-AA62-18EDF8105FA6}" type="presParOf" srcId="{814CB95B-80D4-A945-8983-45013AC4BBFB}" destId="{94DC735E-1777-474E-BF24-1A4F4A06E8A8}" srcOrd="0" destOrd="0" presId="urn:microsoft.com/office/officeart/2005/8/layout/orgChart1"/>
    <dgm:cxn modelId="{390DFDB5-540A-DF43-A49E-991A399D3F29}" type="presParOf" srcId="{94DC735E-1777-474E-BF24-1A4F4A06E8A8}" destId="{C80926D8-6806-A14C-9221-2BC9D4AB5B06}" srcOrd="0" destOrd="0" presId="urn:microsoft.com/office/officeart/2005/8/layout/orgChart1"/>
    <dgm:cxn modelId="{69720EF6-586B-A146-841C-A0ED8CA1E890}" type="presParOf" srcId="{94DC735E-1777-474E-BF24-1A4F4A06E8A8}" destId="{C7E6DE37-8BBB-0148-90FC-4A7667F6D15B}" srcOrd="1" destOrd="0" presId="urn:microsoft.com/office/officeart/2005/8/layout/orgChart1"/>
    <dgm:cxn modelId="{29BBA777-2047-F742-9B0C-DB363FAC01D7}" type="presParOf" srcId="{814CB95B-80D4-A945-8983-45013AC4BBFB}" destId="{3C5778B4-880A-864C-B427-627DFD0133CB}" srcOrd="1" destOrd="0" presId="urn:microsoft.com/office/officeart/2005/8/layout/orgChart1"/>
    <dgm:cxn modelId="{B6C6B028-0B25-2340-B4E4-7B149019951F}" type="presParOf" srcId="{814CB95B-80D4-A945-8983-45013AC4BBFB}" destId="{93A924D3-425B-DB41-9C8F-244BD2375668}" srcOrd="2" destOrd="0" presId="urn:microsoft.com/office/officeart/2005/8/layout/orgChart1"/>
    <dgm:cxn modelId="{381CDE1D-408F-7C44-A826-48D1BFEB19F7}" type="presParOf" srcId="{60B2E317-F4E9-624C-B6EC-77B2F7C57A9B}" destId="{5C0A6D44-A3C6-CE4E-9587-F66F7DB70826}" srcOrd="10" destOrd="0" presId="urn:microsoft.com/office/officeart/2005/8/layout/orgChart1"/>
    <dgm:cxn modelId="{3367D406-7D3D-F145-9B1D-F938452D16B7}" type="presParOf" srcId="{60B2E317-F4E9-624C-B6EC-77B2F7C57A9B}" destId="{5B85E2A1-9688-7A4F-9718-639824DB555B}" srcOrd="11" destOrd="0" presId="urn:microsoft.com/office/officeart/2005/8/layout/orgChart1"/>
    <dgm:cxn modelId="{C449E1F8-8052-F047-9232-73E20A432D48}" type="presParOf" srcId="{5B85E2A1-9688-7A4F-9718-639824DB555B}" destId="{E551B28F-C495-3545-83F0-F08E2F19041E}" srcOrd="0" destOrd="0" presId="urn:microsoft.com/office/officeart/2005/8/layout/orgChart1"/>
    <dgm:cxn modelId="{1AF2A138-7E88-334B-8501-006881C7F6A1}" type="presParOf" srcId="{E551B28F-C495-3545-83F0-F08E2F19041E}" destId="{9C087BC2-3934-4443-A094-26C728E168BC}" srcOrd="0" destOrd="0" presId="urn:microsoft.com/office/officeart/2005/8/layout/orgChart1"/>
    <dgm:cxn modelId="{29A7115C-F008-AE44-BF2C-24EB8DBAA922}" type="presParOf" srcId="{E551B28F-C495-3545-83F0-F08E2F19041E}" destId="{BC2C5E96-DF78-A745-9762-1C97C0DD71FC}" srcOrd="1" destOrd="0" presId="urn:microsoft.com/office/officeart/2005/8/layout/orgChart1"/>
    <dgm:cxn modelId="{9BC10B24-63B7-6A4A-BED5-734C2431DA73}" type="presParOf" srcId="{5B85E2A1-9688-7A4F-9718-639824DB555B}" destId="{C76198FC-1E1A-554E-8340-418F54FCA451}" srcOrd="1" destOrd="0" presId="urn:microsoft.com/office/officeart/2005/8/layout/orgChart1"/>
    <dgm:cxn modelId="{45F76E3C-6B9A-A446-97D9-E90CF208F277}" type="presParOf" srcId="{5B85E2A1-9688-7A4F-9718-639824DB555B}" destId="{EF30B50A-CC94-CA45-AE12-D7A5C65B70C1}" srcOrd="2" destOrd="0" presId="urn:microsoft.com/office/officeart/2005/8/layout/orgChart1"/>
    <dgm:cxn modelId="{8D267360-125A-C943-BFB9-33A0F50F2AFA}" type="presParOf" srcId="{60B2E317-F4E9-624C-B6EC-77B2F7C57A9B}" destId="{D09D12F4-4B38-454D-8A0F-983C1589E35F}" srcOrd="12" destOrd="0" presId="urn:microsoft.com/office/officeart/2005/8/layout/orgChart1"/>
    <dgm:cxn modelId="{7A427F9D-BF10-2D48-9B0E-C6F5AC87AB93}" type="presParOf" srcId="{60B2E317-F4E9-624C-B6EC-77B2F7C57A9B}" destId="{3977531C-F19D-5A48-8EC5-FF111BDC0224}" srcOrd="13" destOrd="0" presId="urn:microsoft.com/office/officeart/2005/8/layout/orgChart1"/>
    <dgm:cxn modelId="{A32E88EE-F40E-CD45-8634-7350681BCAC3}" type="presParOf" srcId="{3977531C-F19D-5A48-8EC5-FF111BDC0224}" destId="{BA5DF4EA-9E3A-2E42-8AA3-D06711A48EC8}" srcOrd="0" destOrd="0" presId="urn:microsoft.com/office/officeart/2005/8/layout/orgChart1"/>
    <dgm:cxn modelId="{FE80EAAE-6E05-684E-B2D8-E84339AF5F28}" type="presParOf" srcId="{BA5DF4EA-9E3A-2E42-8AA3-D06711A48EC8}" destId="{013C1000-31CB-BB4F-9624-ADB5D0A7A197}" srcOrd="0" destOrd="0" presId="urn:microsoft.com/office/officeart/2005/8/layout/orgChart1"/>
    <dgm:cxn modelId="{4D738E8D-4D41-D447-B3DA-4371C0641473}" type="presParOf" srcId="{BA5DF4EA-9E3A-2E42-8AA3-D06711A48EC8}" destId="{5A33A56B-C853-5E43-9F59-F408A6998706}" srcOrd="1" destOrd="0" presId="urn:microsoft.com/office/officeart/2005/8/layout/orgChart1"/>
    <dgm:cxn modelId="{F56BED24-59A7-3140-8B0D-38F01F9D859F}" type="presParOf" srcId="{3977531C-F19D-5A48-8EC5-FF111BDC0224}" destId="{7C7FFDF0-AE0D-7841-8F73-488AA1BEA489}" srcOrd="1" destOrd="0" presId="urn:microsoft.com/office/officeart/2005/8/layout/orgChart1"/>
    <dgm:cxn modelId="{67620951-EB19-204C-B473-05C5AED2CC44}" type="presParOf" srcId="{3977531C-F19D-5A48-8EC5-FF111BDC0224}" destId="{B1680B55-F0C7-DE4B-B563-3E604A5B4160}" srcOrd="2" destOrd="0" presId="urn:microsoft.com/office/officeart/2005/8/layout/orgChart1"/>
    <dgm:cxn modelId="{672EE253-9958-E446-9C9C-9B6BA99981A3}" type="presParOf" srcId="{60B2E317-F4E9-624C-B6EC-77B2F7C57A9B}" destId="{6A7476C6-8AA6-254D-A901-7D0F16B82FBE}" srcOrd="14" destOrd="0" presId="urn:microsoft.com/office/officeart/2005/8/layout/orgChart1"/>
    <dgm:cxn modelId="{6DA1B5AA-C12F-3B41-8B7D-404BC6917E2B}" type="presParOf" srcId="{60B2E317-F4E9-624C-B6EC-77B2F7C57A9B}" destId="{9CB476F8-8792-C24C-863A-7086801071AE}" srcOrd="15" destOrd="0" presId="urn:microsoft.com/office/officeart/2005/8/layout/orgChart1"/>
    <dgm:cxn modelId="{70285A58-3E97-9A46-A464-73A80FE9A093}" type="presParOf" srcId="{9CB476F8-8792-C24C-863A-7086801071AE}" destId="{10214A0E-FF90-3D4D-BC06-D2C5123A8546}" srcOrd="0" destOrd="0" presId="urn:microsoft.com/office/officeart/2005/8/layout/orgChart1"/>
    <dgm:cxn modelId="{F96F78DB-0386-BD44-94FA-4E6E1DDC0FBD}" type="presParOf" srcId="{10214A0E-FF90-3D4D-BC06-D2C5123A8546}" destId="{A37E522B-B277-164A-873E-BDE45A9962F3}" srcOrd="0" destOrd="0" presId="urn:microsoft.com/office/officeart/2005/8/layout/orgChart1"/>
    <dgm:cxn modelId="{5B7DE6DB-76C6-024E-BF5A-9AF052C0BBEF}" type="presParOf" srcId="{10214A0E-FF90-3D4D-BC06-D2C5123A8546}" destId="{E4FF6F43-4290-BA45-8BDA-8D3FA577BAC5}" srcOrd="1" destOrd="0" presId="urn:microsoft.com/office/officeart/2005/8/layout/orgChart1"/>
    <dgm:cxn modelId="{059A3994-7EC6-E640-909B-476EEF8A16CF}" type="presParOf" srcId="{9CB476F8-8792-C24C-863A-7086801071AE}" destId="{6AC179B4-6C72-7647-9668-C25AFCC307AD}" srcOrd="1" destOrd="0" presId="urn:microsoft.com/office/officeart/2005/8/layout/orgChart1"/>
    <dgm:cxn modelId="{1F948FA7-AB9D-B74F-ADDB-F08D4E003CBF}" type="presParOf" srcId="{9CB476F8-8792-C24C-863A-7086801071AE}" destId="{87610347-47D6-E44F-8FAC-939906980C60}" srcOrd="2" destOrd="0" presId="urn:microsoft.com/office/officeart/2005/8/layout/orgChart1"/>
    <dgm:cxn modelId="{F971AB79-7A9D-DA40-B5FF-CA6AD6555C9B}" type="presParOf" srcId="{EAD7193F-E0B0-1141-A46F-F34B1DCEDBCC}" destId="{4A6BF6E5-58C8-A345-9240-0E611A46C34A}" srcOrd="2" destOrd="0" presId="urn:microsoft.com/office/officeart/2005/8/layout/orgChart1"/>
    <dgm:cxn modelId="{BAA6D95D-DF01-BD48-85B0-DBA09BFF87B0}" type="presParOf" srcId="{FADF01C5-05D4-114C-8E41-8BF2B8E9B7FE}" destId="{59DBF626-2010-7C4F-B35A-40662EBD37CF}" srcOrd="2" destOrd="0" presId="urn:microsoft.com/office/officeart/2005/8/layout/orgChart1"/>
    <dgm:cxn modelId="{A6449402-7002-8742-8929-44996766D2AE}" type="presParOf" srcId="{FADF01C5-05D4-114C-8E41-8BF2B8E9B7FE}" destId="{2BE072E7-E4B7-F74E-9C0B-3C9A4870D2F1}" srcOrd="3" destOrd="0" presId="urn:microsoft.com/office/officeart/2005/8/layout/orgChart1"/>
    <dgm:cxn modelId="{6A7346A5-85E6-B745-BD22-85110F047BC4}" type="presParOf" srcId="{2BE072E7-E4B7-F74E-9C0B-3C9A4870D2F1}" destId="{54765DBB-7A43-E048-A917-84A0579DEACF}" srcOrd="0" destOrd="0" presId="urn:microsoft.com/office/officeart/2005/8/layout/orgChart1"/>
    <dgm:cxn modelId="{56F26F19-E7F4-4946-8F6F-AB15B79E2440}" type="presParOf" srcId="{54765DBB-7A43-E048-A917-84A0579DEACF}" destId="{2DEE6068-4E8B-1A46-8351-86D6178B3F6D}" srcOrd="0" destOrd="0" presId="urn:microsoft.com/office/officeart/2005/8/layout/orgChart1"/>
    <dgm:cxn modelId="{06BDCD37-7CD7-A445-A077-A89DECF353C6}" type="presParOf" srcId="{54765DBB-7A43-E048-A917-84A0579DEACF}" destId="{75A829CA-3492-C94F-94BC-75DDFB4DFDF2}" srcOrd="1" destOrd="0" presId="urn:microsoft.com/office/officeart/2005/8/layout/orgChart1"/>
    <dgm:cxn modelId="{C0C940F8-11B6-BB44-A733-16FF1B9C126C}" type="presParOf" srcId="{2BE072E7-E4B7-F74E-9C0B-3C9A4870D2F1}" destId="{6F391E89-E358-2247-8DC1-6EADDB7DD262}" srcOrd="1" destOrd="0" presId="urn:microsoft.com/office/officeart/2005/8/layout/orgChart1"/>
    <dgm:cxn modelId="{A3E7CFF2-0854-2047-B7BF-F3619F70657A}" type="presParOf" srcId="{6F391E89-E358-2247-8DC1-6EADDB7DD262}" destId="{AE3EBE11-6148-1E4E-8C86-B59B0F39C5A7}" srcOrd="0" destOrd="0" presId="urn:microsoft.com/office/officeart/2005/8/layout/orgChart1"/>
    <dgm:cxn modelId="{EE360B34-8940-D94A-B991-217448AE50B0}" type="presParOf" srcId="{6F391E89-E358-2247-8DC1-6EADDB7DD262}" destId="{9AB440B3-9CF3-8F4D-900C-F667B7AD02A1}" srcOrd="1" destOrd="0" presId="urn:microsoft.com/office/officeart/2005/8/layout/orgChart1"/>
    <dgm:cxn modelId="{BEEAE031-46D9-4C44-8586-4C414510A0F4}" type="presParOf" srcId="{9AB440B3-9CF3-8F4D-900C-F667B7AD02A1}" destId="{87845F67-BB3D-424F-826B-5B42BDB4B353}" srcOrd="0" destOrd="0" presId="urn:microsoft.com/office/officeart/2005/8/layout/orgChart1"/>
    <dgm:cxn modelId="{90AE4296-E216-4041-AB6E-B2303B49E5F0}" type="presParOf" srcId="{87845F67-BB3D-424F-826B-5B42BDB4B353}" destId="{EB97B4D9-34D6-A146-883C-75767430C37F}" srcOrd="0" destOrd="0" presId="urn:microsoft.com/office/officeart/2005/8/layout/orgChart1"/>
    <dgm:cxn modelId="{AEC3419C-2A8E-7A46-838A-76A083137E9E}" type="presParOf" srcId="{87845F67-BB3D-424F-826B-5B42BDB4B353}" destId="{0958890A-0EB3-0048-97D3-349B6826C3DD}" srcOrd="1" destOrd="0" presId="urn:microsoft.com/office/officeart/2005/8/layout/orgChart1"/>
    <dgm:cxn modelId="{BAD50AE7-70AB-2B46-959C-9E6D481CD2E2}" type="presParOf" srcId="{9AB440B3-9CF3-8F4D-900C-F667B7AD02A1}" destId="{F6E922B5-62BB-164A-9974-5E9C223EC43B}" srcOrd="1" destOrd="0" presId="urn:microsoft.com/office/officeart/2005/8/layout/orgChart1"/>
    <dgm:cxn modelId="{484D0D4F-7E2B-3942-A295-84627A521648}" type="presParOf" srcId="{9AB440B3-9CF3-8F4D-900C-F667B7AD02A1}" destId="{E44EA7BC-EFF2-014D-9565-7EFC1389D93F}" srcOrd="2" destOrd="0" presId="urn:microsoft.com/office/officeart/2005/8/layout/orgChart1"/>
    <dgm:cxn modelId="{6226BA42-6734-A242-B250-554A4D381EF8}" type="presParOf" srcId="{6F391E89-E358-2247-8DC1-6EADDB7DD262}" destId="{0938843B-A153-BB4C-BE97-1DAF5FF62C68}" srcOrd="2" destOrd="0" presId="urn:microsoft.com/office/officeart/2005/8/layout/orgChart1"/>
    <dgm:cxn modelId="{75457C74-38AF-6542-8A04-F18AFDD0C7E7}" type="presParOf" srcId="{6F391E89-E358-2247-8DC1-6EADDB7DD262}" destId="{B9CEFB1A-A408-DC43-BD5A-4B598858A3E0}" srcOrd="3" destOrd="0" presId="urn:microsoft.com/office/officeart/2005/8/layout/orgChart1"/>
    <dgm:cxn modelId="{2413252B-0048-0E4E-BED8-30D984C6EF8F}" type="presParOf" srcId="{B9CEFB1A-A408-DC43-BD5A-4B598858A3E0}" destId="{EE81390A-00D4-644D-84AE-721BBB9B9B6B}" srcOrd="0" destOrd="0" presId="urn:microsoft.com/office/officeart/2005/8/layout/orgChart1"/>
    <dgm:cxn modelId="{EC8FF238-79C3-9045-A9CE-A18A5F22771F}" type="presParOf" srcId="{EE81390A-00D4-644D-84AE-721BBB9B9B6B}" destId="{C672EF5D-032B-7C41-9052-13BFC67AF45D}" srcOrd="0" destOrd="0" presId="urn:microsoft.com/office/officeart/2005/8/layout/orgChart1"/>
    <dgm:cxn modelId="{57AF11C6-F54D-724F-9681-DE066964DD6C}" type="presParOf" srcId="{EE81390A-00D4-644D-84AE-721BBB9B9B6B}" destId="{9B8BBCC8-F02E-6442-850C-2178A6173308}" srcOrd="1" destOrd="0" presId="urn:microsoft.com/office/officeart/2005/8/layout/orgChart1"/>
    <dgm:cxn modelId="{1E599FD1-96D2-9B4D-88BB-97339CA47112}" type="presParOf" srcId="{B9CEFB1A-A408-DC43-BD5A-4B598858A3E0}" destId="{9034855F-DD59-344D-BBEF-F358DA1E2B81}" srcOrd="1" destOrd="0" presId="urn:microsoft.com/office/officeart/2005/8/layout/orgChart1"/>
    <dgm:cxn modelId="{4645E377-EB96-4949-BF45-CA8C7DA49295}" type="presParOf" srcId="{B9CEFB1A-A408-DC43-BD5A-4B598858A3E0}" destId="{BDBD3D10-360C-0D4C-AE25-85379A6E493F}" srcOrd="2" destOrd="0" presId="urn:microsoft.com/office/officeart/2005/8/layout/orgChart1"/>
    <dgm:cxn modelId="{D0A8DB04-A7DD-4444-A0D2-7AB6BA56C274}" type="presParOf" srcId="{6F391E89-E358-2247-8DC1-6EADDB7DD262}" destId="{6E0D32C5-88EE-DC44-AEF6-C7D6935C2AA3}" srcOrd="4" destOrd="0" presId="urn:microsoft.com/office/officeart/2005/8/layout/orgChart1"/>
    <dgm:cxn modelId="{0EAC305C-3FC5-484C-BB2E-9D11FEEC4805}" type="presParOf" srcId="{6F391E89-E358-2247-8DC1-6EADDB7DD262}" destId="{02E614D7-E942-E94D-9288-94988C3F7505}" srcOrd="5" destOrd="0" presId="urn:microsoft.com/office/officeart/2005/8/layout/orgChart1"/>
    <dgm:cxn modelId="{657F70E6-6DDC-FC48-8AF7-CDE75F4ED693}" type="presParOf" srcId="{02E614D7-E942-E94D-9288-94988C3F7505}" destId="{5A17ED34-4443-4B43-829B-C194E4E243FA}" srcOrd="0" destOrd="0" presId="urn:microsoft.com/office/officeart/2005/8/layout/orgChart1"/>
    <dgm:cxn modelId="{26F967C4-FB24-864D-8896-4F21AF2B032E}" type="presParOf" srcId="{5A17ED34-4443-4B43-829B-C194E4E243FA}" destId="{0729F603-F729-F140-A2E4-6B3DA3FFC8A9}" srcOrd="0" destOrd="0" presId="urn:microsoft.com/office/officeart/2005/8/layout/orgChart1"/>
    <dgm:cxn modelId="{2B089D99-51FA-C04B-AE16-9A453682152C}" type="presParOf" srcId="{5A17ED34-4443-4B43-829B-C194E4E243FA}" destId="{BF112231-6DB3-2E46-A583-6700E6D0293B}" srcOrd="1" destOrd="0" presId="urn:microsoft.com/office/officeart/2005/8/layout/orgChart1"/>
    <dgm:cxn modelId="{1F378188-4F5E-A547-AED6-A424429DE1E4}" type="presParOf" srcId="{02E614D7-E942-E94D-9288-94988C3F7505}" destId="{693AB79C-292B-D34D-9D74-52488185A051}" srcOrd="1" destOrd="0" presId="urn:microsoft.com/office/officeart/2005/8/layout/orgChart1"/>
    <dgm:cxn modelId="{7D295730-B97E-2C4F-8A03-B35A8DBC5DFF}" type="presParOf" srcId="{02E614D7-E942-E94D-9288-94988C3F7505}" destId="{0EE59271-5285-CB48-9313-3E99692CEE22}" srcOrd="2" destOrd="0" presId="urn:microsoft.com/office/officeart/2005/8/layout/orgChart1"/>
    <dgm:cxn modelId="{5CE74BDC-F233-8B4B-9901-13284DE6E4A7}" type="presParOf" srcId="{6F391E89-E358-2247-8DC1-6EADDB7DD262}" destId="{5B84001C-5953-CB48-9E16-8D6FE2A0BCB4}" srcOrd="6" destOrd="0" presId="urn:microsoft.com/office/officeart/2005/8/layout/orgChart1"/>
    <dgm:cxn modelId="{F4C012A1-108C-954D-BCD2-1339A3FE7448}" type="presParOf" srcId="{6F391E89-E358-2247-8DC1-6EADDB7DD262}" destId="{1B4B7413-EA12-8C44-ACFC-71FB1C4E34F7}" srcOrd="7" destOrd="0" presId="urn:microsoft.com/office/officeart/2005/8/layout/orgChart1"/>
    <dgm:cxn modelId="{9151037F-7621-1B4A-AA2A-3EE85667EF51}" type="presParOf" srcId="{1B4B7413-EA12-8C44-ACFC-71FB1C4E34F7}" destId="{ED856EA8-58F5-6D45-9932-4DE86BECB3A9}" srcOrd="0" destOrd="0" presId="urn:microsoft.com/office/officeart/2005/8/layout/orgChart1"/>
    <dgm:cxn modelId="{18AB28D9-EFE4-B843-8217-834DBADE40C5}" type="presParOf" srcId="{ED856EA8-58F5-6D45-9932-4DE86BECB3A9}" destId="{F6A2ABFC-1FB4-324E-B694-A804B8A2A930}" srcOrd="0" destOrd="0" presId="urn:microsoft.com/office/officeart/2005/8/layout/orgChart1"/>
    <dgm:cxn modelId="{B55F3008-5B76-0442-82A7-EC7F540617D2}" type="presParOf" srcId="{ED856EA8-58F5-6D45-9932-4DE86BECB3A9}" destId="{D255BC93-3B7C-6642-9115-E00143206E94}" srcOrd="1" destOrd="0" presId="urn:microsoft.com/office/officeart/2005/8/layout/orgChart1"/>
    <dgm:cxn modelId="{85DA2667-BC54-974F-9477-B49B46907BB7}" type="presParOf" srcId="{1B4B7413-EA12-8C44-ACFC-71FB1C4E34F7}" destId="{FA00F4F3-52FD-7D4C-AAFC-A8E9AB3618FA}" srcOrd="1" destOrd="0" presId="urn:microsoft.com/office/officeart/2005/8/layout/orgChart1"/>
    <dgm:cxn modelId="{8B74AECA-7798-244A-B6F8-D21FEE6617A5}" type="presParOf" srcId="{1B4B7413-EA12-8C44-ACFC-71FB1C4E34F7}" destId="{E12D2596-5C5C-6D4F-85AA-2FCDC5AEAB59}" srcOrd="2" destOrd="0" presId="urn:microsoft.com/office/officeart/2005/8/layout/orgChart1"/>
    <dgm:cxn modelId="{70C29E36-B1DE-414E-B705-491810B39626}" type="presParOf" srcId="{6F391E89-E358-2247-8DC1-6EADDB7DD262}" destId="{0C8CAFD4-3D03-DA4B-BF6C-F2B5AC8FAB10}" srcOrd="8" destOrd="0" presId="urn:microsoft.com/office/officeart/2005/8/layout/orgChart1"/>
    <dgm:cxn modelId="{85A4AC30-422F-F747-B257-4B7110E996F4}" type="presParOf" srcId="{6F391E89-E358-2247-8DC1-6EADDB7DD262}" destId="{98E35625-9FB0-704A-BCB2-647B2CBC0A60}" srcOrd="9" destOrd="0" presId="urn:microsoft.com/office/officeart/2005/8/layout/orgChart1"/>
    <dgm:cxn modelId="{F9FC051F-85D8-CE4A-BC2D-BF56578E40E6}" type="presParOf" srcId="{98E35625-9FB0-704A-BCB2-647B2CBC0A60}" destId="{F56D82AA-2DAF-6445-8140-E135CCD27593}" srcOrd="0" destOrd="0" presId="urn:microsoft.com/office/officeart/2005/8/layout/orgChart1"/>
    <dgm:cxn modelId="{58718FB6-1589-C54D-AF44-C56253C6F5CA}" type="presParOf" srcId="{F56D82AA-2DAF-6445-8140-E135CCD27593}" destId="{0C318376-1DAF-6642-909F-C15B385635D6}" srcOrd="0" destOrd="0" presId="urn:microsoft.com/office/officeart/2005/8/layout/orgChart1"/>
    <dgm:cxn modelId="{09BB3B10-9B57-0943-9AA3-A68873AB1945}" type="presParOf" srcId="{F56D82AA-2DAF-6445-8140-E135CCD27593}" destId="{F501E3EE-E951-A341-9694-F8EF742165EA}" srcOrd="1" destOrd="0" presId="urn:microsoft.com/office/officeart/2005/8/layout/orgChart1"/>
    <dgm:cxn modelId="{BF168C89-BE21-5D4C-9578-479B7184020A}" type="presParOf" srcId="{98E35625-9FB0-704A-BCB2-647B2CBC0A60}" destId="{34727742-B7D9-EC47-B71E-7E122A325902}" srcOrd="1" destOrd="0" presId="urn:microsoft.com/office/officeart/2005/8/layout/orgChart1"/>
    <dgm:cxn modelId="{82EBB62B-9B86-6F4C-B215-8B38E95BD228}" type="presParOf" srcId="{98E35625-9FB0-704A-BCB2-647B2CBC0A60}" destId="{F074C60C-44D8-0746-BF37-274E7381B5B3}" srcOrd="2" destOrd="0" presId="urn:microsoft.com/office/officeart/2005/8/layout/orgChart1"/>
    <dgm:cxn modelId="{FA44E601-F557-1649-BF1B-40BAEA7E749A}" type="presParOf" srcId="{6F391E89-E358-2247-8DC1-6EADDB7DD262}" destId="{85318E5E-F108-4D48-8F8D-2BAF2F66EACC}" srcOrd="10" destOrd="0" presId="urn:microsoft.com/office/officeart/2005/8/layout/orgChart1"/>
    <dgm:cxn modelId="{444C4312-CD44-2A47-966D-10284CB2B7FD}" type="presParOf" srcId="{6F391E89-E358-2247-8DC1-6EADDB7DD262}" destId="{5BC75FBC-84B6-9748-8AD1-9BDD695C56A4}" srcOrd="11" destOrd="0" presId="urn:microsoft.com/office/officeart/2005/8/layout/orgChart1"/>
    <dgm:cxn modelId="{09E9376B-10A4-B44E-AD7A-FF407AC2BE59}" type="presParOf" srcId="{5BC75FBC-84B6-9748-8AD1-9BDD695C56A4}" destId="{E4177CD3-6A6D-664A-BFC3-63380D969CC1}" srcOrd="0" destOrd="0" presId="urn:microsoft.com/office/officeart/2005/8/layout/orgChart1"/>
    <dgm:cxn modelId="{C40FB241-B8C6-B741-8632-CA12CB6C1608}" type="presParOf" srcId="{E4177CD3-6A6D-664A-BFC3-63380D969CC1}" destId="{332D8257-5FDE-934C-B906-1CF12F1B857C}" srcOrd="0" destOrd="0" presId="urn:microsoft.com/office/officeart/2005/8/layout/orgChart1"/>
    <dgm:cxn modelId="{EC5C6EEE-E51A-E642-A29A-8820669273BF}" type="presParOf" srcId="{E4177CD3-6A6D-664A-BFC3-63380D969CC1}" destId="{5FE0C5A4-76E0-C849-8834-CA7AAC0FEBD9}" srcOrd="1" destOrd="0" presId="urn:microsoft.com/office/officeart/2005/8/layout/orgChart1"/>
    <dgm:cxn modelId="{12D3CC3B-D6CE-1848-BD5A-31B22309E8BD}" type="presParOf" srcId="{5BC75FBC-84B6-9748-8AD1-9BDD695C56A4}" destId="{A840DA22-3AC6-114B-957A-C9D607DBC7DC}" srcOrd="1" destOrd="0" presId="urn:microsoft.com/office/officeart/2005/8/layout/orgChart1"/>
    <dgm:cxn modelId="{A49EED62-DEFE-0D4B-884D-A5B7349B47F0}" type="presParOf" srcId="{5BC75FBC-84B6-9748-8AD1-9BDD695C56A4}" destId="{FC057562-5273-6242-832C-06F3DE352C43}" srcOrd="2" destOrd="0" presId="urn:microsoft.com/office/officeart/2005/8/layout/orgChart1"/>
    <dgm:cxn modelId="{55E7353B-563B-E443-A23A-0A0B0F653880}" type="presParOf" srcId="{2BE072E7-E4B7-F74E-9C0B-3C9A4870D2F1}" destId="{EB596E2A-5151-0144-8913-6EC65F17FE06}" srcOrd="2" destOrd="0" presId="urn:microsoft.com/office/officeart/2005/8/layout/orgChart1"/>
    <dgm:cxn modelId="{2A6E6579-0BE2-2548-9516-E1878A506F92}" type="presParOf" srcId="{867A4F8E-AADE-444C-9626-5EE88A1E8C14}" destId="{F0943C40-2DED-D548-83A9-35269902AB78}" srcOrd="2" destOrd="0" presId="urn:microsoft.com/office/officeart/2005/8/layout/orgChart1"/>
    <dgm:cxn modelId="{879B33C7-3EE8-B044-9E5A-5944E92FD259}" type="presParOf" srcId="{594CAB73-2DF0-1342-8ED8-32796E05ED41}" destId="{AA99E799-A616-9246-B1F2-3E9007C84144}" srcOrd="10" destOrd="0" presId="urn:microsoft.com/office/officeart/2005/8/layout/orgChart1"/>
    <dgm:cxn modelId="{C6620EC7-EBE3-A541-A482-E8B91F52A659}" type="presParOf" srcId="{594CAB73-2DF0-1342-8ED8-32796E05ED41}" destId="{D49EC1E1-7A0A-2D48-85EF-8900F00275D2}" srcOrd="11" destOrd="0" presId="urn:microsoft.com/office/officeart/2005/8/layout/orgChart1"/>
    <dgm:cxn modelId="{BAF68F97-DBA8-6D4B-BD66-BB9E28D5542A}" type="presParOf" srcId="{D49EC1E1-7A0A-2D48-85EF-8900F00275D2}" destId="{85EB3BE5-D2F6-4547-8EF7-5A2C31FC97AC}" srcOrd="0" destOrd="0" presId="urn:microsoft.com/office/officeart/2005/8/layout/orgChart1"/>
    <dgm:cxn modelId="{27E62F50-4FBA-864A-8D9C-0199D61599A4}" type="presParOf" srcId="{85EB3BE5-D2F6-4547-8EF7-5A2C31FC97AC}" destId="{95E3F37F-F196-7243-8E3A-02627CBE2450}" srcOrd="0" destOrd="0" presId="urn:microsoft.com/office/officeart/2005/8/layout/orgChart1"/>
    <dgm:cxn modelId="{93C8B52B-23E4-144D-80D0-B1D5E30B9EE6}" type="presParOf" srcId="{85EB3BE5-D2F6-4547-8EF7-5A2C31FC97AC}" destId="{91CCB9ED-32F8-9442-AE04-95416E0A3135}" srcOrd="1" destOrd="0" presId="urn:microsoft.com/office/officeart/2005/8/layout/orgChart1"/>
    <dgm:cxn modelId="{EF9AEE14-3847-A34E-A772-1AA2BCEAEAB9}" type="presParOf" srcId="{D49EC1E1-7A0A-2D48-85EF-8900F00275D2}" destId="{B3983143-AFC3-704C-B44C-46CC827C18A8}" srcOrd="1" destOrd="0" presId="urn:microsoft.com/office/officeart/2005/8/layout/orgChart1"/>
    <dgm:cxn modelId="{A3AB5040-68C9-6447-9697-EE1069876418}" type="presParOf" srcId="{B3983143-AFC3-704C-B44C-46CC827C18A8}" destId="{13BF212B-9AB4-0242-BF94-F380C97E64FB}" srcOrd="0" destOrd="0" presId="urn:microsoft.com/office/officeart/2005/8/layout/orgChart1"/>
    <dgm:cxn modelId="{C728292B-E477-BB47-9F4A-60EB7240136B}" type="presParOf" srcId="{B3983143-AFC3-704C-B44C-46CC827C18A8}" destId="{591607C6-B67D-5E4F-8D6E-91DBF840CB19}" srcOrd="1" destOrd="0" presId="urn:microsoft.com/office/officeart/2005/8/layout/orgChart1"/>
    <dgm:cxn modelId="{5BF93E35-2E9A-BA48-9551-EB96F04AB374}" type="presParOf" srcId="{591607C6-B67D-5E4F-8D6E-91DBF840CB19}" destId="{9099F446-B5EF-D244-9CA9-494BD472F397}" srcOrd="0" destOrd="0" presId="urn:microsoft.com/office/officeart/2005/8/layout/orgChart1"/>
    <dgm:cxn modelId="{97178959-38E4-6A4C-AE4D-5F32BA810485}" type="presParOf" srcId="{9099F446-B5EF-D244-9CA9-494BD472F397}" destId="{D1D3EECE-C6A3-004C-85CC-927C5E8E4908}" srcOrd="0" destOrd="0" presId="urn:microsoft.com/office/officeart/2005/8/layout/orgChart1"/>
    <dgm:cxn modelId="{9784F3AC-9154-BD49-8479-DE38F2399A51}" type="presParOf" srcId="{9099F446-B5EF-D244-9CA9-494BD472F397}" destId="{6A5E74C0-544A-464C-B15E-1E758514E3EE}" srcOrd="1" destOrd="0" presId="urn:microsoft.com/office/officeart/2005/8/layout/orgChart1"/>
    <dgm:cxn modelId="{48016A68-9DA4-8140-9555-61EF43F82002}" type="presParOf" srcId="{591607C6-B67D-5E4F-8D6E-91DBF840CB19}" destId="{ED6B46CA-95A4-9A4A-8C5E-3E7E291E3EE8}" srcOrd="1" destOrd="0" presId="urn:microsoft.com/office/officeart/2005/8/layout/orgChart1"/>
    <dgm:cxn modelId="{4785545F-C826-B34A-BDB2-C9734159A060}" type="presParOf" srcId="{591607C6-B67D-5E4F-8D6E-91DBF840CB19}" destId="{B57A00F9-6B8E-7048-B86A-597319E8A56C}" srcOrd="2" destOrd="0" presId="urn:microsoft.com/office/officeart/2005/8/layout/orgChart1"/>
    <dgm:cxn modelId="{69D81724-34F6-984E-8B4C-D69619F67305}" type="presParOf" srcId="{B3983143-AFC3-704C-B44C-46CC827C18A8}" destId="{1CB169DE-5B70-9948-8CBC-E7EB0920E5C3}" srcOrd="2" destOrd="0" presId="urn:microsoft.com/office/officeart/2005/8/layout/orgChart1"/>
    <dgm:cxn modelId="{28357D29-337C-C04C-8BF2-55C5AF001925}" type="presParOf" srcId="{B3983143-AFC3-704C-B44C-46CC827C18A8}" destId="{4AC78B0C-9A19-5A4B-B8EB-91C520133A99}" srcOrd="3" destOrd="0" presId="urn:microsoft.com/office/officeart/2005/8/layout/orgChart1"/>
    <dgm:cxn modelId="{E80552B0-119B-954E-BBB5-61FA2576BCAF}" type="presParOf" srcId="{4AC78B0C-9A19-5A4B-B8EB-91C520133A99}" destId="{66CA83C7-A99A-CE45-94E5-42E72782950D}" srcOrd="0" destOrd="0" presId="urn:microsoft.com/office/officeart/2005/8/layout/orgChart1"/>
    <dgm:cxn modelId="{FBCEFC8C-9C65-5047-AD76-7A39A3ACE519}" type="presParOf" srcId="{66CA83C7-A99A-CE45-94E5-42E72782950D}" destId="{4F24FA77-2665-794C-B66C-256BD29725DF}" srcOrd="0" destOrd="0" presId="urn:microsoft.com/office/officeart/2005/8/layout/orgChart1"/>
    <dgm:cxn modelId="{CBF30040-E16A-2A4D-9CF7-B1D261AFBB0B}" type="presParOf" srcId="{66CA83C7-A99A-CE45-94E5-42E72782950D}" destId="{8C0682A0-AD56-8A45-972C-71E08BF436E6}" srcOrd="1" destOrd="0" presId="urn:microsoft.com/office/officeart/2005/8/layout/orgChart1"/>
    <dgm:cxn modelId="{126746D1-A910-604F-8B53-33E7916D1233}" type="presParOf" srcId="{4AC78B0C-9A19-5A4B-B8EB-91C520133A99}" destId="{27746EA3-784A-4647-AF69-499DB6CB6AEF}" srcOrd="1" destOrd="0" presId="urn:microsoft.com/office/officeart/2005/8/layout/orgChart1"/>
    <dgm:cxn modelId="{829AD401-186A-364B-90CE-9E9F6A672628}" type="presParOf" srcId="{4AC78B0C-9A19-5A4B-B8EB-91C520133A99}" destId="{58D03068-2535-F242-96B7-840FBDEAD856}" srcOrd="2" destOrd="0" presId="urn:microsoft.com/office/officeart/2005/8/layout/orgChart1"/>
    <dgm:cxn modelId="{C5FF98E1-47EB-8549-BA7E-96515DE2B41D}" type="presParOf" srcId="{B3983143-AFC3-704C-B44C-46CC827C18A8}" destId="{9528FA73-53F4-A44F-AAC2-9B6FF54BB2F5}" srcOrd="4" destOrd="0" presId="urn:microsoft.com/office/officeart/2005/8/layout/orgChart1"/>
    <dgm:cxn modelId="{5341C00C-694B-EF4A-9256-7F2E001E63BB}" type="presParOf" srcId="{B3983143-AFC3-704C-B44C-46CC827C18A8}" destId="{DF65014F-8A91-E940-BBE9-D0D66DC6DA3D}" srcOrd="5" destOrd="0" presId="urn:microsoft.com/office/officeart/2005/8/layout/orgChart1"/>
    <dgm:cxn modelId="{F92D617F-719E-7640-85BF-EC9796733E82}" type="presParOf" srcId="{DF65014F-8A91-E940-BBE9-D0D66DC6DA3D}" destId="{EB1F4F9F-632D-9445-B071-BADEA46EB203}" srcOrd="0" destOrd="0" presId="urn:microsoft.com/office/officeart/2005/8/layout/orgChart1"/>
    <dgm:cxn modelId="{B3DD7C7A-89EC-CA44-B71A-BAFF5C29714E}" type="presParOf" srcId="{EB1F4F9F-632D-9445-B071-BADEA46EB203}" destId="{05F13E72-E867-5C44-9E4A-EE3917E35557}" srcOrd="0" destOrd="0" presId="urn:microsoft.com/office/officeart/2005/8/layout/orgChart1"/>
    <dgm:cxn modelId="{796094D6-ADD1-D14D-B964-FFF03FCAFEC0}" type="presParOf" srcId="{EB1F4F9F-632D-9445-B071-BADEA46EB203}" destId="{463638A3-C894-5B41-8838-BA69B9A51C79}" srcOrd="1" destOrd="0" presId="urn:microsoft.com/office/officeart/2005/8/layout/orgChart1"/>
    <dgm:cxn modelId="{DCACFA4D-82AC-F140-A853-0E3941BB564F}" type="presParOf" srcId="{DF65014F-8A91-E940-BBE9-D0D66DC6DA3D}" destId="{21F4217E-F53A-394D-A39F-4D9929841FE5}" srcOrd="1" destOrd="0" presId="urn:microsoft.com/office/officeart/2005/8/layout/orgChart1"/>
    <dgm:cxn modelId="{BEF10276-34DB-E04B-A368-8DFB935B145F}" type="presParOf" srcId="{DF65014F-8A91-E940-BBE9-D0D66DC6DA3D}" destId="{A3D62E95-282E-8F47-B72C-6D478052695D}" srcOrd="2" destOrd="0" presId="urn:microsoft.com/office/officeart/2005/8/layout/orgChart1"/>
    <dgm:cxn modelId="{C765553B-EE9D-E74F-8DC2-7811F878FDDD}" type="presParOf" srcId="{B3983143-AFC3-704C-B44C-46CC827C18A8}" destId="{E983535F-F389-D146-AF6F-67485973E183}" srcOrd="6" destOrd="0" presId="urn:microsoft.com/office/officeart/2005/8/layout/orgChart1"/>
    <dgm:cxn modelId="{048BE88F-7FDA-EB47-BCD3-8A8AF91E98BB}" type="presParOf" srcId="{B3983143-AFC3-704C-B44C-46CC827C18A8}" destId="{92EDE334-4076-944F-BB3A-15D5C93270C8}" srcOrd="7" destOrd="0" presId="urn:microsoft.com/office/officeart/2005/8/layout/orgChart1"/>
    <dgm:cxn modelId="{0A2A8DB8-D980-4C4B-B746-8F44F08F2B77}" type="presParOf" srcId="{92EDE334-4076-944F-BB3A-15D5C93270C8}" destId="{454AECF9-D39D-C545-9BA0-E04CB53BE4B2}" srcOrd="0" destOrd="0" presId="urn:microsoft.com/office/officeart/2005/8/layout/orgChart1"/>
    <dgm:cxn modelId="{B118F27E-8389-AD4A-9D72-033DE8CDB7F7}" type="presParOf" srcId="{454AECF9-D39D-C545-9BA0-E04CB53BE4B2}" destId="{72BDD278-8EBE-7C42-9AE3-7E1DCFB51F9E}" srcOrd="0" destOrd="0" presId="urn:microsoft.com/office/officeart/2005/8/layout/orgChart1"/>
    <dgm:cxn modelId="{C1B63D18-C767-E44B-9838-2C3BC41A725D}" type="presParOf" srcId="{454AECF9-D39D-C545-9BA0-E04CB53BE4B2}" destId="{D1A0F7A8-C9B4-E04D-9555-2AA866A3AF38}" srcOrd="1" destOrd="0" presId="urn:microsoft.com/office/officeart/2005/8/layout/orgChart1"/>
    <dgm:cxn modelId="{6C68B947-87F6-E242-A127-738B8CD2954B}" type="presParOf" srcId="{92EDE334-4076-944F-BB3A-15D5C93270C8}" destId="{FC69A224-D88A-9345-AA47-8774363A6656}" srcOrd="1" destOrd="0" presId="urn:microsoft.com/office/officeart/2005/8/layout/orgChart1"/>
    <dgm:cxn modelId="{5406D61F-E21B-6240-9303-D0C72C3ED18C}" type="presParOf" srcId="{92EDE334-4076-944F-BB3A-15D5C93270C8}" destId="{C78DD236-1A10-9243-B093-1DD5E80CCC75}" srcOrd="2" destOrd="0" presId="urn:microsoft.com/office/officeart/2005/8/layout/orgChart1"/>
    <dgm:cxn modelId="{92D774F0-3895-4646-8355-515FF8EB28A1}" type="presParOf" srcId="{B3983143-AFC3-704C-B44C-46CC827C18A8}" destId="{1651D6D0-22C0-9846-96E4-95DA8A2CC9E7}" srcOrd="8" destOrd="0" presId="urn:microsoft.com/office/officeart/2005/8/layout/orgChart1"/>
    <dgm:cxn modelId="{ED433564-16D0-E545-94C8-07409D5C22CA}" type="presParOf" srcId="{B3983143-AFC3-704C-B44C-46CC827C18A8}" destId="{A16EEE92-C7FA-8C44-8578-4E7803D9CA5E}" srcOrd="9" destOrd="0" presId="urn:microsoft.com/office/officeart/2005/8/layout/orgChart1"/>
    <dgm:cxn modelId="{338B817A-CB73-2641-ACAF-4AE2CE4CBBCC}" type="presParOf" srcId="{A16EEE92-C7FA-8C44-8578-4E7803D9CA5E}" destId="{8B99BCFC-80E9-034D-9C35-349EC4874FF8}" srcOrd="0" destOrd="0" presId="urn:microsoft.com/office/officeart/2005/8/layout/orgChart1"/>
    <dgm:cxn modelId="{CEFD95DA-2E7E-664E-A265-6B224DD08EA7}" type="presParOf" srcId="{8B99BCFC-80E9-034D-9C35-349EC4874FF8}" destId="{DEBFB913-7821-F34C-9625-AADD4FD36723}" srcOrd="0" destOrd="0" presId="urn:microsoft.com/office/officeart/2005/8/layout/orgChart1"/>
    <dgm:cxn modelId="{B1848775-4D5A-F64C-B479-C2E1440D092D}" type="presParOf" srcId="{8B99BCFC-80E9-034D-9C35-349EC4874FF8}" destId="{D415FA21-2084-BC4C-87EF-BD21C8D1078E}" srcOrd="1" destOrd="0" presId="urn:microsoft.com/office/officeart/2005/8/layout/orgChart1"/>
    <dgm:cxn modelId="{24C59A17-0011-464E-BDF4-F5FC822042A3}" type="presParOf" srcId="{A16EEE92-C7FA-8C44-8578-4E7803D9CA5E}" destId="{85BF0A1D-4617-7D45-8A1F-A83978C63896}" srcOrd="1" destOrd="0" presId="urn:microsoft.com/office/officeart/2005/8/layout/orgChart1"/>
    <dgm:cxn modelId="{07BBD769-761F-AE49-BEA6-DD0B53BBC951}" type="presParOf" srcId="{A16EEE92-C7FA-8C44-8578-4E7803D9CA5E}" destId="{3A00B347-E53A-6649-87C7-B5B908069B51}" srcOrd="2" destOrd="0" presId="urn:microsoft.com/office/officeart/2005/8/layout/orgChart1"/>
    <dgm:cxn modelId="{7B9EFCCD-4850-E341-9134-189C37EC52EE}" type="presParOf" srcId="{D49EC1E1-7A0A-2D48-85EF-8900F00275D2}" destId="{33631DC2-DDBD-2945-96F5-D23D17775F71}" srcOrd="2" destOrd="0" presId="urn:microsoft.com/office/officeart/2005/8/layout/orgChart1"/>
    <dgm:cxn modelId="{AFFD1D54-F3AF-1545-ABB5-EFC46BA6E182}" type="presParOf" srcId="{594CAB73-2DF0-1342-8ED8-32796E05ED41}" destId="{D7DC4809-0740-6243-A24B-513084D0D41A}" srcOrd="12" destOrd="0" presId="urn:microsoft.com/office/officeart/2005/8/layout/orgChart1"/>
    <dgm:cxn modelId="{078565F5-E483-1A44-B6B9-36FCF0494B1D}" type="presParOf" srcId="{594CAB73-2DF0-1342-8ED8-32796E05ED41}" destId="{AD0C4D1A-8F8B-B940-9799-BB4A5E989712}" srcOrd="13" destOrd="0" presId="urn:microsoft.com/office/officeart/2005/8/layout/orgChart1"/>
    <dgm:cxn modelId="{BCC0130D-09E5-5342-AF04-0D01DF8FC73D}" type="presParOf" srcId="{AD0C4D1A-8F8B-B940-9799-BB4A5E989712}" destId="{522C6E2A-3BEA-4147-8298-E9148DE1698B}" srcOrd="0" destOrd="0" presId="urn:microsoft.com/office/officeart/2005/8/layout/orgChart1"/>
    <dgm:cxn modelId="{6FDB2BC1-AF82-C646-BFFE-AF0C3F2EF72C}" type="presParOf" srcId="{522C6E2A-3BEA-4147-8298-E9148DE1698B}" destId="{196B67B6-E542-FC40-8D93-5AABEA422ADB}" srcOrd="0" destOrd="0" presId="urn:microsoft.com/office/officeart/2005/8/layout/orgChart1"/>
    <dgm:cxn modelId="{5472F80A-0F4F-364E-9C8C-A4EAE79878C0}" type="presParOf" srcId="{522C6E2A-3BEA-4147-8298-E9148DE1698B}" destId="{65DEC9DF-056F-C64D-B0D5-D65CCC2C6DB6}" srcOrd="1" destOrd="0" presId="urn:microsoft.com/office/officeart/2005/8/layout/orgChart1"/>
    <dgm:cxn modelId="{1606347C-16FC-C843-A32B-6B960190D436}" type="presParOf" srcId="{AD0C4D1A-8F8B-B940-9799-BB4A5E989712}" destId="{E92D40A3-298F-6C4C-93B7-51BC56F94137}" srcOrd="1" destOrd="0" presId="urn:microsoft.com/office/officeart/2005/8/layout/orgChart1"/>
    <dgm:cxn modelId="{D6F8E74D-B459-5947-9A06-6A9F06ECD510}" type="presParOf" srcId="{E92D40A3-298F-6C4C-93B7-51BC56F94137}" destId="{FC8FE1A7-730D-4E4B-9E24-77D848BD2F8D}" srcOrd="0" destOrd="0" presId="urn:microsoft.com/office/officeart/2005/8/layout/orgChart1"/>
    <dgm:cxn modelId="{449BED7D-C5ED-0A4F-B669-9D3F5E12CD10}" type="presParOf" srcId="{E92D40A3-298F-6C4C-93B7-51BC56F94137}" destId="{C92076D3-6306-A342-8E9A-032D3199AF22}" srcOrd="1" destOrd="0" presId="urn:microsoft.com/office/officeart/2005/8/layout/orgChart1"/>
    <dgm:cxn modelId="{4A2FE62F-0CA1-4A4C-A307-55BA7D95BD24}" type="presParOf" srcId="{C92076D3-6306-A342-8E9A-032D3199AF22}" destId="{1649963F-2AA1-E944-A868-1F7E9E74B4D3}" srcOrd="0" destOrd="0" presId="urn:microsoft.com/office/officeart/2005/8/layout/orgChart1"/>
    <dgm:cxn modelId="{3A484872-729F-F943-9641-AD23191CCDCD}" type="presParOf" srcId="{1649963F-2AA1-E944-A868-1F7E9E74B4D3}" destId="{26DA4673-9460-244A-A4F4-04D7D775FC34}" srcOrd="0" destOrd="0" presId="urn:microsoft.com/office/officeart/2005/8/layout/orgChart1"/>
    <dgm:cxn modelId="{1A8A8E21-916C-8D45-8DA3-BCD63C3F494F}" type="presParOf" srcId="{1649963F-2AA1-E944-A868-1F7E9E74B4D3}" destId="{CFA29D79-1238-714F-A26C-080155E3FCC3}" srcOrd="1" destOrd="0" presId="urn:microsoft.com/office/officeart/2005/8/layout/orgChart1"/>
    <dgm:cxn modelId="{3CD5196B-10F3-DB46-9825-E480D45EDCE1}" type="presParOf" srcId="{C92076D3-6306-A342-8E9A-032D3199AF22}" destId="{8E0B1CB7-9692-7143-8E9E-017404966368}" srcOrd="1" destOrd="0" presId="urn:microsoft.com/office/officeart/2005/8/layout/orgChart1"/>
    <dgm:cxn modelId="{93B5B2C5-7BAD-6F48-AFA1-A0CCDB262160}" type="presParOf" srcId="{C92076D3-6306-A342-8E9A-032D3199AF22}" destId="{9FE750D6-C2BD-0940-B488-B43FE2B239B3}" srcOrd="2" destOrd="0" presId="urn:microsoft.com/office/officeart/2005/8/layout/orgChart1"/>
    <dgm:cxn modelId="{B006840C-F2E4-ED4A-810B-374A13D03512}" type="presParOf" srcId="{E92D40A3-298F-6C4C-93B7-51BC56F94137}" destId="{AA1F4463-B825-2442-9A5E-21C90D79F8A8}" srcOrd="2" destOrd="0" presId="urn:microsoft.com/office/officeart/2005/8/layout/orgChart1"/>
    <dgm:cxn modelId="{BF545510-B692-AF4A-84DE-1BE5C6D33C93}" type="presParOf" srcId="{E92D40A3-298F-6C4C-93B7-51BC56F94137}" destId="{E9155C28-04A6-5249-948E-67B4FFEC50B3}" srcOrd="3" destOrd="0" presId="urn:microsoft.com/office/officeart/2005/8/layout/orgChart1"/>
    <dgm:cxn modelId="{99F52F79-90FA-E340-80EB-A86FEFDB1B3C}" type="presParOf" srcId="{E9155C28-04A6-5249-948E-67B4FFEC50B3}" destId="{62F73909-7C53-2F47-A001-5590A33AD032}" srcOrd="0" destOrd="0" presId="urn:microsoft.com/office/officeart/2005/8/layout/orgChart1"/>
    <dgm:cxn modelId="{6B71FF92-E85E-C446-9C16-CDCC9859F45F}" type="presParOf" srcId="{62F73909-7C53-2F47-A001-5590A33AD032}" destId="{70289B6C-E73B-4747-A682-68802C498960}" srcOrd="0" destOrd="0" presId="urn:microsoft.com/office/officeart/2005/8/layout/orgChart1"/>
    <dgm:cxn modelId="{0F0A62FB-21E8-8941-97B2-8A36B0FCC0E7}" type="presParOf" srcId="{62F73909-7C53-2F47-A001-5590A33AD032}" destId="{4A75F071-159F-4F42-85C2-C77F99C5CF53}" srcOrd="1" destOrd="0" presId="urn:microsoft.com/office/officeart/2005/8/layout/orgChart1"/>
    <dgm:cxn modelId="{BEE52869-6727-E84C-A2CB-9C912732B936}" type="presParOf" srcId="{E9155C28-04A6-5249-948E-67B4FFEC50B3}" destId="{D8C256EB-0C9E-4049-A8F4-C98D6C1D4104}" srcOrd="1" destOrd="0" presId="urn:microsoft.com/office/officeart/2005/8/layout/orgChart1"/>
    <dgm:cxn modelId="{69ACDDC0-BB58-A049-ADCB-E45C519FD0DD}" type="presParOf" srcId="{E9155C28-04A6-5249-948E-67B4FFEC50B3}" destId="{357D2FC2-7AEA-A446-B413-4884FFD79DC8}" srcOrd="2" destOrd="0" presId="urn:microsoft.com/office/officeart/2005/8/layout/orgChart1"/>
    <dgm:cxn modelId="{D45B8ED3-DEC5-6A4D-8609-5281DCD64DC2}" type="presParOf" srcId="{E92D40A3-298F-6C4C-93B7-51BC56F94137}" destId="{DF6FDA72-E17B-9C4E-841C-17410E38822A}" srcOrd="4" destOrd="0" presId="urn:microsoft.com/office/officeart/2005/8/layout/orgChart1"/>
    <dgm:cxn modelId="{5480CA17-D0A5-F34D-B1FF-E4B0F9CCD94C}" type="presParOf" srcId="{E92D40A3-298F-6C4C-93B7-51BC56F94137}" destId="{EDF94647-CCD1-5448-A72B-A392AC2160F5}" srcOrd="5" destOrd="0" presId="urn:microsoft.com/office/officeart/2005/8/layout/orgChart1"/>
    <dgm:cxn modelId="{8CA9E270-8F52-6D48-9D23-12F9651B60D0}" type="presParOf" srcId="{EDF94647-CCD1-5448-A72B-A392AC2160F5}" destId="{2622401E-FC45-4941-BCE4-EE6B5D461ED0}" srcOrd="0" destOrd="0" presId="urn:microsoft.com/office/officeart/2005/8/layout/orgChart1"/>
    <dgm:cxn modelId="{BE06FA2B-4E45-0046-88B2-0BD8CCC0AEE4}" type="presParOf" srcId="{2622401E-FC45-4941-BCE4-EE6B5D461ED0}" destId="{988999AC-1577-7645-A540-5003B6C7E2E4}" srcOrd="0" destOrd="0" presId="urn:microsoft.com/office/officeart/2005/8/layout/orgChart1"/>
    <dgm:cxn modelId="{FB65E608-3501-3743-B30F-3216B40A48F5}" type="presParOf" srcId="{2622401E-FC45-4941-BCE4-EE6B5D461ED0}" destId="{4EF54E15-7DD2-6A4B-80FA-598DCE850311}" srcOrd="1" destOrd="0" presId="urn:microsoft.com/office/officeart/2005/8/layout/orgChart1"/>
    <dgm:cxn modelId="{15B5ECC2-2A2C-3F4E-B058-9AA1E9D0F3CE}" type="presParOf" srcId="{EDF94647-CCD1-5448-A72B-A392AC2160F5}" destId="{5DC4EA4B-9EC6-844F-AA91-57975FC0E67A}" srcOrd="1" destOrd="0" presId="urn:microsoft.com/office/officeart/2005/8/layout/orgChart1"/>
    <dgm:cxn modelId="{5BD30733-AAF9-A94C-B955-A70898FC67D9}" type="presParOf" srcId="{EDF94647-CCD1-5448-A72B-A392AC2160F5}" destId="{B96A7558-E4A8-F449-8066-3CDBD2A89121}" srcOrd="2" destOrd="0" presId="urn:microsoft.com/office/officeart/2005/8/layout/orgChart1"/>
    <dgm:cxn modelId="{134A8663-FF97-244A-BDC2-6B24F2A00DB3}" type="presParOf" srcId="{E92D40A3-298F-6C4C-93B7-51BC56F94137}" destId="{B4912C7C-EE71-7A48-A03E-2929082B5FD3}" srcOrd="6" destOrd="0" presId="urn:microsoft.com/office/officeart/2005/8/layout/orgChart1"/>
    <dgm:cxn modelId="{DB911019-6756-BC4C-81CA-92AF303790A7}" type="presParOf" srcId="{E92D40A3-298F-6C4C-93B7-51BC56F94137}" destId="{F4FC0F88-CD22-B245-B90F-9571E2B6C86C}" srcOrd="7" destOrd="0" presId="urn:microsoft.com/office/officeart/2005/8/layout/orgChart1"/>
    <dgm:cxn modelId="{30CAB7CB-3B95-B143-9999-402DFACE0D03}" type="presParOf" srcId="{F4FC0F88-CD22-B245-B90F-9571E2B6C86C}" destId="{B3DD6CC9-67A5-4A42-9213-1ADCD89A37B2}" srcOrd="0" destOrd="0" presId="urn:microsoft.com/office/officeart/2005/8/layout/orgChart1"/>
    <dgm:cxn modelId="{A63C2202-94A8-4348-A47E-1F093C281BAF}" type="presParOf" srcId="{B3DD6CC9-67A5-4A42-9213-1ADCD89A37B2}" destId="{E3581FAA-4786-EC40-A556-AB32C161EE74}" srcOrd="0" destOrd="0" presId="urn:microsoft.com/office/officeart/2005/8/layout/orgChart1"/>
    <dgm:cxn modelId="{3D2C2621-D424-BD4B-ADD0-96DB17C88E59}" type="presParOf" srcId="{B3DD6CC9-67A5-4A42-9213-1ADCD89A37B2}" destId="{6028368C-DB9E-9E4E-8069-D6285A73EEA5}" srcOrd="1" destOrd="0" presId="urn:microsoft.com/office/officeart/2005/8/layout/orgChart1"/>
    <dgm:cxn modelId="{C1920541-6A5D-2245-89EB-30BF2D857964}" type="presParOf" srcId="{F4FC0F88-CD22-B245-B90F-9571E2B6C86C}" destId="{49C59F85-122E-5342-83AB-9474CF63AA0A}" srcOrd="1" destOrd="0" presId="urn:microsoft.com/office/officeart/2005/8/layout/orgChart1"/>
    <dgm:cxn modelId="{7388D9BB-C6BF-8948-A28B-713324D7A13E}" type="presParOf" srcId="{F4FC0F88-CD22-B245-B90F-9571E2B6C86C}" destId="{F18CA9E5-82FB-3F44-A0FB-B8DCE30E944C}" srcOrd="2" destOrd="0" presId="urn:microsoft.com/office/officeart/2005/8/layout/orgChart1"/>
    <dgm:cxn modelId="{E9525D25-AF23-5F47-AF89-3DF6F70E9A29}" type="presParOf" srcId="{E92D40A3-298F-6C4C-93B7-51BC56F94137}" destId="{CB1E4A38-F164-DE49-9A24-E8AEA74D079F}" srcOrd="8" destOrd="0" presId="urn:microsoft.com/office/officeart/2005/8/layout/orgChart1"/>
    <dgm:cxn modelId="{2BD40142-3CE8-2840-857E-E089463A2FBA}" type="presParOf" srcId="{E92D40A3-298F-6C4C-93B7-51BC56F94137}" destId="{72F99C3F-79AD-F34A-BFE4-FD5C25E0166C}" srcOrd="9" destOrd="0" presId="urn:microsoft.com/office/officeart/2005/8/layout/orgChart1"/>
    <dgm:cxn modelId="{F86C878E-7D7C-BD46-B9F9-B39D63358BCA}" type="presParOf" srcId="{72F99C3F-79AD-F34A-BFE4-FD5C25E0166C}" destId="{65EB8E1E-5F39-CD42-A8FF-35C74AB44DE8}" srcOrd="0" destOrd="0" presId="urn:microsoft.com/office/officeart/2005/8/layout/orgChart1"/>
    <dgm:cxn modelId="{67058D3D-D52D-2049-80C8-004E45E419E0}" type="presParOf" srcId="{65EB8E1E-5F39-CD42-A8FF-35C74AB44DE8}" destId="{7386A543-ED7D-3B46-9BBD-7213135DBA32}" srcOrd="0" destOrd="0" presId="urn:microsoft.com/office/officeart/2005/8/layout/orgChart1"/>
    <dgm:cxn modelId="{F92E61D0-91FB-6046-BF55-C047AC97671A}" type="presParOf" srcId="{65EB8E1E-5F39-CD42-A8FF-35C74AB44DE8}" destId="{8244279C-3AE4-3444-80A5-80CCBEE141BA}" srcOrd="1" destOrd="0" presId="urn:microsoft.com/office/officeart/2005/8/layout/orgChart1"/>
    <dgm:cxn modelId="{0A409261-8215-F74F-B1A8-1875531A87A3}" type="presParOf" srcId="{72F99C3F-79AD-F34A-BFE4-FD5C25E0166C}" destId="{6EE16673-2F64-9C46-8F3A-34BE9F672E59}" srcOrd="1" destOrd="0" presId="urn:microsoft.com/office/officeart/2005/8/layout/orgChart1"/>
    <dgm:cxn modelId="{140E36FF-2126-E44B-A9AF-C645454C668A}" type="presParOf" srcId="{72F99C3F-79AD-F34A-BFE4-FD5C25E0166C}" destId="{CF14A99E-6A71-6844-8F30-8E2298CCB806}" srcOrd="2" destOrd="0" presId="urn:microsoft.com/office/officeart/2005/8/layout/orgChart1"/>
    <dgm:cxn modelId="{FF2CF504-12CA-ED45-A539-259545345992}" type="presParOf" srcId="{E92D40A3-298F-6C4C-93B7-51BC56F94137}" destId="{A0876863-FF66-454E-BC6F-CF72C24BE8A8}" srcOrd="10" destOrd="0" presId="urn:microsoft.com/office/officeart/2005/8/layout/orgChart1"/>
    <dgm:cxn modelId="{6E2EE27C-DE40-8440-B896-3F3D3F00A3F3}" type="presParOf" srcId="{E92D40A3-298F-6C4C-93B7-51BC56F94137}" destId="{E672742B-141E-2C4D-A5C1-ACC8D008FC86}" srcOrd="11" destOrd="0" presId="urn:microsoft.com/office/officeart/2005/8/layout/orgChart1"/>
    <dgm:cxn modelId="{EA183A31-E25C-DE44-8E7D-043D8A40889D}" type="presParOf" srcId="{E672742B-141E-2C4D-A5C1-ACC8D008FC86}" destId="{486686C7-BB86-CB4F-9D98-C0375D75114B}" srcOrd="0" destOrd="0" presId="urn:microsoft.com/office/officeart/2005/8/layout/orgChart1"/>
    <dgm:cxn modelId="{76DAC27F-4174-B94A-88AE-CDEB947A0AAB}" type="presParOf" srcId="{486686C7-BB86-CB4F-9D98-C0375D75114B}" destId="{2C69A4F5-3D75-074F-B179-8926CF1F93E3}" srcOrd="0" destOrd="0" presId="urn:microsoft.com/office/officeart/2005/8/layout/orgChart1"/>
    <dgm:cxn modelId="{484B50DF-A28C-F347-994A-EAAB0AC9114B}" type="presParOf" srcId="{486686C7-BB86-CB4F-9D98-C0375D75114B}" destId="{06500734-A908-B849-9688-A7479311AD6C}" srcOrd="1" destOrd="0" presId="urn:microsoft.com/office/officeart/2005/8/layout/orgChart1"/>
    <dgm:cxn modelId="{D9179FDE-8C95-DE45-832E-3A845F971E6B}" type="presParOf" srcId="{E672742B-141E-2C4D-A5C1-ACC8D008FC86}" destId="{1C792D8E-A221-C34F-9DE5-FDD6AE580543}" srcOrd="1" destOrd="0" presId="urn:microsoft.com/office/officeart/2005/8/layout/orgChart1"/>
    <dgm:cxn modelId="{9E2FD9A1-DD1E-564A-AE35-906822A21A4D}" type="presParOf" srcId="{E672742B-141E-2C4D-A5C1-ACC8D008FC86}" destId="{4B34ABFE-D290-DF41-83EB-68AB51D68A77}" srcOrd="2" destOrd="0" presId="urn:microsoft.com/office/officeart/2005/8/layout/orgChart1"/>
    <dgm:cxn modelId="{5B0222C3-FDE6-AA49-9FD2-4A30C46F4937}" type="presParOf" srcId="{AD0C4D1A-8F8B-B940-9799-BB4A5E989712}" destId="{A79CC494-D245-5A46-A747-E1E1C1599592}" srcOrd="2" destOrd="0" presId="urn:microsoft.com/office/officeart/2005/8/layout/orgChart1"/>
    <dgm:cxn modelId="{BB0441B4-DE4F-BF4E-8440-F3328E35E1BA}" type="presParOf" srcId="{250A80EB-98CE-3048-845B-733CA46144CB}" destId="{783CF786-0274-4A47-B552-2DA36325B44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2BE69-E48D-0D43-B5A8-6DFBF8DDD942}">
      <dsp:nvSpPr>
        <dsp:cNvPr id="0" name=""/>
        <dsp:cNvSpPr/>
      </dsp:nvSpPr>
      <dsp:spPr>
        <a:xfrm>
          <a:off x="158226" y="69300"/>
          <a:ext cx="1088535" cy="544267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solidFill>
                <a:schemeClr val="tx1"/>
              </a:solidFill>
            </a:rPr>
            <a:t>PolSARproSim</a:t>
          </a:r>
        </a:p>
      </dsp:txBody>
      <dsp:txXfrm>
        <a:off x="174167" y="85241"/>
        <a:ext cx="1056653" cy="512385"/>
      </dsp:txXfrm>
    </dsp:sp>
    <dsp:sp modelId="{0E1F9BF8-52FD-B946-A046-92A17994962D}">
      <dsp:nvSpPr>
        <dsp:cNvPr id="0" name=""/>
        <dsp:cNvSpPr/>
      </dsp:nvSpPr>
      <dsp:spPr>
        <a:xfrm>
          <a:off x="267079" y="613568"/>
          <a:ext cx="122532" cy="3397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742"/>
              </a:lnTo>
              <a:lnTo>
                <a:pt x="122532" y="33974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0D372C-E324-994F-A15B-1738D9B75A7F}">
      <dsp:nvSpPr>
        <dsp:cNvPr id="0" name=""/>
        <dsp:cNvSpPr/>
      </dsp:nvSpPr>
      <dsp:spPr>
        <a:xfrm>
          <a:off x="389612" y="681177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Inputs and Initialization </a:t>
          </a:r>
        </a:p>
      </dsp:txBody>
      <dsp:txXfrm>
        <a:off x="405553" y="697118"/>
        <a:ext cx="838946" cy="512385"/>
      </dsp:txXfrm>
    </dsp:sp>
    <dsp:sp modelId="{991CACAC-7592-184E-81A8-396E77B13BF1}">
      <dsp:nvSpPr>
        <dsp:cNvPr id="0" name=""/>
        <dsp:cNvSpPr/>
      </dsp:nvSpPr>
      <dsp:spPr>
        <a:xfrm>
          <a:off x="267079" y="613568"/>
          <a:ext cx="122532" cy="10200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0077"/>
              </a:lnTo>
              <a:lnTo>
                <a:pt x="122532" y="102007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10C31F-F9E7-EE40-A4C2-F56762C7399C}">
      <dsp:nvSpPr>
        <dsp:cNvPr id="0" name=""/>
        <dsp:cNvSpPr/>
      </dsp:nvSpPr>
      <dsp:spPr>
        <a:xfrm>
          <a:off x="389612" y="1361512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Create DEM</a:t>
          </a:r>
        </a:p>
      </dsp:txBody>
      <dsp:txXfrm>
        <a:off x="405553" y="1377453"/>
        <a:ext cx="838946" cy="512385"/>
      </dsp:txXfrm>
    </dsp:sp>
    <dsp:sp modelId="{46574E0D-A4B0-5441-8F5E-995B8D12594F}">
      <dsp:nvSpPr>
        <dsp:cNvPr id="0" name=""/>
        <dsp:cNvSpPr/>
      </dsp:nvSpPr>
      <dsp:spPr>
        <a:xfrm>
          <a:off x="267079" y="613568"/>
          <a:ext cx="122532" cy="1700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0412"/>
              </a:lnTo>
              <a:lnTo>
                <a:pt x="122532" y="170041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1FEB77-AAB5-6F48-96B8-3088D444B2A4}">
      <dsp:nvSpPr>
        <dsp:cNvPr id="0" name=""/>
        <dsp:cNvSpPr/>
      </dsp:nvSpPr>
      <dsp:spPr>
        <a:xfrm>
          <a:off x="389612" y="2041847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Create Stem Map</a:t>
          </a:r>
        </a:p>
      </dsp:txBody>
      <dsp:txXfrm>
        <a:off x="405553" y="2057788"/>
        <a:ext cx="838946" cy="512385"/>
      </dsp:txXfrm>
    </dsp:sp>
    <dsp:sp modelId="{C02D46E7-AAA6-324B-B46D-5160E708E31C}">
      <dsp:nvSpPr>
        <dsp:cNvPr id="0" name=""/>
        <dsp:cNvSpPr/>
      </dsp:nvSpPr>
      <dsp:spPr>
        <a:xfrm>
          <a:off x="267079" y="613568"/>
          <a:ext cx="122532" cy="2380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0747"/>
              </a:lnTo>
              <a:lnTo>
                <a:pt x="122532" y="238074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031366-C59D-694B-94A6-C9B3CBAD1D22}">
      <dsp:nvSpPr>
        <dsp:cNvPr id="0" name=""/>
        <dsp:cNvSpPr/>
      </dsp:nvSpPr>
      <dsp:spPr>
        <a:xfrm>
          <a:off x="389612" y="2722181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Create Forest Image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(for visualization)</a:t>
          </a:r>
        </a:p>
      </dsp:txBody>
      <dsp:txXfrm>
        <a:off x="405553" y="2738122"/>
        <a:ext cx="838946" cy="512385"/>
      </dsp:txXfrm>
    </dsp:sp>
    <dsp:sp modelId="{2D604556-996F-9046-8ECD-C2905F93CAA7}">
      <dsp:nvSpPr>
        <dsp:cNvPr id="0" name=""/>
        <dsp:cNvSpPr/>
      </dsp:nvSpPr>
      <dsp:spPr>
        <a:xfrm>
          <a:off x="267079" y="613568"/>
          <a:ext cx="122532" cy="3061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1082"/>
              </a:lnTo>
              <a:lnTo>
                <a:pt x="122532" y="306108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229B9-62E6-2E47-86E0-6A0DDF3C3C52}">
      <dsp:nvSpPr>
        <dsp:cNvPr id="0" name=""/>
        <dsp:cNvSpPr/>
      </dsp:nvSpPr>
      <dsp:spPr>
        <a:xfrm>
          <a:off x="389612" y="3402516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FF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Calculate Effective Permittivities</a:t>
          </a:r>
        </a:p>
      </dsp:txBody>
      <dsp:txXfrm>
        <a:off x="405553" y="3418457"/>
        <a:ext cx="838946" cy="512385"/>
      </dsp:txXfrm>
    </dsp:sp>
    <dsp:sp modelId="{CA9FCD3D-17F0-184C-9167-CFDF3F95CEC1}">
      <dsp:nvSpPr>
        <dsp:cNvPr id="0" name=""/>
        <dsp:cNvSpPr/>
      </dsp:nvSpPr>
      <dsp:spPr>
        <a:xfrm>
          <a:off x="267079" y="613568"/>
          <a:ext cx="122532" cy="37414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1417"/>
              </a:lnTo>
              <a:lnTo>
                <a:pt x="122532" y="374141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D42007-6196-7E48-8E94-267A7D2C4D8B}">
      <dsp:nvSpPr>
        <dsp:cNvPr id="0" name=""/>
        <dsp:cNvSpPr/>
      </dsp:nvSpPr>
      <dsp:spPr>
        <a:xfrm>
          <a:off x="389612" y="4082851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FF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Calculate Attenuation Map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(ALUT)</a:t>
          </a:r>
        </a:p>
      </dsp:txBody>
      <dsp:txXfrm>
        <a:off x="405553" y="4098792"/>
        <a:ext cx="838946" cy="512385"/>
      </dsp:txXfrm>
    </dsp:sp>
    <dsp:sp modelId="{247594D8-1CD4-5545-A0D4-5835BE415891}">
      <dsp:nvSpPr>
        <dsp:cNvPr id="0" name=""/>
        <dsp:cNvSpPr/>
      </dsp:nvSpPr>
      <dsp:spPr>
        <a:xfrm>
          <a:off x="1878341" y="193252"/>
          <a:ext cx="1431359" cy="544267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solidFill>
                <a:srgbClr val="000000"/>
              </a:solidFill>
            </a:rPr>
            <a:t>For each Track</a:t>
          </a:r>
        </a:p>
      </dsp:txBody>
      <dsp:txXfrm>
        <a:off x="1894282" y="209193"/>
        <a:ext cx="1399477" cy="512385"/>
      </dsp:txXfrm>
    </dsp:sp>
    <dsp:sp modelId="{4D65C8A7-4F37-C243-AE30-BCF3F4F15F34}">
      <dsp:nvSpPr>
        <dsp:cNvPr id="0" name=""/>
        <dsp:cNvSpPr/>
      </dsp:nvSpPr>
      <dsp:spPr>
        <a:xfrm>
          <a:off x="2021477" y="737519"/>
          <a:ext cx="227950" cy="34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6116"/>
              </a:lnTo>
              <a:lnTo>
                <a:pt x="227950" y="34611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7D42AE-AA84-0D4C-B33A-BEFFD4479F6A}">
      <dsp:nvSpPr>
        <dsp:cNvPr id="0" name=""/>
        <dsp:cNvSpPr/>
      </dsp:nvSpPr>
      <dsp:spPr>
        <a:xfrm>
          <a:off x="2249427" y="811502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Clean up and Initialize SAR images</a:t>
          </a:r>
        </a:p>
      </dsp:txBody>
      <dsp:txXfrm>
        <a:off x="2265368" y="827443"/>
        <a:ext cx="838946" cy="512385"/>
      </dsp:txXfrm>
    </dsp:sp>
    <dsp:sp modelId="{90183287-0E0B-E940-8F66-1679B148CA64}">
      <dsp:nvSpPr>
        <dsp:cNvPr id="0" name=""/>
        <dsp:cNvSpPr/>
      </dsp:nvSpPr>
      <dsp:spPr>
        <a:xfrm>
          <a:off x="2021477" y="737519"/>
          <a:ext cx="227950" cy="1026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6451"/>
              </a:lnTo>
              <a:lnTo>
                <a:pt x="227950" y="102645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992F41-ACE1-064E-8E35-33567A7E8156}">
      <dsp:nvSpPr>
        <dsp:cNvPr id="0" name=""/>
        <dsp:cNvSpPr/>
      </dsp:nvSpPr>
      <dsp:spPr>
        <a:xfrm>
          <a:off x="2249427" y="1491837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FF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Calculate Direct Ground Scattering</a:t>
          </a:r>
        </a:p>
      </dsp:txBody>
      <dsp:txXfrm>
        <a:off x="2265368" y="1507778"/>
        <a:ext cx="838946" cy="512385"/>
      </dsp:txXfrm>
    </dsp:sp>
    <dsp:sp modelId="{74C023C8-2218-A142-A448-0DFC3C067E18}">
      <dsp:nvSpPr>
        <dsp:cNvPr id="0" name=""/>
        <dsp:cNvSpPr/>
      </dsp:nvSpPr>
      <dsp:spPr>
        <a:xfrm>
          <a:off x="2021477" y="737519"/>
          <a:ext cx="227950" cy="17067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6786"/>
              </a:lnTo>
              <a:lnTo>
                <a:pt x="227950" y="170678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2C0A21-9C16-4D41-8416-324BA43F937C}">
      <dsp:nvSpPr>
        <dsp:cNvPr id="0" name=""/>
        <dsp:cNvSpPr/>
      </dsp:nvSpPr>
      <dsp:spPr>
        <a:xfrm>
          <a:off x="2249427" y="2172172"/>
          <a:ext cx="870828" cy="544267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 w="9525" cap="flat" cmpd="sng" algn="ctr">
          <a:solidFill>
            <a:srgbClr val="FF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Calculate Direct Short Vegetation Scattering</a:t>
          </a:r>
        </a:p>
      </dsp:txBody>
      <dsp:txXfrm>
        <a:off x="2265368" y="2188113"/>
        <a:ext cx="838946" cy="512385"/>
      </dsp:txXfrm>
    </dsp:sp>
    <dsp:sp modelId="{460138E4-2AEB-854E-B6C4-6005FE208DC6}">
      <dsp:nvSpPr>
        <dsp:cNvPr id="0" name=""/>
        <dsp:cNvSpPr/>
      </dsp:nvSpPr>
      <dsp:spPr>
        <a:xfrm>
          <a:off x="2021477" y="737519"/>
          <a:ext cx="224423" cy="23614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1420"/>
              </a:lnTo>
              <a:lnTo>
                <a:pt x="224423" y="236142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2E9927-AACA-7D42-A2E0-2B587FC952F6}">
      <dsp:nvSpPr>
        <dsp:cNvPr id="0" name=""/>
        <dsp:cNvSpPr/>
      </dsp:nvSpPr>
      <dsp:spPr>
        <a:xfrm>
          <a:off x="2245900" y="2826806"/>
          <a:ext cx="870828" cy="544267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 w="9525" cap="flat" cmpd="sng" algn="ctr">
          <a:solidFill>
            <a:srgbClr val="FF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Calculate Indirect (bounce) Short Vegetation Scattering</a:t>
          </a:r>
        </a:p>
      </dsp:txBody>
      <dsp:txXfrm>
        <a:off x="2261841" y="2842747"/>
        <a:ext cx="838946" cy="512385"/>
      </dsp:txXfrm>
    </dsp:sp>
    <dsp:sp modelId="{7C1F5D86-0FCB-2242-AF41-FBDCB90ABC3F}">
      <dsp:nvSpPr>
        <dsp:cNvPr id="0" name=""/>
        <dsp:cNvSpPr/>
      </dsp:nvSpPr>
      <dsp:spPr>
        <a:xfrm>
          <a:off x="2021477" y="737519"/>
          <a:ext cx="227950" cy="30150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5069"/>
              </a:lnTo>
              <a:lnTo>
                <a:pt x="227950" y="301506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D99D7-C6E1-7649-B7A5-DD5EDC6B0080}">
      <dsp:nvSpPr>
        <dsp:cNvPr id="0" name=""/>
        <dsp:cNvSpPr/>
      </dsp:nvSpPr>
      <dsp:spPr>
        <a:xfrm>
          <a:off x="2249427" y="3480455"/>
          <a:ext cx="870828" cy="544267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9525" cap="flat" cmpd="sng" algn="ctr">
          <a:solidFill>
            <a:srgbClr val="FF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Calculate Direct Forest Scattering</a:t>
          </a:r>
        </a:p>
      </dsp:txBody>
      <dsp:txXfrm>
        <a:off x="2265368" y="3496396"/>
        <a:ext cx="838946" cy="512385"/>
      </dsp:txXfrm>
    </dsp:sp>
    <dsp:sp modelId="{0784AC15-10BB-AB46-B5C0-B507B31A3B45}">
      <dsp:nvSpPr>
        <dsp:cNvPr id="0" name=""/>
        <dsp:cNvSpPr/>
      </dsp:nvSpPr>
      <dsp:spPr>
        <a:xfrm>
          <a:off x="2021477" y="737519"/>
          <a:ext cx="216934" cy="3669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9704"/>
              </a:lnTo>
              <a:lnTo>
                <a:pt x="216934" y="3669704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2FEF60-88D8-6A45-ABF7-A2C48CE8D326}">
      <dsp:nvSpPr>
        <dsp:cNvPr id="0" name=""/>
        <dsp:cNvSpPr/>
      </dsp:nvSpPr>
      <dsp:spPr>
        <a:xfrm>
          <a:off x="2238411" y="4135090"/>
          <a:ext cx="870828" cy="544267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9525" cap="flat" cmpd="sng" algn="ctr">
          <a:solidFill>
            <a:srgbClr val="FF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Calculate Indirect (bounce) Forest Scattering</a:t>
          </a:r>
        </a:p>
      </dsp:txBody>
      <dsp:txXfrm>
        <a:off x="2254352" y="4151031"/>
        <a:ext cx="838946" cy="512385"/>
      </dsp:txXfrm>
    </dsp:sp>
    <dsp:sp modelId="{0372304B-0AAE-AE4C-A26E-B34D3ABD1F6B}">
      <dsp:nvSpPr>
        <dsp:cNvPr id="0" name=""/>
        <dsp:cNvSpPr/>
      </dsp:nvSpPr>
      <dsp:spPr>
        <a:xfrm>
          <a:off x="2021477" y="737519"/>
          <a:ext cx="227950" cy="4298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98349"/>
              </a:lnTo>
              <a:lnTo>
                <a:pt x="227950" y="429834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7DF960-06C4-234F-9650-208751042A8C}">
      <dsp:nvSpPr>
        <dsp:cNvPr id="0" name=""/>
        <dsp:cNvSpPr/>
      </dsp:nvSpPr>
      <dsp:spPr>
        <a:xfrm>
          <a:off x="2249427" y="4763735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Write Images and Clean up</a:t>
          </a:r>
        </a:p>
      </dsp:txBody>
      <dsp:txXfrm>
        <a:off x="2265368" y="4779676"/>
        <a:ext cx="838946" cy="512385"/>
      </dsp:txXfrm>
    </dsp:sp>
    <dsp:sp modelId="{0DB16559-1147-BC40-94C9-92316A221D3F}">
      <dsp:nvSpPr>
        <dsp:cNvPr id="0" name=""/>
        <dsp:cNvSpPr/>
      </dsp:nvSpPr>
      <dsp:spPr>
        <a:xfrm>
          <a:off x="4345877" y="619691"/>
          <a:ext cx="1435746" cy="544267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solidFill>
                <a:schemeClr val="tx1"/>
              </a:solidFill>
            </a:rPr>
            <a:t>For each tree</a:t>
          </a:r>
        </a:p>
      </dsp:txBody>
      <dsp:txXfrm>
        <a:off x="4361818" y="635632"/>
        <a:ext cx="1403864" cy="512385"/>
      </dsp:txXfrm>
    </dsp:sp>
    <dsp:sp modelId="{74A96FA9-002A-2448-BB05-00CE95677897}">
      <dsp:nvSpPr>
        <dsp:cNvPr id="0" name=""/>
        <dsp:cNvSpPr/>
      </dsp:nvSpPr>
      <dsp:spPr>
        <a:xfrm>
          <a:off x="4489452" y="1163959"/>
          <a:ext cx="159493" cy="429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9095"/>
              </a:lnTo>
              <a:lnTo>
                <a:pt x="159493" y="42909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63C362-2805-B54F-BF7F-298AC29FA3DC}">
      <dsp:nvSpPr>
        <dsp:cNvPr id="0" name=""/>
        <dsp:cNvSpPr/>
      </dsp:nvSpPr>
      <dsp:spPr>
        <a:xfrm>
          <a:off x="4648945" y="1320920"/>
          <a:ext cx="870828" cy="544267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solidFill>
                <a:schemeClr val="tx1"/>
              </a:solidFill>
            </a:rPr>
            <a:t>Stem Scattering</a:t>
          </a:r>
        </a:p>
      </dsp:txBody>
      <dsp:txXfrm>
        <a:off x="4664886" y="1336861"/>
        <a:ext cx="838946" cy="512385"/>
      </dsp:txXfrm>
    </dsp:sp>
    <dsp:sp modelId="{DD3C85CB-9782-FF40-8634-72E17494011B}">
      <dsp:nvSpPr>
        <dsp:cNvPr id="0" name=""/>
        <dsp:cNvSpPr/>
      </dsp:nvSpPr>
      <dsp:spPr>
        <a:xfrm>
          <a:off x="4489452" y="1163959"/>
          <a:ext cx="143574" cy="1088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8535"/>
              </a:lnTo>
              <a:lnTo>
                <a:pt x="143574" y="10885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F51A88-4043-F342-BE39-14380BEB4531}">
      <dsp:nvSpPr>
        <dsp:cNvPr id="0" name=""/>
        <dsp:cNvSpPr/>
      </dsp:nvSpPr>
      <dsp:spPr>
        <a:xfrm>
          <a:off x="4633027" y="1980361"/>
          <a:ext cx="870828" cy="544267"/>
        </a:xfrm>
        <a:prstGeom prst="roundRect">
          <a:avLst>
            <a:gd name="adj" fmla="val 10000"/>
          </a:avLst>
        </a:prstGeom>
        <a:solidFill>
          <a:schemeClr val="bg1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Primary Branch Scattering</a:t>
          </a:r>
        </a:p>
      </dsp:txBody>
      <dsp:txXfrm>
        <a:off x="4648968" y="1996302"/>
        <a:ext cx="838946" cy="512385"/>
      </dsp:txXfrm>
    </dsp:sp>
    <dsp:sp modelId="{63D342A2-78A7-224D-8729-1F02399209E5}">
      <dsp:nvSpPr>
        <dsp:cNvPr id="0" name=""/>
        <dsp:cNvSpPr/>
      </dsp:nvSpPr>
      <dsp:spPr>
        <a:xfrm>
          <a:off x="4489452" y="1163959"/>
          <a:ext cx="143574" cy="17688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8870"/>
              </a:lnTo>
              <a:lnTo>
                <a:pt x="143574" y="176887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EAC60D-A400-B440-8B33-8BE41C07D87B}">
      <dsp:nvSpPr>
        <dsp:cNvPr id="0" name=""/>
        <dsp:cNvSpPr/>
      </dsp:nvSpPr>
      <dsp:spPr>
        <a:xfrm>
          <a:off x="4633027" y="2660695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Secondary Branch Scattering</a:t>
          </a:r>
        </a:p>
      </dsp:txBody>
      <dsp:txXfrm>
        <a:off x="4648968" y="2676636"/>
        <a:ext cx="838946" cy="512385"/>
      </dsp:txXfrm>
    </dsp:sp>
    <dsp:sp modelId="{F85C73FF-8BA3-2142-952A-C7BD3EEF8F00}">
      <dsp:nvSpPr>
        <dsp:cNvPr id="0" name=""/>
        <dsp:cNvSpPr/>
      </dsp:nvSpPr>
      <dsp:spPr>
        <a:xfrm>
          <a:off x="4489452" y="1163959"/>
          <a:ext cx="149365" cy="2468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8385"/>
              </a:lnTo>
              <a:lnTo>
                <a:pt x="149365" y="246838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DC9E6-1DF7-F74A-AEB9-F49CE71B15C8}">
      <dsp:nvSpPr>
        <dsp:cNvPr id="0" name=""/>
        <dsp:cNvSpPr/>
      </dsp:nvSpPr>
      <dsp:spPr>
        <a:xfrm>
          <a:off x="4638818" y="3360210"/>
          <a:ext cx="870828" cy="544267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Tertiary Branch Scattering</a:t>
          </a:r>
        </a:p>
      </dsp:txBody>
      <dsp:txXfrm>
        <a:off x="4654759" y="3376151"/>
        <a:ext cx="838946" cy="512385"/>
      </dsp:txXfrm>
    </dsp:sp>
    <dsp:sp modelId="{8C39ED7D-29F5-2D4C-B15B-39F7E7C19397}">
      <dsp:nvSpPr>
        <dsp:cNvPr id="0" name=""/>
        <dsp:cNvSpPr/>
      </dsp:nvSpPr>
      <dsp:spPr>
        <a:xfrm>
          <a:off x="4489452" y="1163959"/>
          <a:ext cx="149365" cy="3142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2336"/>
              </a:lnTo>
              <a:lnTo>
                <a:pt x="149365" y="314233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5DDDA7-4385-264B-9400-29B1A96798A5}">
      <dsp:nvSpPr>
        <dsp:cNvPr id="0" name=""/>
        <dsp:cNvSpPr/>
      </dsp:nvSpPr>
      <dsp:spPr>
        <a:xfrm>
          <a:off x="4638818" y="4034161"/>
          <a:ext cx="870828" cy="544267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Foliage Scattering</a:t>
          </a:r>
        </a:p>
      </dsp:txBody>
      <dsp:txXfrm>
        <a:off x="4654759" y="4050102"/>
        <a:ext cx="838946" cy="512385"/>
      </dsp:txXfrm>
    </dsp:sp>
    <dsp:sp modelId="{683521D0-B539-F54C-BB60-2CF58AA7988D}">
      <dsp:nvSpPr>
        <dsp:cNvPr id="0" name=""/>
        <dsp:cNvSpPr/>
      </dsp:nvSpPr>
      <dsp:spPr>
        <a:xfrm>
          <a:off x="6235347" y="1280677"/>
          <a:ext cx="1499458" cy="544267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solidFill>
                <a:srgbClr val="000000"/>
              </a:solidFill>
            </a:rPr>
            <a:t>For each Branch or Stem</a:t>
          </a:r>
        </a:p>
      </dsp:txBody>
      <dsp:txXfrm>
        <a:off x="6251288" y="1296618"/>
        <a:ext cx="1467576" cy="512385"/>
      </dsp:txXfrm>
    </dsp:sp>
    <dsp:sp modelId="{ECECA707-622A-5B4A-9438-06B88E8B5939}">
      <dsp:nvSpPr>
        <dsp:cNvPr id="0" name=""/>
        <dsp:cNvSpPr/>
      </dsp:nvSpPr>
      <dsp:spPr>
        <a:xfrm>
          <a:off x="6385293" y="1824945"/>
          <a:ext cx="286870" cy="442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2859"/>
              </a:lnTo>
              <a:lnTo>
                <a:pt x="286870" y="44285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2D9F3-E5DA-C64B-97A6-06FDDF6A7B09}">
      <dsp:nvSpPr>
        <dsp:cNvPr id="0" name=""/>
        <dsp:cNvSpPr/>
      </dsp:nvSpPr>
      <dsp:spPr>
        <a:xfrm>
          <a:off x="6672163" y="1995671"/>
          <a:ext cx="870828" cy="544267"/>
        </a:xfrm>
        <a:prstGeom prst="roundRect">
          <a:avLst>
            <a:gd name="adj" fmla="val 10000"/>
          </a:avLst>
        </a:prstGeom>
        <a:solidFill>
          <a:schemeClr val="bg1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solidFill>
                <a:srgbClr val="000000"/>
              </a:solidFill>
            </a:rPr>
            <a:t>Realize a branch as a cylinder</a:t>
          </a:r>
        </a:p>
      </dsp:txBody>
      <dsp:txXfrm>
        <a:off x="6688104" y="2011612"/>
        <a:ext cx="838946" cy="512385"/>
      </dsp:txXfrm>
    </dsp:sp>
    <dsp:sp modelId="{E7EA9A67-2D43-7B4A-A293-03F2E0DEA50C}">
      <dsp:nvSpPr>
        <dsp:cNvPr id="0" name=""/>
        <dsp:cNvSpPr/>
      </dsp:nvSpPr>
      <dsp:spPr>
        <a:xfrm>
          <a:off x="6385293" y="1824945"/>
          <a:ext cx="285642" cy="11806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0636"/>
              </a:lnTo>
              <a:lnTo>
                <a:pt x="285642" y="118063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49239E-2852-9144-B28E-22BCB88E4113}">
      <dsp:nvSpPr>
        <dsp:cNvPr id="0" name=""/>
        <dsp:cNvSpPr/>
      </dsp:nvSpPr>
      <dsp:spPr>
        <a:xfrm>
          <a:off x="6670935" y="2733448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Simulate scattering from cylinder (use the ALUT)</a:t>
          </a:r>
        </a:p>
      </dsp:txBody>
      <dsp:txXfrm>
        <a:off x="6686876" y="2749389"/>
        <a:ext cx="838946" cy="512385"/>
      </dsp:txXfrm>
    </dsp:sp>
    <dsp:sp modelId="{B112F9FF-B2B2-C741-AD05-4BD6136A6687}">
      <dsp:nvSpPr>
        <dsp:cNvPr id="0" name=""/>
        <dsp:cNvSpPr/>
      </dsp:nvSpPr>
      <dsp:spPr>
        <a:xfrm>
          <a:off x="6385293" y="1824945"/>
          <a:ext cx="285642" cy="1860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971"/>
              </a:lnTo>
              <a:lnTo>
                <a:pt x="285642" y="186097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7BDD1-AC90-474E-B53E-E2EDBACC38E6}">
      <dsp:nvSpPr>
        <dsp:cNvPr id="0" name=""/>
        <dsp:cNvSpPr/>
      </dsp:nvSpPr>
      <dsp:spPr>
        <a:xfrm>
          <a:off x="6670935" y="3413783"/>
          <a:ext cx="870828" cy="54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Accumulate Scattered field into SAR image for HH, HV, VV polarization</a:t>
          </a:r>
        </a:p>
      </dsp:txBody>
      <dsp:txXfrm>
        <a:off x="6686876" y="3429724"/>
        <a:ext cx="838946" cy="512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6272A-C36D-AB43-81D5-C215B877207C}">
      <dsp:nvSpPr>
        <dsp:cNvPr id="0" name=""/>
        <dsp:cNvSpPr/>
      </dsp:nvSpPr>
      <dsp:spPr>
        <a:xfrm>
          <a:off x="388599" y="2564"/>
          <a:ext cx="1929184" cy="4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err="1" smtClean="0"/>
            <a:t>Effective_Permittivities</a:t>
          </a:r>
          <a:endParaRPr lang="en-US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(functions called)</a:t>
          </a:r>
        </a:p>
      </dsp:txBody>
      <dsp:txXfrm>
        <a:off x="401861" y="15826"/>
        <a:ext cx="1902660" cy="426274"/>
      </dsp:txXfrm>
    </dsp:sp>
    <dsp:sp modelId="{FE4D680E-33F5-FD4B-8D2D-4FFE21165441}">
      <dsp:nvSpPr>
        <dsp:cNvPr id="0" name=""/>
        <dsp:cNvSpPr/>
      </dsp:nvSpPr>
      <dsp:spPr>
        <a:xfrm>
          <a:off x="581518" y="455363"/>
          <a:ext cx="170188" cy="340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033"/>
              </a:lnTo>
              <a:lnTo>
                <a:pt x="170188" y="34003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41C6B-4F28-BF4D-BED2-30B107C2DE84}">
      <dsp:nvSpPr>
        <dsp:cNvPr id="0" name=""/>
        <dsp:cNvSpPr/>
      </dsp:nvSpPr>
      <dsp:spPr>
        <a:xfrm>
          <a:off x="751706" y="568997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Initialise_Standard_Jnlookup</a:t>
          </a:r>
          <a:endParaRPr lang="en-US" sz="900" kern="1200" dirty="0" smtClean="0"/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Initialise_Standard_Ynlookup</a:t>
          </a:r>
          <a:endParaRPr lang="en-US" sz="900" kern="1200" dirty="0"/>
        </a:p>
      </dsp:txBody>
      <dsp:txXfrm>
        <a:off x="764968" y="582259"/>
        <a:ext cx="1436515" cy="426274"/>
      </dsp:txXfrm>
    </dsp:sp>
    <dsp:sp modelId="{2C7D901B-68D2-BC4B-A86D-5484874784DD}">
      <dsp:nvSpPr>
        <dsp:cNvPr id="0" name=""/>
        <dsp:cNvSpPr/>
      </dsp:nvSpPr>
      <dsp:spPr>
        <a:xfrm>
          <a:off x="581518" y="455363"/>
          <a:ext cx="170188" cy="906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32"/>
              </a:lnTo>
              <a:lnTo>
                <a:pt x="170188" y="90603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1FE53-5F18-4B4E-99EC-F298E7AD7BC5}">
      <dsp:nvSpPr>
        <dsp:cNvPr id="0" name=""/>
        <dsp:cNvSpPr/>
      </dsp:nvSpPr>
      <dsp:spPr>
        <a:xfrm>
          <a:off x="751706" y="1134996"/>
          <a:ext cx="1463039" cy="452798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Realise_Tree</a:t>
          </a:r>
          <a:endParaRPr lang="en-US" sz="900" kern="1200" dirty="0" smtClean="0"/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(see backup slide)</a:t>
          </a:r>
          <a:endParaRPr lang="en-US" sz="900" kern="1200" dirty="0"/>
        </a:p>
      </dsp:txBody>
      <dsp:txXfrm>
        <a:off x="764968" y="1148258"/>
        <a:ext cx="1436515" cy="426274"/>
      </dsp:txXfrm>
    </dsp:sp>
    <dsp:sp modelId="{D045388D-4C60-1E48-8A3A-D2C0641AB0E8}">
      <dsp:nvSpPr>
        <dsp:cNvPr id="0" name=""/>
        <dsp:cNvSpPr/>
      </dsp:nvSpPr>
      <dsp:spPr>
        <a:xfrm>
          <a:off x="581518" y="455363"/>
          <a:ext cx="170188" cy="1472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2030"/>
              </a:lnTo>
              <a:lnTo>
                <a:pt x="170188" y="147203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77E86-9302-CA4D-B661-1F1EB238281C}">
      <dsp:nvSpPr>
        <dsp:cNvPr id="0" name=""/>
        <dsp:cNvSpPr/>
      </dsp:nvSpPr>
      <dsp:spPr>
        <a:xfrm>
          <a:off x="751706" y="1700994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Cylinder_from_Branch</a:t>
          </a:r>
          <a:endParaRPr lang="en-US" sz="900" kern="1200" dirty="0"/>
        </a:p>
      </dsp:txBody>
      <dsp:txXfrm>
        <a:off x="764968" y="1714256"/>
        <a:ext cx="1436515" cy="426274"/>
      </dsp:txXfrm>
    </dsp:sp>
    <dsp:sp modelId="{806D8C31-8BF5-FD40-B063-8B1D119D55AB}">
      <dsp:nvSpPr>
        <dsp:cNvPr id="0" name=""/>
        <dsp:cNvSpPr/>
      </dsp:nvSpPr>
      <dsp:spPr>
        <a:xfrm>
          <a:off x="581518" y="455363"/>
          <a:ext cx="170188" cy="2038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8028"/>
              </a:lnTo>
              <a:lnTo>
                <a:pt x="170188" y="203802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4CA25-90DB-9242-B6D6-3531C6E0D3AD}">
      <dsp:nvSpPr>
        <dsp:cNvPr id="0" name=""/>
        <dsp:cNvSpPr/>
      </dsp:nvSpPr>
      <dsp:spPr>
        <a:xfrm>
          <a:off x="751706" y="2266992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CylinderPolarisability</a:t>
          </a:r>
          <a:endParaRPr lang="en-US" sz="900" kern="1200" dirty="0"/>
        </a:p>
      </dsp:txBody>
      <dsp:txXfrm>
        <a:off x="764968" y="2280254"/>
        <a:ext cx="1436515" cy="426274"/>
      </dsp:txXfrm>
    </dsp:sp>
    <dsp:sp modelId="{3F345030-7320-3347-A3D4-7D540D82E4C8}">
      <dsp:nvSpPr>
        <dsp:cNvPr id="0" name=""/>
        <dsp:cNvSpPr/>
      </dsp:nvSpPr>
      <dsp:spPr>
        <a:xfrm>
          <a:off x="581518" y="455363"/>
          <a:ext cx="170188" cy="2604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4027"/>
              </a:lnTo>
              <a:lnTo>
                <a:pt x="170188" y="26040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DE39E-3F05-994B-9820-7DC70F5723B3}">
      <dsp:nvSpPr>
        <dsp:cNvPr id="0" name=""/>
        <dsp:cNvSpPr/>
      </dsp:nvSpPr>
      <dsp:spPr>
        <a:xfrm>
          <a:off x="751706" y="2832990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Leaf_Moisture</a:t>
          </a:r>
          <a:endParaRPr lang="en-US" sz="900" kern="1200" dirty="0"/>
        </a:p>
      </dsp:txBody>
      <dsp:txXfrm>
        <a:off x="764968" y="2846252"/>
        <a:ext cx="1436515" cy="426274"/>
      </dsp:txXfrm>
    </dsp:sp>
    <dsp:sp modelId="{A8A72A11-DD5A-7343-9EE8-284761DDDBAA}">
      <dsp:nvSpPr>
        <dsp:cNvPr id="0" name=""/>
        <dsp:cNvSpPr/>
      </dsp:nvSpPr>
      <dsp:spPr>
        <a:xfrm>
          <a:off x="581518" y="455363"/>
          <a:ext cx="170188" cy="31700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0025"/>
              </a:lnTo>
              <a:lnTo>
                <a:pt x="170188" y="317002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27104-E1E0-9E47-B2ED-2BAD8F71CF7F}">
      <dsp:nvSpPr>
        <dsp:cNvPr id="0" name=""/>
        <dsp:cNvSpPr/>
      </dsp:nvSpPr>
      <dsp:spPr>
        <a:xfrm>
          <a:off x="751706" y="3398989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vegetation_permittivity</a:t>
          </a:r>
          <a:endParaRPr lang="en-US" sz="900" kern="1200" dirty="0"/>
        </a:p>
      </dsp:txBody>
      <dsp:txXfrm>
        <a:off x="764968" y="3412251"/>
        <a:ext cx="1436515" cy="426274"/>
      </dsp:txXfrm>
    </dsp:sp>
    <dsp:sp modelId="{9A6FA63A-92BB-3D4C-AF24-E45B09301601}">
      <dsp:nvSpPr>
        <dsp:cNvPr id="0" name=""/>
        <dsp:cNvSpPr/>
      </dsp:nvSpPr>
      <dsp:spPr>
        <a:xfrm>
          <a:off x="581518" y="455363"/>
          <a:ext cx="170188" cy="3736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6023"/>
              </a:lnTo>
              <a:lnTo>
                <a:pt x="170188" y="373602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0A85A-86DC-2D41-8234-8CD0C5879BCF}">
      <dsp:nvSpPr>
        <dsp:cNvPr id="0" name=""/>
        <dsp:cNvSpPr/>
      </dsp:nvSpPr>
      <dsp:spPr>
        <a:xfrm>
          <a:off x="751706" y="3964987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Leaf_Depolarization_Factors</a:t>
          </a:r>
          <a:endParaRPr lang="en-US" sz="900" kern="1200" dirty="0"/>
        </a:p>
      </dsp:txBody>
      <dsp:txXfrm>
        <a:off x="764968" y="3978249"/>
        <a:ext cx="1436515" cy="426274"/>
      </dsp:txXfrm>
    </dsp:sp>
    <dsp:sp modelId="{D50CDD92-D783-B94B-B7E5-419B39E9B76B}">
      <dsp:nvSpPr>
        <dsp:cNvPr id="0" name=""/>
        <dsp:cNvSpPr/>
      </dsp:nvSpPr>
      <dsp:spPr>
        <a:xfrm>
          <a:off x="581518" y="455363"/>
          <a:ext cx="170188" cy="43020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02022"/>
              </a:lnTo>
              <a:lnTo>
                <a:pt x="170188" y="430202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F2C425-BD87-6845-BA98-55F1396A15F9}">
      <dsp:nvSpPr>
        <dsp:cNvPr id="0" name=""/>
        <dsp:cNvSpPr/>
      </dsp:nvSpPr>
      <dsp:spPr>
        <a:xfrm>
          <a:off x="751706" y="4530985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Tertiary_Branch_Moisture</a:t>
          </a:r>
          <a:endParaRPr lang="en-US" sz="900" kern="1200" dirty="0"/>
        </a:p>
      </dsp:txBody>
      <dsp:txXfrm>
        <a:off x="764968" y="4544247"/>
        <a:ext cx="1436515" cy="4262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6272A-C36D-AB43-81D5-C215B877207C}">
      <dsp:nvSpPr>
        <dsp:cNvPr id="0" name=""/>
        <dsp:cNvSpPr/>
      </dsp:nvSpPr>
      <dsp:spPr>
        <a:xfrm>
          <a:off x="388599" y="2564"/>
          <a:ext cx="1929184" cy="4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err="1" smtClean="0"/>
            <a:t>Attenuation_Map</a:t>
          </a:r>
          <a:endParaRPr lang="en-US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(functions called)</a:t>
          </a:r>
        </a:p>
      </dsp:txBody>
      <dsp:txXfrm>
        <a:off x="401861" y="15826"/>
        <a:ext cx="1902660" cy="426274"/>
      </dsp:txXfrm>
    </dsp:sp>
    <dsp:sp modelId="{FE4D680E-33F5-FD4B-8D2D-4FFE21165441}">
      <dsp:nvSpPr>
        <dsp:cNvPr id="0" name=""/>
        <dsp:cNvSpPr/>
      </dsp:nvSpPr>
      <dsp:spPr>
        <a:xfrm>
          <a:off x="581518" y="455363"/>
          <a:ext cx="170188" cy="340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033"/>
              </a:lnTo>
              <a:lnTo>
                <a:pt x="170188" y="34003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41C6B-4F28-BF4D-BED2-30B107C2DE84}">
      <dsp:nvSpPr>
        <dsp:cNvPr id="0" name=""/>
        <dsp:cNvSpPr/>
      </dsp:nvSpPr>
      <dsp:spPr>
        <a:xfrm>
          <a:off x="751706" y="568997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RayCrownIntersection</a:t>
          </a:r>
          <a:endParaRPr lang="en-US" sz="900" kern="1200" dirty="0"/>
        </a:p>
      </dsp:txBody>
      <dsp:txXfrm>
        <a:off x="764968" y="582259"/>
        <a:ext cx="1436515" cy="426274"/>
      </dsp:txXfrm>
    </dsp:sp>
    <dsp:sp modelId="{2C7D901B-68D2-BC4B-A86D-5484874784DD}">
      <dsp:nvSpPr>
        <dsp:cNvPr id="0" name=""/>
        <dsp:cNvSpPr/>
      </dsp:nvSpPr>
      <dsp:spPr>
        <a:xfrm>
          <a:off x="581518" y="455363"/>
          <a:ext cx="170188" cy="906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32"/>
              </a:lnTo>
              <a:lnTo>
                <a:pt x="170188" y="90603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1FE53-5F18-4B4E-99EC-F298E7AD7BC5}">
      <dsp:nvSpPr>
        <dsp:cNvPr id="0" name=""/>
        <dsp:cNvSpPr/>
      </dsp:nvSpPr>
      <dsp:spPr>
        <a:xfrm>
          <a:off x="751706" y="1134996"/>
          <a:ext cx="1463039" cy="452798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Realise_Tree_Crown_Only</a:t>
          </a:r>
          <a:endParaRPr lang="en-US" sz="900" kern="1200" dirty="0"/>
        </a:p>
      </dsp:txBody>
      <dsp:txXfrm>
        <a:off x="764968" y="1148258"/>
        <a:ext cx="1436515" cy="426274"/>
      </dsp:txXfrm>
    </dsp:sp>
    <dsp:sp modelId="{D045388D-4C60-1E48-8A3A-D2C0641AB0E8}">
      <dsp:nvSpPr>
        <dsp:cNvPr id="0" name=""/>
        <dsp:cNvSpPr/>
      </dsp:nvSpPr>
      <dsp:spPr>
        <a:xfrm>
          <a:off x="581518" y="455363"/>
          <a:ext cx="170188" cy="1472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2030"/>
              </a:lnTo>
              <a:lnTo>
                <a:pt x="170188" y="147203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77E86-9302-CA4D-B661-1F1EB238281C}">
      <dsp:nvSpPr>
        <dsp:cNvPr id="0" name=""/>
        <dsp:cNvSpPr/>
      </dsp:nvSpPr>
      <dsp:spPr>
        <a:xfrm>
          <a:off x="751706" y="1700994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Create_SIM_Record</a:t>
          </a:r>
          <a:endParaRPr lang="en-US" sz="900" kern="1200" dirty="0"/>
        </a:p>
      </dsp:txBody>
      <dsp:txXfrm>
        <a:off x="764968" y="1714256"/>
        <a:ext cx="1436515" cy="426274"/>
      </dsp:txXfrm>
    </dsp:sp>
    <dsp:sp modelId="{806D8C31-8BF5-FD40-B063-8B1D119D55AB}">
      <dsp:nvSpPr>
        <dsp:cNvPr id="0" name=""/>
        <dsp:cNvSpPr/>
      </dsp:nvSpPr>
      <dsp:spPr>
        <a:xfrm>
          <a:off x="581518" y="455363"/>
          <a:ext cx="170188" cy="2038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8028"/>
              </a:lnTo>
              <a:lnTo>
                <a:pt x="170188" y="203802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4CA25-90DB-9242-B6D6-3531C6E0D3AD}">
      <dsp:nvSpPr>
        <dsp:cNvPr id="0" name=""/>
        <dsp:cNvSpPr/>
      </dsp:nvSpPr>
      <dsp:spPr>
        <a:xfrm>
          <a:off x="751706" y="2266992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Initialize_SIM_Record</a:t>
          </a:r>
          <a:endParaRPr lang="en-US" sz="900" kern="1200" dirty="0"/>
        </a:p>
      </dsp:txBody>
      <dsp:txXfrm>
        <a:off x="764968" y="2280254"/>
        <a:ext cx="1436515" cy="426274"/>
      </dsp:txXfrm>
    </dsp:sp>
    <dsp:sp modelId="{3F345030-7320-3347-A3D4-7D540D82E4C8}">
      <dsp:nvSpPr>
        <dsp:cNvPr id="0" name=""/>
        <dsp:cNvSpPr/>
      </dsp:nvSpPr>
      <dsp:spPr>
        <a:xfrm>
          <a:off x="581518" y="455363"/>
          <a:ext cx="170188" cy="2604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4027"/>
              </a:lnTo>
              <a:lnTo>
                <a:pt x="170188" y="26040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DE39E-3F05-994B-9820-7DC70F5723B3}">
      <dsp:nvSpPr>
        <dsp:cNvPr id="0" name=""/>
        <dsp:cNvSpPr/>
      </dsp:nvSpPr>
      <dsp:spPr>
        <a:xfrm>
          <a:off x="751706" y="2832990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PutSIMPixel</a:t>
          </a:r>
          <a:endParaRPr lang="en-US" sz="900" kern="1200" dirty="0"/>
        </a:p>
      </dsp:txBody>
      <dsp:txXfrm>
        <a:off x="764968" y="2846252"/>
        <a:ext cx="1436515" cy="426274"/>
      </dsp:txXfrm>
    </dsp:sp>
    <dsp:sp modelId="{A8A72A11-DD5A-7343-9EE8-284761DDDBAA}">
      <dsp:nvSpPr>
        <dsp:cNvPr id="0" name=""/>
        <dsp:cNvSpPr/>
      </dsp:nvSpPr>
      <dsp:spPr>
        <a:xfrm>
          <a:off x="581518" y="455363"/>
          <a:ext cx="170188" cy="31700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0025"/>
              </a:lnTo>
              <a:lnTo>
                <a:pt x="170188" y="317002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27104-E1E0-9E47-B2ED-2BAD8F71CF7F}">
      <dsp:nvSpPr>
        <dsp:cNvPr id="0" name=""/>
        <dsp:cNvSpPr/>
      </dsp:nvSpPr>
      <dsp:spPr>
        <a:xfrm>
          <a:off x="751706" y="3398989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Write_SIM_Record</a:t>
          </a:r>
          <a:endParaRPr lang="en-US" sz="900" kern="1200" dirty="0"/>
        </a:p>
      </dsp:txBody>
      <dsp:txXfrm>
        <a:off x="764968" y="3412251"/>
        <a:ext cx="1436515" cy="426274"/>
      </dsp:txXfrm>
    </dsp:sp>
    <dsp:sp modelId="{9A6FA63A-92BB-3D4C-AF24-E45B09301601}">
      <dsp:nvSpPr>
        <dsp:cNvPr id="0" name=""/>
        <dsp:cNvSpPr/>
      </dsp:nvSpPr>
      <dsp:spPr>
        <a:xfrm>
          <a:off x="581518" y="455363"/>
          <a:ext cx="170188" cy="3736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6023"/>
              </a:lnTo>
              <a:lnTo>
                <a:pt x="170188" y="373602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0A85A-86DC-2D41-8234-8CD0C5879BCF}">
      <dsp:nvSpPr>
        <dsp:cNvPr id="0" name=""/>
        <dsp:cNvSpPr/>
      </dsp:nvSpPr>
      <dsp:spPr>
        <a:xfrm>
          <a:off x="751706" y="3964987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Rename_SIM_Record</a:t>
          </a:r>
          <a:endParaRPr lang="en-US" sz="900" kern="1200" dirty="0"/>
        </a:p>
      </dsp:txBody>
      <dsp:txXfrm>
        <a:off x="764968" y="3978249"/>
        <a:ext cx="1436515" cy="426274"/>
      </dsp:txXfrm>
    </dsp:sp>
    <dsp:sp modelId="{D50CDD92-D783-B94B-B7E5-419B39E9B76B}">
      <dsp:nvSpPr>
        <dsp:cNvPr id="0" name=""/>
        <dsp:cNvSpPr/>
      </dsp:nvSpPr>
      <dsp:spPr>
        <a:xfrm>
          <a:off x="581518" y="455363"/>
          <a:ext cx="170188" cy="43020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02022"/>
              </a:lnTo>
              <a:lnTo>
                <a:pt x="170188" y="430202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F2C425-BD87-6845-BA98-55F1396A15F9}">
      <dsp:nvSpPr>
        <dsp:cNvPr id="0" name=""/>
        <dsp:cNvSpPr/>
      </dsp:nvSpPr>
      <dsp:spPr>
        <a:xfrm>
          <a:off x="751706" y="4530985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smtClean="0"/>
            <a:t>Destroy_SIM_Record</a:t>
          </a:r>
          <a:endParaRPr lang="en-US" sz="900" kern="1200" dirty="0"/>
        </a:p>
      </dsp:txBody>
      <dsp:txXfrm>
        <a:off x="764968" y="4544247"/>
        <a:ext cx="1436515" cy="4262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6272A-C36D-AB43-81D5-C215B877207C}">
      <dsp:nvSpPr>
        <dsp:cNvPr id="0" name=""/>
        <dsp:cNvSpPr/>
      </dsp:nvSpPr>
      <dsp:spPr>
        <a:xfrm>
          <a:off x="257333" y="478"/>
          <a:ext cx="2178290" cy="5112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err="1" smtClean="0"/>
            <a:t>PolSARproSim_Direct_Ground</a:t>
          </a:r>
          <a:endParaRPr lang="en-US" sz="1300" kern="1200" dirty="0" smtClean="0"/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(functions called)</a:t>
          </a:r>
        </a:p>
      </dsp:txBody>
      <dsp:txXfrm>
        <a:off x="272307" y="15452"/>
        <a:ext cx="2148342" cy="481318"/>
      </dsp:txXfrm>
    </dsp:sp>
    <dsp:sp modelId="{FE4D680E-33F5-FD4B-8D2D-4FFE21165441}">
      <dsp:nvSpPr>
        <dsp:cNvPr id="0" name=""/>
        <dsp:cNvSpPr/>
      </dsp:nvSpPr>
      <dsp:spPr>
        <a:xfrm>
          <a:off x="475162" y="511744"/>
          <a:ext cx="192163" cy="383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3940"/>
              </a:lnTo>
              <a:lnTo>
                <a:pt x="192163" y="38394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41C6B-4F28-BF4D-BED2-30B107C2DE84}">
      <dsp:nvSpPr>
        <dsp:cNvPr id="0" name=""/>
        <dsp:cNvSpPr/>
      </dsp:nvSpPr>
      <dsp:spPr>
        <a:xfrm>
          <a:off x="667325" y="640051"/>
          <a:ext cx="1651954" cy="511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Facet_init_list</a:t>
          </a:r>
          <a:endParaRPr lang="en-US" sz="900" kern="1200" dirty="0"/>
        </a:p>
      </dsp:txBody>
      <dsp:txXfrm>
        <a:off x="682299" y="655025"/>
        <a:ext cx="1622006" cy="481318"/>
      </dsp:txXfrm>
    </dsp:sp>
    <dsp:sp modelId="{2C7D901B-68D2-BC4B-A86D-5484874784DD}">
      <dsp:nvSpPr>
        <dsp:cNvPr id="0" name=""/>
        <dsp:cNvSpPr/>
      </dsp:nvSpPr>
      <dsp:spPr>
        <a:xfrm>
          <a:off x="475162" y="511744"/>
          <a:ext cx="192163" cy="1023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3023"/>
              </a:lnTo>
              <a:lnTo>
                <a:pt x="192163" y="102302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1FE53-5F18-4B4E-99EC-F298E7AD7BC5}">
      <dsp:nvSpPr>
        <dsp:cNvPr id="0" name=""/>
        <dsp:cNvSpPr/>
      </dsp:nvSpPr>
      <dsp:spPr>
        <a:xfrm>
          <a:off x="667325" y="1279134"/>
          <a:ext cx="1651954" cy="511266"/>
        </a:xfrm>
        <a:prstGeom prst="roundRect">
          <a:avLst>
            <a:gd name="adj" fmla="val 10000"/>
          </a:avLst>
        </a:prstGeom>
        <a:solidFill>
          <a:schemeClr val="bg1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monostatic_soil_sigma0HH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nonostatic_soil_sigma0VV</a:t>
          </a:r>
          <a:endParaRPr lang="en-US" sz="900" kern="1200" dirty="0"/>
        </a:p>
      </dsp:txBody>
      <dsp:txXfrm>
        <a:off x="682299" y="1294108"/>
        <a:ext cx="1622006" cy="481318"/>
      </dsp:txXfrm>
    </dsp:sp>
    <dsp:sp modelId="{D045388D-4C60-1E48-8A3A-D2C0641AB0E8}">
      <dsp:nvSpPr>
        <dsp:cNvPr id="0" name=""/>
        <dsp:cNvSpPr/>
      </dsp:nvSpPr>
      <dsp:spPr>
        <a:xfrm>
          <a:off x="475162" y="511744"/>
          <a:ext cx="192163" cy="1662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2106"/>
              </a:lnTo>
              <a:lnTo>
                <a:pt x="192163" y="166210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77E86-9302-CA4D-B661-1F1EB238281C}">
      <dsp:nvSpPr>
        <dsp:cNvPr id="0" name=""/>
        <dsp:cNvSpPr/>
      </dsp:nvSpPr>
      <dsp:spPr>
        <a:xfrm>
          <a:off x="667325" y="1918217"/>
          <a:ext cx="1651954" cy="511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facet_area</a:t>
          </a:r>
          <a:endParaRPr lang="en-US" sz="900" kern="1200" dirty="0"/>
        </a:p>
      </dsp:txBody>
      <dsp:txXfrm>
        <a:off x="682299" y="1933191"/>
        <a:ext cx="1622006" cy="481318"/>
      </dsp:txXfrm>
    </dsp:sp>
    <dsp:sp modelId="{806D8C31-8BF5-FD40-B063-8B1D119D55AB}">
      <dsp:nvSpPr>
        <dsp:cNvPr id="0" name=""/>
        <dsp:cNvSpPr/>
      </dsp:nvSpPr>
      <dsp:spPr>
        <a:xfrm>
          <a:off x="475162" y="511744"/>
          <a:ext cx="192163" cy="23011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1188"/>
              </a:lnTo>
              <a:lnTo>
                <a:pt x="192163" y="230118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4CA25-90DB-9242-B6D6-3531C6E0D3AD}">
      <dsp:nvSpPr>
        <dsp:cNvPr id="0" name=""/>
        <dsp:cNvSpPr/>
      </dsp:nvSpPr>
      <dsp:spPr>
        <a:xfrm>
          <a:off x="667325" y="2557300"/>
          <a:ext cx="1651954" cy="511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Lookup_Direct_Attenuation</a:t>
          </a:r>
          <a:endParaRPr lang="en-US" sz="900" kern="1200" dirty="0"/>
        </a:p>
      </dsp:txBody>
      <dsp:txXfrm>
        <a:off x="682299" y="2572274"/>
        <a:ext cx="1622006" cy="481318"/>
      </dsp:txXfrm>
    </dsp:sp>
    <dsp:sp modelId="{3F345030-7320-3347-A3D4-7D540D82E4C8}">
      <dsp:nvSpPr>
        <dsp:cNvPr id="0" name=""/>
        <dsp:cNvSpPr/>
      </dsp:nvSpPr>
      <dsp:spPr>
        <a:xfrm>
          <a:off x="475162" y="511744"/>
          <a:ext cx="192163" cy="2940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0271"/>
              </a:lnTo>
              <a:lnTo>
                <a:pt x="192163" y="294027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DE39E-3F05-994B-9820-7DC70F5723B3}">
      <dsp:nvSpPr>
        <dsp:cNvPr id="0" name=""/>
        <dsp:cNvSpPr/>
      </dsp:nvSpPr>
      <dsp:spPr>
        <a:xfrm>
          <a:off x="667325" y="3196383"/>
          <a:ext cx="1761929" cy="511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Accumulate_SAR_Contribution</a:t>
          </a:r>
          <a:endParaRPr lang="en-US" sz="900" kern="1200" dirty="0"/>
        </a:p>
      </dsp:txBody>
      <dsp:txXfrm>
        <a:off x="682299" y="3211357"/>
        <a:ext cx="1731981" cy="481318"/>
      </dsp:txXfrm>
    </dsp:sp>
    <dsp:sp modelId="{A8A72A11-DD5A-7343-9EE8-284761DDDBAA}">
      <dsp:nvSpPr>
        <dsp:cNvPr id="0" name=""/>
        <dsp:cNvSpPr/>
      </dsp:nvSpPr>
      <dsp:spPr>
        <a:xfrm>
          <a:off x="475162" y="511744"/>
          <a:ext cx="192163" cy="3579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9354"/>
              </a:lnTo>
              <a:lnTo>
                <a:pt x="192163" y="3579354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27104-E1E0-9E47-B2ED-2BAD8F71CF7F}">
      <dsp:nvSpPr>
        <dsp:cNvPr id="0" name=""/>
        <dsp:cNvSpPr/>
      </dsp:nvSpPr>
      <dsp:spPr>
        <a:xfrm>
          <a:off x="667325" y="3835465"/>
          <a:ext cx="1651954" cy="511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getSIMpixel</a:t>
          </a:r>
          <a:endParaRPr lang="en-US" sz="900" kern="1200" dirty="0"/>
        </a:p>
      </dsp:txBody>
      <dsp:txXfrm>
        <a:off x="682299" y="3850439"/>
        <a:ext cx="1622006" cy="481318"/>
      </dsp:txXfrm>
    </dsp:sp>
    <dsp:sp modelId="{9A6FA63A-92BB-3D4C-AF24-E45B09301601}">
      <dsp:nvSpPr>
        <dsp:cNvPr id="0" name=""/>
        <dsp:cNvSpPr/>
      </dsp:nvSpPr>
      <dsp:spPr>
        <a:xfrm>
          <a:off x="475162" y="511744"/>
          <a:ext cx="192163" cy="4218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8437"/>
              </a:lnTo>
              <a:lnTo>
                <a:pt x="192163" y="421843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0A85A-86DC-2D41-8234-8CD0C5879BCF}">
      <dsp:nvSpPr>
        <dsp:cNvPr id="0" name=""/>
        <dsp:cNvSpPr/>
      </dsp:nvSpPr>
      <dsp:spPr>
        <a:xfrm>
          <a:off x="667325" y="4474548"/>
          <a:ext cx="1651954" cy="5112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Rescale_SIM_Record</a:t>
          </a:r>
          <a:endParaRPr lang="en-US" sz="900" kern="1200" dirty="0"/>
        </a:p>
      </dsp:txBody>
      <dsp:txXfrm>
        <a:off x="682299" y="4489522"/>
        <a:ext cx="1622006" cy="4813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42784-C298-8E44-B3F1-7C13841C2648}">
      <dsp:nvSpPr>
        <dsp:cNvPr id="0" name=""/>
        <dsp:cNvSpPr/>
      </dsp:nvSpPr>
      <dsp:spPr>
        <a:xfrm>
          <a:off x="4393351" y="6483223"/>
          <a:ext cx="211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1385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7A9FF1-8E5A-A64E-985C-5463EE817752}">
      <dsp:nvSpPr>
        <dsp:cNvPr id="0" name=""/>
        <dsp:cNvSpPr/>
      </dsp:nvSpPr>
      <dsp:spPr>
        <a:xfrm>
          <a:off x="3125037" y="3347589"/>
          <a:ext cx="211385" cy="3181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3181354"/>
              </a:lnTo>
              <a:lnTo>
                <a:pt x="211385" y="31813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6B5CF-A49B-A040-9C44-A4A7F5946193}">
      <dsp:nvSpPr>
        <dsp:cNvPr id="0" name=""/>
        <dsp:cNvSpPr/>
      </dsp:nvSpPr>
      <dsp:spPr>
        <a:xfrm>
          <a:off x="3125037" y="3347589"/>
          <a:ext cx="211385" cy="2726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2726874"/>
              </a:lnTo>
              <a:lnTo>
                <a:pt x="211385" y="272687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25CF8-E69C-9F4E-A6AB-60EA8DB386BC}">
      <dsp:nvSpPr>
        <dsp:cNvPr id="0" name=""/>
        <dsp:cNvSpPr/>
      </dsp:nvSpPr>
      <dsp:spPr>
        <a:xfrm>
          <a:off x="3125037" y="3347589"/>
          <a:ext cx="211385" cy="22723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2272395"/>
              </a:lnTo>
              <a:lnTo>
                <a:pt x="211385" y="22723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5C0C42-1379-AA40-902D-73BFE28544F5}">
      <dsp:nvSpPr>
        <dsp:cNvPr id="0" name=""/>
        <dsp:cNvSpPr/>
      </dsp:nvSpPr>
      <dsp:spPr>
        <a:xfrm>
          <a:off x="4393351" y="5119786"/>
          <a:ext cx="211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1385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AF7177-DB6F-034D-9694-EA11F906C467}">
      <dsp:nvSpPr>
        <dsp:cNvPr id="0" name=""/>
        <dsp:cNvSpPr/>
      </dsp:nvSpPr>
      <dsp:spPr>
        <a:xfrm>
          <a:off x="3125037" y="3347589"/>
          <a:ext cx="211385" cy="18179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1817916"/>
              </a:lnTo>
              <a:lnTo>
                <a:pt x="211385" y="18179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40FFA5-5537-3841-9B45-1F12AC2CEB0E}">
      <dsp:nvSpPr>
        <dsp:cNvPr id="0" name=""/>
        <dsp:cNvSpPr/>
      </dsp:nvSpPr>
      <dsp:spPr>
        <a:xfrm>
          <a:off x="3125037" y="3347589"/>
          <a:ext cx="211385" cy="1363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1363437"/>
              </a:lnTo>
              <a:lnTo>
                <a:pt x="211385" y="136343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5CE277-BA51-C747-A194-5626DF539842}">
      <dsp:nvSpPr>
        <dsp:cNvPr id="0" name=""/>
        <dsp:cNvSpPr/>
      </dsp:nvSpPr>
      <dsp:spPr>
        <a:xfrm>
          <a:off x="3125037" y="3347589"/>
          <a:ext cx="211385" cy="908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908958"/>
              </a:lnTo>
              <a:lnTo>
                <a:pt x="211385" y="9089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3672F6-6A2F-F94B-B974-BFCA618E21BB}">
      <dsp:nvSpPr>
        <dsp:cNvPr id="0" name=""/>
        <dsp:cNvSpPr/>
      </dsp:nvSpPr>
      <dsp:spPr>
        <a:xfrm>
          <a:off x="3125037" y="3347589"/>
          <a:ext cx="211385" cy="45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454479"/>
              </a:lnTo>
              <a:lnTo>
                <a:pt x="211385" y="4544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B65F74-ED15-0549-81CA-DE5FFA1E0846}">
      <dsp:nvSpPr>
        <dsp:cNvPr id="0" name=""/>
        <dsp:cNvSpPr/>
      </dsp:nvSpPr>
      <dsp:spPr>
        <a:xfrm>
          <a:off x="3125037" y="3301869"/>
          <a:ext cx="211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1385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EE945-0681-4D45-A7FA-C4D0A60CB09F}">
      <dsp:nvSpPr>
        <dsp:cNvPr id="0" name=""/>
        <dsp:cNvSpPr/>
      </dsp:nvSpPr>
      <dsp:spPr>
        <a:xfrm>
          <a:off x="3125037" y="2893110"/>
          <a:ext cx="211385" cy="454479"/>
        </a:xfrm>
        <a:custGeom>
          <a:avLst/>
          <a:gdLst/>
          <a:ahLst/>
          <a:cxnLst/>
          <a:rect l="0" t="0" r="0" b="0"/>
          <a:pathLst>
            <a:path>
              <a:moveTo>
                <a:pt x="0" y="454479"/>
              </a:moveTo>
              <a:lnTo>
                <a:pt x="105692" y="454479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22688-1508-CA40-A7A8-DA5232C96EF5}">
      <dsp:nvSpPr>
        <dsp:cNvPr id="0" name=""/>
        <dsp:cNvSpPr/>
      </dsp:nvSpPr>
      <dsp:spPr>
        <a:xfrm>
          <a:off x="4393351" y="2392911"/>
          <a:ext cx="211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1385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E834B9-EB4A-A440-8118-8F0E21EBB75E}">
      <dsp:nvSpPr>
        <dsp:cNvPr id="0" name=""/>
        <dsp:cNvSpPr/>
      </dsp:nvSpPr>
      <dsp:spPr>
        <a:xfrm>
          <a:off x="3125037" y="2438631"/>
          <a:ext cx="211385" cy="908958"/>
        </a:xfrm>
        <a:custGeom>
          <a:avLst/>
          <a:gdLst/>
          <a:ahLst/>
          <a:cxnLst/>
          <a:rect l="0" t="0" r="0" b="0"/>
          <a:pathLst>
            <a:path>
              <a:moveTo>
                <a:pt x="0" y="908958"/>
              </a:moveTo>
              <a:lnTo>
                <a:pt x="105692" y="908958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B43532-3AA5-4944-9BF7-6D45D36804E0}">
      <dsp:nvSpPr>
        <dsp:cNvPr id="0" name=""/>
        <dsp:cNvSpPr/>
      </dsp:nvSpPr>
      <dsp:spPr>
        <a:xfrm>
          <a:off x="3125037" y="1984152"/>
          <a:ext cx="211385" cy="1363437"/>
        </a:xfrm>
        <a:custGeom>
          <a:avLst/>
          <a:gdLst/>
          <a:ahLst/>
          <a:cxnLst/>
          <a:rect l="0" t="0" r="0" b="0"/>
          <a:pathLst>
            <a:path>
              <a:moveTo>
                <a:pt x="0" y="1363437"/>
              </a:moveTo>
              <a:lnTo>
                <a:pt x="105692" y="1363437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CA8FA8-3865-BD44-ACC7-7D1992A689D1}">
      <dsp:nvSpPr>
        <dsp:cNvPr id="0" name=""/>
        <dsp:cNvSpPr/>
      </dsp:nvSpPr>
      <dsp:spPr>
        <a:xfrm>
          <a:off x="4393351" y="1483952"/>
          <a:ext cx="211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1385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D0A3E7-9F07-BE48-BB23-1C3A0B5E862B}">
      <dsp:nvSpPr>
        <dsp:cNvPr id="0" name=""/>
        <dsp:cNvSpPr/>
      </dsp:nvSpPr>
      <dsp:spPr>
        <a:xfrm>
          <a:off x="3125037" y="1529672"/>
          <a:ext cx="211385" cy="1817916"/>
        </a:xfrm>
        <a:custGeom>
          <a:avLst/>
          <a:gdLst/>
          <a:ahLst/>
          <a:cxnLst/>
          <a:rect l="0" t="0" r="0" b="0"/>
          <a:pathLst>
            <a:path>
              <a:moveTo>
                <a:pt x="0" y="1817916"/>
              </a:moveTo>
              <a:lnTo>
                <a:pt x="105692" y="1817916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991153-149A-BA45-AA12-599AD1F324E3}">
      <dsp:nvSpPr>
        <dsp:cNvPr id="0" name=""/>
        <dsp:cNvSpPr/>
      </dsp:nvSpPr>
      <dsp:spPr>
        <a:xfrm>
          <a:off x="3125037" y="1075193"/>
          <a:ext cx="211385" cy="2272395"/>
        </a:xfrm>
        <a:custGeom>
          <a:avLst/>
          <a:gdLst/>
          <a:ahLst/>
          <a:cxnLst/>
          <a:rect l="0" t="0" r="0" b="0"/>
          <a:pathLst>
            <a:path>
              <a:moveTo>
                <a:pt x="0" y="2272395"/>
              </a:moveTo>
              <a:lnTo>
                <a:pt x="105692" y="2272395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B28E5E-963B-4F4B-85D4-AF97A0AD7D37}">
      <dsp:nvSpPr>
        <dsp:cNvPr id="0" name=""/>
        <dsp:cNvSpPr/>
      </dsp:nvSpPr>
      <dsp:spPr>
        <a:xfrm>
          <a:off x="4393351" y="574994"/>
          <a:ext cx="211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1385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D96DA-81EC-8946-8750-DF12D8403A65}">
      <dsp:nvSpPr>
        <dsp:cNvPr id="0" name=""/>
        <dsp:cNvSpPr/>
      </dsp:nvSpPr>
      <dsp:spPr>
        <a:xfrm>
          <a:off x="3125037" y="620714"/>
          <a:ext cx="211385" cy="2726874"/>
        </a:xfrm>
        <a:custGeom>
          <a:avLst/>
          <a:gdLst/>
          <a:ahLst/>
          <a:cxnLst/>
          <a:rect l="0" t="0" r="0" b="0"/>
          <a:pathLst>
            <a:path>
              <a:moveTo>
                <a:pt x="0" y="2726874"/>
              </a:moveTo>
              <a:lnTo>
                <a:pt x="105692" y="2726874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074E26-E7A6-1540-8D2B-DDC17A7D8D05}">
      <dsp:nvSpPr>
        <dsp:cNvPr id="0" name=""/>
        <dsp:cNvSpPr/>
      </dsp:nvSpPr>
      <dsp:spPr>
        <a:xfrm>
          <a:off x="3125037" y="166235"/>
          <a:ext cx="211385" cy="3181354"/>
        </a:xfrm>
        <a:custGeom>
          <a:avLst/>
          <a:gdLst/>
          <a:ahLst/>
          <a:cxnLst/>
          <a:rect l="0" t="0" r="0" b="0"/>
          <a:pathLst>
            <a:path>
              <a:moveTo>
                <a:pt x="0" y="3181354"/>
              </a:moveTo>
              <a:lnTo>
                <a:pt x="105692" y="3181354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E4D54B-75E3-F947-A288-864AED5DE6B2}">
      <dsp:nvSpPr>
        <dsp:cNvPr id="0" name=""/>
        <dsp:cNvSpPr/>
      </dsp:nvSpPr>
      <dsp:spPr>
        <a:xfrm>
          <a:off x="1856723" y="2893110"/>
          <a:ext cx="211385" cy="45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692" y="0"/>
              </a:lnTo>
              <a:lnTo>
                <a:pt x="105692" y="454479"/>
              </a:lnTo>
              <a:lnTo>
                <a:pt x="211385" y="45447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24FCF8-EA6E-954A-BC6B-A7745D59770E}">
      <dsp:nvSpPr>
        <dsp:cNvPr id="0" name=""/>
        <dsp:cNvSpPr/>
      </dsp:nvSpPr>
      <dsp:spPr>
        <a:xfrm>
          <a:off x="1856723" y="2847390"/>
          <a:ext cx="211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1385" y="45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CB775-19FC-EF40-B5EB-5B800065A430}">
      <dsp:nvSpPr>
        <dsp:cNvPr id="0" name=""/>
        <dsp:cNvSpPr/>
      </dsp:nvSpPr>
      <dsp:spPr>
        <a:xfrm>
          <a:off x="1856723" y="2438631"/>
          <a:ext cx="211385" cy="454479"/>
        </a:xfrm>
        <a:custGeom>
          <a:avLst/>
          <a:gdLst/>
          <a:ahLst/>
          <a:cxnLst/>
          <a:rect l="0" t="0" r="0" b="0"/>
          <a:pathLst>
            <a:path>
              <a:moveTo>
                <a:pt x="0" y="454479"/>
              </a:moveTo>
              <a:lnTo>
                <a:pt x="105692" y="454479"/>
              </a:lnTo>
              <a:lnTo>
                <a:pt x="105692" y="0"/>
              </a:lnTo>
              <a:lnTo>
                <a:pt x="21138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FF754F-E0FA-F846-A1F3-3D21E2D0805B}">
      <dsp:nvSpPr>
        <dsp:cNvPr id="0" name=""/>
        <dsp:cNvSpPr/>
      </dsp:nvSpPr>
      <dsp:spPr>
        <a:xfrm>
          <a:off x="799794" y="2731928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PolSARproSim_Forest_Bounce</a:t>
          </a:r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(functions called)</a:t>
          </a:r>
          <a:endParaRPr lang="en-US" sz="600" kern="1200" dirty="0" smtClean="0"/>
        </a:p>
      </dsp:txBody>
      <dsp:txXfrm>
        <a:off x="799794" y="2731928"/>
        <a:ext cx="1056928" cy="322363"/>
      </dsp:txXfrm>
    </dsp:sp>
    <dsp:sp modelId="{C80157DB-C82A-174D-BCE5-2323C1A81D75}">
      <dsp:nvSpPr>
        <dsp:cNvPr id="0" name=""/>
        <dsp:cNvSpPr/>
      </dsp:nvSpPr>
      <dsp:spPr>
        <a:xfrm>
          <a:off x="2068108" y="2277449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Initialize_SAR_Geometry</a:t>
          </a:r>
          <a:endParaRPr lang="en-US" sz="600" kern="1200" dirty="0"/>
        </a:p>
      </dsp:txBody>
      <dsp:txXfrm>
        <a:off x="2068108" y="2277449"/>
        <a:ext cx="1056928" cy="322363"/>
      </dsp:txXfrm>
    </dsp:sp>
    <dsp:sp modelId="{EE70E7A6-5153-304C-849B-29B955F9362D}">
      <dsp:nvSpPr>
        <dsp:cNvPr id="0" name=""/>
        <dsp:cNvSpPr/>
      </dsp:nvSpPr>
      <dsp:spPr>
        <a:xfrm>
          <a:off x="2068108" y="2731928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Realise_Tree</a:t>
          </a:r>
          <a:endParaRPr lang="en-US" sz="600" kern="1200" dirty="0"/>
        </a:p>
      </dsp:txBody>
      <dsp:txXfrm>
        <a:off x="2068108" y="2731928"/>
        <a:ext cx="1056928" cy="322363"/>
      </dsp:txXfrm>
    </dsp:sp>
    <dsp:sp modelId="{16A458F0-7789-EB4F-9D04-37074DBD21B3}">
      <dsp:nvSpPr>
        <dsp:cNvPr id="0" name=""/>
        <dsp:cNvSpPr/>
      </dsp:nvSpPr>
      <dsp:spPr>
        <a:xfrm>
          <a:off x="2068108" y="3186407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Image_Tree_Bounce</a:t>
          </a:r>
          <a:endParaRPr lang="en-US" sz="600" kern="1200" dirty="0" smtClean="0"/>
        </a:p>
      </dsp:txBody>
      <dsp:txXfrm>
        <a:off x="2068108" y="3186407"/>
        <a:ext cx="1056928" cy="322363"/>
      </dsp:txXfrm>
    </dsp:sp>
    <dsp:sp modelId="{E25DC713-2F58-7247-8FB4-474FC5007034}">
      <dsp:nvSpPr>
        <dsp:cNvPr id="0" name=""/>
        <dsp:cNvSpPr/>
      </dsp:nvSpPr>
      <dsp:spPr>
        <a:xfrm>
          <a:off x="3336422" y="5053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dirty="0" smtClean="0"/>
            <a:t> Cylinder_from_Branch</a:t>
          </a:r>
          <a:endParaRPr lang="en-US" sz="600" kern="1200" dirty="0"/>
        </a:p>
      </dsp:txBody>
      <dsp:txXfrm>
        <a:off x="3336422" y="5053"/>
        <a:ext cx="1056928" cy="322363"/>
      </dsp:txXfrm>
    </dsp:sp>
    <dsp:sp modelId="{93E0D3C1-D97C-5947-9E2B-CE463D1D3B72}">
      <dsp:nvSpPr>
        <dsp:cNvPr id="0" name=""/>
        <dsp:cNvSpPr/>
      </dsp:nvSpPr>
      <dsp:spPr>
        <a:xfrm>
          <a:off x="3336422" y="459532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Image_Cylinder_Bounce</a:t>
          </a:r>
          <a:endParaRPr lang="en-US" sz="600" kern="1200" dirty="0"/>
        </a:p>
      </dsp:txBody>
      <dsp:txXfrm>
        <a:off x="3336422" y="459532"/>
        <a:ext cx="1056928" cy="322363"/>
      </dsp:txXfrm>
    </dsp:sp>
    <dsp:sp modelId="{472F86CC-A14D-C94B-A7DF-E231F40D1956}">
      <dsp:nvSpPr>
        <dsp:cNvPr id="0" name=""/>
        <dsp:cNvSpPr/>
      </dsp:nvSpPr>
      <dsp:spPr>
        <a:xfrm>
          <a:off x="4604736" y="459532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Accumulate_SAR_Contribution</a:t>
          </a:r>
          <a:endParaRPr lang="en-US" sz="600" kern="1200" dirty="0"/>
        </a:p>
      </dsp:txBody>
      <dsp:txXfrm>
        <a:off x="4604736" y="459532"/>
        <a:ext cx="1056928" cy="322363"/>
      </dsp:txXfrm>
    </dsp:sp>
    <dsp:sp modelId="{1541F5FF-A39A-D844-A2FD-B6A4CA43D481}">
      <dsp:nvSpPr>
        <dsp:cNvPr id="0" name=""/>
        <dsp:cNvSpPr/>
      </dsp:nvSpPr>
      <dsp:spPr>
        <a:xfrm>
          <a:off x="3336422" y="914012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Cylinder_from_Branch</a:t>
          </a:r>
          <a:endParaRPr lang="en-US" sz="600" kern="1200" dirty="0"/>
        </a:p>
      </dsp:txBody>
      <dsp:txXfrm>
        <a:off x="3336422" y="914012"/>
        <a:ext cx="1056928" cy="322363"/>
      </dsp:txXfrm>
    </dsp:sp>
    <dsp:sp modelId="{3E873A72-6726-AF4A-A57A-DFF990C6FA15}">
      <dsp:nvSpPr>
        <dsp:cNvPr id="0" name=""/>
        <dsp:cNvSpPr/>
      </dsp:nvSpPr>
      <dsp:spPr>
        <a:xfrm>
          <a:off x="3336422" y="1368491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Image_Cylinder_Bounce</a:t>
          </a:r>
          <a:endParaRPr lang="en-US" sz="600" kern="1200" dirty="0"/>
        </a:p>
      </dsp:txBody>
      <dsp:txXfrm>
        <a:off x="3336422" y="1368491"/>
        <a:ext cx="1056928" cy="322363"/>
      </dsp:txXfrm>
    </dsp:sp>
    <dsp:sp modelId="{15D59980-A9C2-5640-A945-C27948745E70}">
      <dsp:nvSpPr>
        <dsp:cNvPr id="0" name=""/>
        <dsp:cNvSpPr/>
      </dsp:nvSpPr>
      <dsp:spPr>
        <a:xfrm>
          <a:off x="4604736" y="1368491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Accumulate_SAR_Contribution</a:t>
          </a:r>
          <a:endParaRPr lang="en-US" sz="600" kern="1200" dirty="0"/>
        </a:p>
      </dsp:txBody>
      <dsp:txXfrm>
        <a:off x="4604736" y="1368491"/>
        <a:ext cx="1056928" cy="322363"/>
      </dsp:txXfrm>
    </dsp:sp>
    <dsp:sp modelId="{4ECD0996-FE87-9340-8BBC-ED9D2F7A80AC}">
      <dsp:nvSpPr>
        <dsp:cNvPr id="0" name=""/>
        <dsp:cNvSpPr/>
      </dsp:nvSpPr>
      <dsp:spPr>
        <a:xfrm>
          <a:off x="3336422" y="1822970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Cylinder_from_Branch</a:t>
          </a:r>
          <a:endParaRPr lang="en-US" sz="600" kern="1200" dirty="0"/>
        </a:p>
      </dsp:txBody>
      <dsp:txXfrm>
        <a:off x="3336422" y="1822970"/>
        <a:ext cx="1056928" cy="322363"/>
      </dsp:txXfrm>
    </dsp:sp>
    <dsp:sp modelId="{4EA67747-D16F-B74E-95B1-456B11C70CD0}">
      <dsp:nvSpPr>
        <dsp:cNvPr id="0" name=""/>
        <dsp:cNvSpPr/>
      </dsp:nvSpPr>
      <dsp:spPr>
        <a:xfrm>
          <a:off x="3336422" y="2277449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Image_Cylinder_Bounce</a:t>
          </a:r>
          <a:endParaRPr lang="en-US" sz="600" kern="1200" dirty="0"/>
        </a:p>
      </dsp:txBody>
      <dsp:txXfrm>
        <a:off x="3336422" y="2277449"/>
        <a:ext cx="1056928" cy="322363"/>
      </dsp:txXfrm>
    </dsp:sp>
    <dsp:sp modelId="{2F4D687B-E6A5-6348-89C7-264E41FB85B4}">
      <dsp:nvSpPr>
        <dsp:cNvPr id="0" name=""/>
        <dsp:cNvSpPr/>
      </dsp:nvSpPr>
      <dsp:spPr>
        <a:xfrm>
          <a:off x="4604736" y="2277449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Accumulate_SAR_Contribution</a:t>
          </a:r>
          <a:endParaRPr lang="en-US" sz="600" kern="1200" dirty="0"/>
        </a:p>
      </dsp:txBody>
      <dsp:txXfrm>
        <a:off x="4604736" y="2277449"/>
        <a:ext cx="1056928" cy="322363"/>
      </dsp:txXfrm>
    </dsp:sp>
    <dsp:sp modelId="{9FDB89F8-A55D-F943-8D98-927B0CE1A494}">
      <dsp:nvSpPr>
        <dsp:cNvPr id="0" name=""/>
        <dsp:cNvSpPr/>
      </dsp:nvSpPr>
      <dsp:spPr>
        <a:xfrm>
          <a:off x="3336422" y="2731928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Estimate_SAR_Tertiaries</a:t>
          </a:r>
          <a:endParaRPr lang="en-US" sz="600" kern="1200" dirty="0"/>
        </a:p>
      </dsp:txBody>
      <dsp:txXfrm>
        <a:off x="3336422" y="2731928"/>
        <a:ext cx="1056928" cy="322363"/>
      </dsp:txXfrm>
    </dsp:sp>
    <dsp:sp modelId="{7FB1C97C-1BFB-1448-A8B4-13296E096E46}">
      <dsp:nvSpPr>
        <dsp:cNvPr id="0" name=""/>
        <dsp:cNvSpPr/>
      </dsp:nvSpPr>
      <dsp:spPr>
        <a:xfrm>
          <a:off x="3336422" y="3186407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Tertiary_Branch_Moisture</a:t>
          </a:r>
          <a:endParaRPr lang="en-US" sz="600" kern="1200" dirty="0"/>
        </a:p>
      </dsp:txBody>
      <dsp:txXfrm>
        <a:off x="3336422" y="3186407"/>
        <a:ext cx="1056928" cy="322363"/>
      </dsp:txXfrm>
    </dsp:sp>
    <dsp:sp modelId="{B9D4CF9C-F4BC-4449-8C30-539D44D1F3FE}">
      <dsp:nvSpPr>
        <dsp:cNvPr id="0" name=""/>
        <dsp:cNvSpPr/>
      </dsp:nvSpPr>
      <dsp:spPr>
        <a:xfrm>
          <a:off x="3336422" y="3640887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vegetation_permittivity</a:t>
          </a:r>
          <a:endParaRPr lang="en-US" sz="600" kern="1200" dirty="0"/>
        </a:p>
      </dsp:txBody>
      <dsp:txXfrm>
        <a:off x="3336422" y="3640887"/>
        <a:ext cx="1056928" cy="322363"/>
      </dsp:txXfrm>
    </dsp:sp>
    <dsp:sp modelId="{60DA21A8-C1B6-FE45-A703-5503BAEA921D}">
      <dsp:nvSpPr>
        <dsp:cNvPr id="0" name=""/>
        <dsp:cNvSpPr/>
      </dsp:nvSpPr>
      <dsp:spPr>
        <a:xfrm>
          <a:off x="3336422" y="4095366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Realise_Tertiary_Branch</a:t>
          </a:r>
          <a:endParaRPr lang="en-US" sz="600" kern="1200" dirty="0"/>
        </a:p>
      </dsp:txBody>
      <dsp:txXfrm>
        <a:off x="3336422" y="4095366"/>
        <a:ext cx="1056928" cy="322363"/>
      </dsp:txXfrm>
    </dsp:sp>
    <dsp:sp modelId="{FA66ADA2-76AF-9B43-ABBC-84C874D792C9}">
      <dsp:nvSpPr>
        <dsp:cNvPr id="0" name=""/>
        <dsp:cNvSpPr/>
      </dsp:nvSpPr>
      <dsp:spPr>
        <a:xfrm>
          <a:off x="3336422" y="4549845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Cylinder_from_Branch</a:t>
          </a:r>
          <a:endParaRPr lang="en-US" sz="600" kern="1200" dirty="0"/>
        </a:p>
      </dsp:txBody>
      <dsp:txXfrm>
        <a:off x="3336422" y="4549845"/>
        <a:ext cx="1056928" cy="322363"/>
      </dsp:txXfrm>
    </dsp:sp>
    <dsp:sp modelId="{BA5581C5-2E2E-9044-8624-D731F4D9F046}">
      <dsp:nvSpPr>
        <dsp:cNvPr id="0" name=""/>
        <dsp:cNvSpPr/>
      </dsp:nvSpPr>
      <dsp:spPr>
        <a:xfrm>
          <a:off x="3336422" y="5004324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Image_Cylinder_Bounce</a:t>
          </a:r>
          <a:endParaRPr lang="en-US" sz="600" kern="1200" dirty="0"/>
        </a:p>
      </dsp:txBody>
      <dsp:txXfrm>
        <a:off x="3336422" y="5004324"/>
        <a:ext cx="1056928" cy="322363"/>
      </dsp:txXfrm>
    </dsp:sp>
    <dsp:sp modelId="{EDAFB112-B53C-DA49-96F1-4AA96849A707}">
      <dsp:nvSpPr>
        <dsp:cNvPr id="0" name=""/>
        <dsp:cNvSpPr/>
      </dsp:nvSpPr>
      <dsp:spPr>
        <a:xfrm>
          <a:off x="4604736" y="5004324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Accumulate_SAR_Contribution</a:t>
          </a:r>
          <a:endParaRPr lang="en-US" sz="600" kern="1200" dirty="0"/>
        </a:p>
      </dsp:txBody>
      <dsp:txXfrm>
        <a:off x="4604736" y="5004324"/>
        <a:ext cx="1056928" cy="322363"/>
      </dsp:txXfrm>
    </dsp:sp>
    <dsp:sp modelId="{64A4C167-620E-1444-B203-D85E2404467C}">
      <dsp:nvSpPr>
        <dsp:cNvPr id="0" name=""/>
        <dsp:cNvSpPr/>
      </dsp:nvSpPr>
      <dsp:spPr>
        <a:xfrm>
          <a:off x="3336422" y="5458803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Estimate_SAR_Foliage</a:t>
          </a:r>
          <a:endParaRPr lang="en-US" sz="600" kern="1200" dirty="0"/>
        </a:p>
      </dsp:txBody>
      <dsp:txXfrm>
        <a:off x="3336422" y="5458803"/>
        <a:ext cx="1056928" cy="322363"/>
      </dsp:txXfrm>
    </dsp:sp>
    <dsp:sp modelId="{250B541D-700C-3B4F-8942-0D97B4434C85}">
      <dsp:nvSpPr>
        <dsp:cNvPr id="0" name=""/>
        <dsp:cNvSpPr/>
      </dsp:nvSpPr>
      <dsp:spPr>
        <a:xfrm>
          <a:off x="3336422" y="5913282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Realise_Foliage_Element</a:t>
          </a:r>
          <a:endParaRPr lang="en-US" sz="600" kern="1200" dirty="0"/>
        </a:p>
      </dsp:txBody>
      <dsp:txXfrm>
        <a:off x="3336422" y="5913282"/>
        <a:ext cx="1056928" cy="322363"/>
      </dsp:txXfrm>
    </dsp:sp>
    <dsp:sp modelId="{4F994417-932A-7B43-8C52-B75D194C86F9}">
      <dsp:nvSpPr>
        <dsp:cNvPr id="0" name=""/>
        <dsp:cNvSpPr/>
      </dsp:nvSpPr>
      <dsp:spPr>
        <a:xfrm>
          <a:off x="3336422" y="6367762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smtClean="0"/>
            <a:t>Image_Foliage_Bounce</a:t>
          </a:r>
          <a:endParaRPr lang="en-US" sz="600" kern="1200" dirty="0"/>
        </a:p>
      </dsp:txBody>
      <dsp:txXfrm>
        <a:off x="3336422" y="6367762"/>
        <a:ext cx="1056928" cy="322363"/>
      </dsp:txXfrm>
    </dsp:sp>
    <dsp:sp modelId="{83F79F53-0865-5849-B5F7-837B44C468DC}">
      <dsp:nvSpPr>
        <dsp:cNvPr id="0" name=""/>
        <dsp:cNvSpPr/>
      </dsp:nvSpPr>
      <dsp:spPr>
        <a:xfrm>
          <a:off x="4604736" y="6367762"/>
          <a:ext cx="1056928" cy="3223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kern="1200" dirty="0" err="1" smtClean="0"/>
            <a:t>Accumulate_SAR_Conribution</a:t>
          </a:r>
          <a:endParaRPr lang="en-US" sz="600" kern="1200" dirty="0"/>
        </a:p>
      </dsp:txBody>
      <dsp:txXfrm>
        <a:off x="4604736" y="6367762"/>
        <a:ext cx="1056928" cy="3223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6272A-C36D-AB43-81D5-C215B877207C}">
      <dsp:nvSpPr>
        <dsp:cNvPr id="0" name=""/>
        <dsp:cNvSpPr/>
      </dsp:nvSpPr>
      <dsp:spPr>
        <a:xfrm>
          <a:off x="1028" y="215879"/>
          <a:ext cx="2659894" cy="6243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PolSARproSim_Forest_Direct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(functions called)</a:t>
          </a:r>
        </a:p>
      </dsp:txBody>
      <dsp:txXfrm>
        <a:off x="19313" y="234164"/>
        <a:ext cx="2623324" cy="587733"/>
      </dsp:txXfrm>
    </dsp:sp>
    <dsp:sp modelId="{FE4D680E-33F5-FD4B-8D2D-4FFE21165441}">
      <dsp:nvSpPr>
        <dsp:cNvPr id="0" name=""/>
        <dsp:cNvSpPr/>
      </dsp:nvSpPr>
      <dsp:spPr>
        <a:xfrm>
          <a:off x="267017" y="840183"/>
          <a:ext cx="265475" cy="468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8826"/>
              </a:lnTo>
              <a:lnTo>
                <a:pt x="265475" y="46882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41C6B-4F28-BF4D-BED2-30B107C2DE84}">
      <dsp:nvSpPr>
        <dsp:cNvPr id="0" name=""/>
        <dsp:cNvSpPr/>
      </dsp:nvSpPr>
      <dsp:spPr>
        <a:xfrm>
          <a:off x="532493" y="996858"/>
          <a:ext cx="2017189" cy="624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Initialize_SAR_Geometry</a:t>
          </a:r>
          <a:endParaRPr lang="en-US" sz="900" kern="1200" dirty="0"/>
        </a:p>
      </dsp:txBody>
      <dsp:txXfrm>
        <a:off x="550778" y="1015143"/>
        <a:ext cx="1980619" cy="587733"/>
      </dsp:txXfrm>
    </dsp:sp>
    <dsp:sp modelId="{2C7D901B-68D2-BC4B-A86D-5484874784DD}">
      <dsp:nvSpPr>
        <dsp:cNvPr id="0" name=""/>
        <dsp:cNvSpPr/>
      </dsp:nvSpPr>
      <dsp:spPr>
        <a:xfrm>
          <a:off x="267017" y="840183"/>
          <a:ext cx="265475" cy="1249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9206"/>
              </a:lnTo>
              <a:lnTo>
                <a:pt x="265475" y="124920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1FE53-5F18-4B4E-99EC-F298E7AD7BC5}">
      <dsp:nvSpPr>
        <dsp:cNvPr id="0" name=""/>
        <dsp:cNvSpPr/>
      </dsp:nvSpPr>
      <dsp:spPr>
        <a:xfrm>
          <a:off x="532493" y="1777237"/>
          <a:ext cx="2017189" cy="624303"/>
        </a:xfrm>
        <a:prstGeom prst="roundRect">
          <a:avLst>
            <a:gd name="adj" fmla="val 10000"/>
          </a:avLst>
        </a:prstGeom>
        <a:solidFill>
          <a:schemeClr val="bg1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Realise_Tree</a:t>
          </a:r>
          <a:endParaRPr lang="en-US" sz="900" kern="1200" dirty="0"/>
        </a:p>
      </dsp:txBody>
      <dsp:txXfrm>
        <a:off x="550778" y="1795522"/>
        <a:ext cx="1980619" cy="587733"/>
      </dsp:txXfrm>
    </dsp:sp>
    <dsp:sp modelId="{D045388D-4C60-1E48-8A3A-D2C0641AB0E8}">
      <dsp:nvSpPr>
        <dsp:cNvPr id="0" name=""/>
        <dsp:cNvSpPr/>
      </dsp:nvSpPr>
      <dsp:spPr>
        <a:xfrm>
          <a:off x="267017" y="840183"/>
          <a:ext cx="265475" cy="2823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3777"/>
              </a:lnTo>
              <a:lnTo>
                <a:pt x="265475" y="282377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77E86-9302-CA4D-B661-1F1EB238281C}">
      <dsp:nvSpPr>
        <dsp:cNvPr id="0" name=""/>
        <dsp:cNvSpPr/>
      </dsp:nvSpPr>
      <dsp:spPr>
        <a:xfrm>
          <a:off x="532493" y="2557617"/>
          <a:ext cx="2017189" cy="22126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 dirty="0" smtClean="0"/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Image_Tree_Direct</a:t>
          </a: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 Cylinder_from_Branch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Image_Cylinder_Direct</a:t>
          </a:r>
          <a:endParaRPr lang="en-US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Accumulate_SAR_Contribution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Estimate_SAR_Tertiaries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Tertiary_Branch_Moisture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vegetation_permittivity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Realise_Tertiary_Branch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Estimate_SAR_Foliage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Image_Foliage_Direct</a:t>
          </a:r>
          <a:endParaRPr lang="en-US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Realize_Foliage_Element</a:t>
          </a:r>
          <a:endParaRPr lang="en-US" sz="900" kern="1200" dirty="0"/>
        </a:p>
      </dsp:txBody>
      <dsp:txXfrm>
        <a:off x="591574" y="2616698"/>
        <a:ext cx="1899027" cy="20945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6272A-C36D-AB43-81D5-C215B877207C}">
      <dsp:nvSpPr>
        <dsp:cNvPr id="0" name=""/>
        <dsp:cNvSpPr/>
      </dsp:nvSpPr>
      <dsp:spPr>
        <a:xfrm>
          <a:off x="110229" y="0"/>
          <a:ext cx="2499360" cy="586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err="1" smtClean="0"/>
            <a:t>PolSARproSim_Short_Vegetation_Direct</a:t>
          </a:r>
          <a:endParaRPr lang="en-US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(functions called)</a:t>
          </a:r>
        </a:p>
      </dsp:txBody>
      <dsp:txXfrm>
        <a:off x="127411" y="17182"/>
        <a:ext cx="2464996" cy="552260"/>
      </dsp:txXfrm>
    </dsp:sp>
    <dsp:sp modelId="{FE4D680E-33F5-FD4B-8D2D-4FFE21165441}">
      <dsp:nvSpPr>
        <dsp:cNvPr id="0" name=""/>
        <dsp:cNvSpPr/>
      </dsp:nvSpPr>
      <dsp:spPr>
        <a:xfrm>
          <a:off x="360166" y="586624"/>
          <a:ext cx="220487" cy="440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0206"/>
              </a:lnTo>
              <a:lnTo>
                <a:pt x="220487" y="44020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41C6B-4F28-BF4D-BED2-30B107C2DE84}">
      <dsp:nvSpPr>
        <dsp:cNvPr id="0" name=""/>
        <dsp:cNvSpPr/>
      </dsp:nvSpPr>
      <dsp:spPr>
        <a:xfrm>
          <a:off x="580653" y="733518"/>
          <a:ext cx="1895444" cy="586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vegi_polar_angle</a:t>
          </a:r>
          <a:endParaRPr lang="en-US" sz="900" kern="1200" dirty="0"/>
        </a:p>
      </dsp:txBody>
      <dsp:txXfrm>
        <a:off x="597835" y="750700"/>
        <a:ext cx="1861080" cy="552260"/>
      </dsp:txXfrm>
    </dsp:sp>
    <dsp:sp modelId="{2C7D901B-68D2-BC4B-A86D-5484874784DD}">
      <dsp:nvSpPr>
        <dsp:cNvPr id="0" name=""/>
        <dsp:cNvSpPr/>
      </dsp:nvSpPr>
      <dsp:spPr>
        <a:xfrm>
          <a:off x="360166" y="586624"/>
          <a:ext cx="220487" cy="1173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3487"/>
              </a:lnTo>
              <a:lnTo>
                <a:pt x="220487" y="117348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1FE53-5F18-4B4E-99EC-F298E7AD7BC5}">
      <dsp:nvSpPr>
        <dsp:cNvPr id="0" name=""/>
        <dsp:cNvSpPr/>
      </dsp:nvSpPr>
      <dsp:spPr>
        <a:xfrm>
          <a:off x="580653" y="1466799"/>
          <a:ext cx="1895444" cy="586624"/>
        </a:xfrm>
        <a:prstGeom prst="roundRect">
          <a:avLst>
            <a:gd name="adj" fmla="val 10000"/>
          </a:avLst>
        </a:prstGeom>
        <a:solidFill>
          <a:schemeClr val="bg1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leaf_moisture</a:t>
          </a:r>
          <a:endParaRPr lang="en-US" sz="900" kern="1200" dirty="0"/>
        </a:p>
      </dsp:txBody>
      <dsp:txXfrm>
        <a:off x="597835" y="1483981"/>
        <a:ext cx="1861080" cy="552260"/>
      </dsp:txXfrm>
    </dsp:sp>
    <dsp:sp modelId="{D045388D-4C60-1E48-8A3A-D2C0641AB0E8}">
      <dsp:nvSpPr>
        <dsp:cNvPr id="0" name=""/>
        <dsp:cNvSpPr/>
      </dsp:nvSpPr>
      <dsp:spPr>
        <a:xfrm>
          <a:off x="360166" y="586624"/>
          <a:ext cx="220487" cy="19067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6767"/>
              </a:lnTo>
              <a:lnTo>
                <a:pt x="220487" y="190676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77E86-9302-CA4D-B661-1F1EB238281C}">
      <dsp:nvSpPr>
        <dsp:cNvPr id="0" name=""/>
        <dsp:cNvSpPr/>
      </dsp:nvSpPr>
      <dsp:spPr>
        <a:xfrm>
          <a:off x="580653" y="2200079"/>
          <a:ext cx="1895444" cy="586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vegetation_permittivity</a:t>
          </a:r>
          <a:endParaRPr lang="en-US" sz="900" kern="1200" dirty="0"/>
        </a:p>
      </dsp:txBody>
      <dsp:txXfrm>
        <a:off x="597835" y="2217261"/>
        <a:ext cx="1861080" cy="552260"/>
      </dsp:txXfrm>
    </dsp:sp>
    <dsp:sp modelId="{806D8C31-8BF5-FD40-B063-8B1D119D55AB}">
      <dsp:nvSpPr>
        <dsp:cNvPr id="0" name=""/>
        <dsp:cNvSpPr/>
      </dsp:nvSpPr>
      <dsp:spPr>
        <a:xfrm>
          <a:off x="360166" y="586624"/>
          <a:ext cx="220487" cy="26400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0048"/>
              </a:lnTo>
              <a:lnTo>
                <a:pt x="220487" y="264004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4CA25-90DB-9242-B6D6-3531C6E0D3AD}">
      <dsp:nvSpPr>
        <dsp:cNvPr id="0" name=""/>
        <dsp:cNvSpPr/>
      </dsp:nvSpPr>
      <dsp:spPr>
        <a:xfrm>
          <a:off x="580653" y="2933360"/>
          <a:ext cx="1895444" cy="586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Leaf_Scattering_Matrix</a:t>
          </a:r>
          <a:endParaRPr lang="en-US" sz="900" kern="1200" dirty="0"/>
        </a:p>
      </dsp:txBody>
      <dsp:txXfrm>
        <a:off x="597835" y="2950542"/>
        <a:ext cx="1861080" cy="552260"/>
      </dsp:txXfrm>
    </dsp:sp>
    <dsp:sp modelId="{3F345030-7320-3347-A3D4-7D540D82E4C8}">
      <dsp:nvSpPr>
        <dsp:cNvPr id="0" name=""/>
        <dsp:cNvSpPr/>
      </dsp:nvSpPr>
      <dsp:spPr>
        <a:xfrm>
          <a:off x="360166" y="586624"/>
          <a:ext cx="220487" cy="3373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73328"/>
              </a:lnTo>
              <a:lnTo>
                <a:pt x="220487" y="337332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DE39E-3F05-994B-9820-7DC70F5723B3}">
      <dsp:nvSpPr>
        <dsp:cNvPr id="0" name=""/>
        <dsp:cNvSpPr/>
      </dsp:nvSpPr>
      <dsp:spPr>
        <a:xfrm>
          <a:off x="580653" y="3666640"/>
          <a:ext cx="1917989" cy="586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Lookup_Direct_Attenuation</a:t>
          </a:r>
          <a:endParaRPr lang="en-US" sz="900" kern="1200" dirty="0"/>
        </a:p>
      </dsp:txBody>
      <dsp:txXfrm>
        <a:off x="597835" y="3683822"/>
        <a:ext cx="1883625" cy="552260"/>
      </dsp:txXfrm>
    </dsp:sp>
    <dsp:sp modelId="{A8A72A11-DD5A-7343-9EE8-284761DDDBAA}">
      <dsp:nvSpPr>
        <dsp:cNvPr id="0" name=""/>
        <dsp:cNvSpPr/>
      </dsp:nvSpPr>
      <dsp:spPr>
        <a:xfrm>
          <a:off x="360166" y="586624"/>
          <a:ext cx="220487" cy="4106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06609"/>
              </a:lnTo>
              <a:lnTo>
                <a:pt x="220487" y="410660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27104-E1E0-9E47-B2ED-2BAD8F71CF7F}">
      <dsp:nvSpPr>
        <dsp:cNvPr id="0" name=""/>
        <dsp:cNvSpPr/>
      </dsp:nvSpPr>
      <dsp:spPr>
        <a:xfrm>
          <a:off x="580653" y="4399921"/>
          <a:ext cx="1895444" cy="586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Accumulate_SAR_Contribution</a:t>
          </a:r>
          <a:endParaRPr lang="en-US" sz="900" kern="1200" dirty="0"/>
        </a:p>
      </dsp:txBody>
      <dsp:txXfrm>
        <a:off x="597835" y="4417103"/>
        <a:ext cx="1861080" cy="5522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6272A-C36D-AB43-81D5-C215B877207C}">
      <dsp:nvSpPr>
        <dsp:cNvPr id="0" name=""/>
        <dsp:cNvSpPr/>
      </dsp:nvSpPr>
      <dsp:spPr>
        <a:xfrm>
          <a:off x="366470" y="2564"/>
          <a:ext cx="1929184" cy="4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err="1" smtClean="0"/>
            <a:t>PolSARproSim_Short_Vegetation_Bounce</a:t>
          </a:r>
          <a:endParaRPr lang="en-US" sz="800" kern="1200" dirty="0" smtClean="0"/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(functions called)</a:t>
          </a:r>
        </a:p>
      </dsp:txBody>
      <dsp:txXfrm>
        <a:off x="379732" y="15826"/>
        <a:ext cx="1902660" cy="426274"/>
      </dsp:txXfrm>
    </dsp:sp>
    <dsp:sp modelId="{FE4D680E-33F5-FD4B-8D2D-4FFE21165441}">
      <dsp:nvSpPr>
        <dsp:cNvPr id="0" name=""/>
        <dsp:cNvSpPr/>
      </dsp:nvSpPr>
      <dsp:spPr>
        <a:xfrm>
          <a:off x="559388" y="455363"/>
          <a:ext cx="170188" cy="340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033"/>
              </a:lnTo>
              <a:lnTo>
                <a:pt x="170188" y="34003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41C6B-4F28-BF4D-BED2-30B107C2DE84}">
      <dsp:nvSpPr>
        <dsp:cNvPr id="0" name=""/>
        <dsp:cNvSpPr/>
      </dsp:nvSpPr>
      <dsp:spPr>
        <a:xfrm>
          <a:off x="729576" y="568997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vegi_polar_angle</a:t>
          </a:r>
          <a:endParaRPr lang="en-US" sz="900" kern="1200" dirty="0"/>
        </a:p>
      </dsp:txBody>
      <dsp:txXfrm>
        <a:off x="742838" y="582259"/>
        <a:ext cx="1436515" cy="426274"/>
      </dsp:txXfrm>
    </dsp:sp>
    <dsp:sp modelId="{2C7D901B-68D2-BC4B-A86D-5484874784DD}">
      <dsp:nvSpPr>
        <dsp:cNvPr id="0" name=""/>
        <dsp:cNvSpPr/>
      </dsp:nvSpPr>
      <dsp:spPr>
        <a:xfrm>
          <a:off x="559388" y="455363"/>
          <a:ext cx="170188" cy="906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32"/>
              </a:lnTo>
              <a:lnTo>
                <a:pt x="170188" y="90603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1FE53-5F18-4B4E-99EC-F298E7AD7BC5}">
      <dsp:nvSpPr>
        <dsp:cNvPr id="0" name=""/>
        <dsp:cNvSpPr/>
      </dsp:nvSpPr>
      <dsp:spPr>
        <a:xfrm>
          <a:off x="729576" y="1134996"/>
          <a:ext cx="1463039" cy="452798"/>
        </a:xfrm>
        <a:prstGeom prst="roundRect">
          <a:avLst>
            <a:gd name="adj" fmla="val 10000"/>
          </a:avLst>
        </a:prstGeom>
        <a:solidFill>
          <a:schemeClr val="bg1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leaf_moisture</a:t>
          </a:r>
          <a:endParaRPr lang="en-US" sz="900" kern="1200" dirty="0"/>
        </a:p>
      </dsp:txBody>
      <dsp:txXfrm>
        <a:off x="742838" y="1148258"/>
        <a:ext cx="1436515" cy="426274"/>
      </dsp:txXfrm>
    </dsp:sp>
    <dsp:sp modelId="{D045388D-4C60-1E48-8A3A-D2C0641AB0E8}">
      <dsp:nvSpPr>
        <dsp:cNvPr id="0" name=""/>
        <dsp:cNvSpPr/>
      </dsp:nvSpPr>
      <dsp:spPr>
        <a:xfrm>
          <a:off x="559388" y="455363"/>
          <a:ext cx="170188" cy="1472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2030"/>
              </a:lnTo>
              <a:lnTo>
                <a:pt x="170188" y="147203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77E86-9302-CA4D-B661-1F1EB238281C}">
      <dsp:nvSpPr>
        <dsp:cNvPr id="0" name=""/>
        <dsp:cNvSpPr/>
      </dsp:nvSpPr>
      <dsp:spPr>
        <a:xfrm>
          <a:off x="729576" y="1700994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vegetation_permittivity</a:t>
          </a:r>
          <a:endParaRPr lang="en-US" sz="900" kern="1200" dirty="0"/>
        </a:p>
      </dsp:txBody>
      <dsp:txXfrm>
        <a:off x="742838" y="1714256"/>
        <a:ext cx="1436515" cy="426274"/>
      </dsp:txXfrm>
    </dsp:sp>
    <dsp:sp modelId="{DC3215FD-CC91-1E45-9EBA-B7B58F4A0EE7}">
      <dsp:nvSpPr>
        <dsp:cNvPr id="0" name=""/>
        <dsp:cNvSpPr/>
      </dsp:nvSpPr>
      <dsp:spPr>
        <a:xfrm>
          <a:off x="559388" y="455363"/>
          <a:ext cx="170188" cy="2038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8028"/>
              </a:lnTo>
              <a:lnTo>
                <a:pt x="170188" y="203802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8A5082-0714-E84C-8F70-4CC489BCD70E}">
      <dsp:nvSpPr>
        <dsp:cNvPr id="0" name=""/>
        <dsp:cNvSpPr/>
      </dsp:nvSpPr>
      <dsp:spPr>
        <a:xfrm>
          <a:off x="729576" y="2266992"/>
          <a:ext cx="1422881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RayPlaneIntersection</a:t>
          </a:r>
          <a:endParaRPr lang="en-US" sz="900" kern="1200" dirty="0"/>
        </a:p>
      </dsp:txBody>
      <dsp:txXfrm>
        <a:off x="742838" y="2280254"/>
        <a:ext cx="1396357" cy="426274"/>
      </dsp:txXfrm>
    </dsp:sp>
    <dsp:sp modelId="{806D8C31-8BF5-FD40-B063-8B1D119D55AB}">
      <dsp:nvSpPr>
        <dsp:cNvPr id="0" name=""/>
        <dsp:cNvSpPr/>
      </dsp:nvSpPr>
      <dsp:spPr>
        <a:xfrm>
          <a:off x="559388" y="455363"/>
          <a:ext cx="170188" cy="2604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4027"/>
              </a:lnTo>
              <a:lnTo>
                <a:pt x="170188" y="26040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4CA25-90DB-9242-B6D6-3531C6E0D3AD}">
      <dsp:nvSpPr>
        <dsp:cNvPr id="0" name=""/>
        <dsp:cNvSpPr/>
      </dsp:nvSpPr>
      <dsp:spPr>
        <a:xfrm>
          <a:off x="729576" y="2832990"/>
          <a:ext cx="1463039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Leaf_Scattering_Matrix</a:t>
          </a:r>
          <a:endParaRPr lang="en-US" sz="900" kern="1200" dirty="0"/>
        </a:p>
      </dsp:txBody>
      <dsp:txXfrm>
        <a:off x="742838" y="2846252"/>
        <a:ext cx="1436515" cy="426274"/>
      </dsp:txXfrm>
    </dsp:sp>
    <dsp:sp modelId="{3F345030-7320-3347-A3D4-7D540D82E4C8}">
      <dsp:nvSpPr>
        <dsp:cNvPr id="0" name=""/>
        <dsp:cNvSpPr/>
      </dsp:nvSpPr>
      <dsp:spPr>
        <a:xfrm>
          <a:off x="559388" y="455363"/>
          <a:ext cx="170188" cy="31700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0025"/>
              </a:lnTo>
              <a:lnTo>
                <a:pt x="170188" y="317002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DE39E-3F05-994B-9820-7DC70F5723B3}">
      <dsp:nvSpPr>
        <dsp:cNvPr id="0" name=""/>
        <dsp:cNvSpPr/>
      </dsp:nvSpPr>
      <dsp:spPr>
        <a:xfrm>
          <a:off x="729576" y="3398989"/>
          <a:ext cx="1480441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Lookup_Bounce_Attenuation</a:t>
          </a:r>
          <a:endParaRPr lang="en-US" sz="900" kern="1200" dirty="0"/>
        </a:p>
      </dsp:txBody>
      <dsp:txXfrm>
        <a:off x="742838" y="3412251"/>
        <a:ext cx="1453917" cy="426274"/>
      </dsp:txXfrm>
    </dsp:sp>
    <dsp:sp modelId="{38DE81EF-6715-5540-BA7E-EB8D3C0274FD}">
      <dsp:nvSpPr>
        <dsp:cNvPr id="0" name=""/>
        <dsp:cNvSpPr/>
      </dsp:nvSpPr>
      <dsp:spPr>
        <a:xfrm>
          <a:off x="559388" y="455363"/>
          <a:ext cx="170188" cy="3736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6023"/>
              </a:lnTo>
              <a:lnTo>
                <a:pt x="170188" y="373602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76FE52-1BD8-8048-B07F-80EC632ABED5}">
      <dsp:nvSpPr>
        <dsp:cNvPr id="0" name=""/>
        <dsp:cNvSpPr/>
      </dsp:nvSpPr>
      <dsp:spPr>
        <a:xfrm>
          <a:off x="729576" y="3964987"/>
          <a:ext cx="1493721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Lookup_Direct_Attenuation</a:t>
          </a:r>
          <a:endParaRPr lang="en-US" sz="900" kern="1200" dirty="0"/>
        </a:p>
      </dsp:txBody>
      <dsp:txXfrm>
        <a:off x="742838" y="3978249"/>
        <a:ext cx="1467197" cy="426274"/>
      </dsp:txXfrm>
    </dsp:sp>
    <dsp:sp modelId="{A8A72A11-DD5A-7343-9EE8-284761DDDBAA}">
      <dsp:nvSpPr>
        <dsp:cNvPr id="0" name=""/>
        <dsp:cNvSpPr/>
      </dsp:nvSpPr>
      <dsp:spPr>
        <a:xfrm>
          <a:off x="559388" y="455363"/>
          <a:ext cx="170188" cy="43020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02022"/>
              </a:lnTo>
              <a:lnTo>
                <a:pt x="170188" y="430202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27104-E1E0-9E47-B2ED-2BAD8F71CF7F}">
      <dsp:nvSpPr>
        <dsp:cNvPr id="0" name=""/>
        <dsp:cNvSpPr/>
      </dsp:nvSpPr>
      <dsp:spPr>
        <a:xfrm>
          <a:off x="729576" y="4530985"/>
          <a:ext cx="1587606" cy="4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0" rIns="17145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Accumulate_SAR_Contribution</a:t>
          </a:r>
          <a:endParaRPr lang="en-US" sz="900" kern="1200" dirty="0"/>
        </a:p>
      </dsp:txBody>
      <dsp:txXfrm>
        <a:off x="742838" y="4544247"/>
        <a:ext cx="1561082" cy="4262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76863-FF66-454E-BC6F-CF72C24BE8A8}">
      <dsp:nvSpPr>
        <dsp:cNvPr id="0" name=""/>
        <dsp:cNvSpPr/>
      </dsp:nvSpPr>
      <dsp:spPr>
        <a:xfrm>
          <a:off x="7729058" y="1554910"/>
          <a:ext cx="124667" cy="2485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307"/>
              </a:lnTo>
              <a:lnTo>
                <a:pt x="124667" y="248530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E4A38-F164-DE49-9A24-E8AEA74D079F}">
      <dsp:nvSpPr>
        <dsp:cNvPr id="0" name=""/>
        <dsp:cNvSpPr/>
      </dsp:nvSpPr>
      <dsp:spPr>
        <a:xfrm>
          <a:off x="7729058" y="1554910"/>
          <a:ext cx="124667" cy="204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5265"/>
              </a:lnTo>
              <a:lnTo>
                <a:pt x="124667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12C7C-EE71-7A48-A03E-2929082B5FD3}">
      <dsp:nvSpPr>
        <dsp:cNvPr id="0" name=""/>
        <dsp:cNvSpPr/>
      </dsp:nvSpPr>
      <dsp:spPr>
        <a:xfrm>
          <a:off x="7729058" y="1554910"/>
          <a:ext cx="124667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124667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FDA72-E17B-9C4E-841C-17410E38822A}">
      <dsp:nvSpPr>
        <dsp:cNvPr id="0" name=""/>
        <dsp:cNvSpPr/>
      </dsp:nvSpPr>
      <dsp:spPr>
        <a:xfrm>
          <a:off x="7729058" y="1554910"/>
          <a:ext cx="124667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124667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F4463-B825-2442-9A5E-21C90D79F8A8}">
      <dsp:nvSpPr>
        <dsp:cNvPr id="0" name=""/>
        <dsp:cNvSpPr/>
      </dsp:nvSpPr>
      <dsp:spPr>
        <a:xfrm>
          <a:off x="7729058" y="1554910"/>
          <a:ext cx="124667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124667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FE1A7-730D-4E4B-9E24-77D848BD2F8D}">
      <dsp:nvSpPr>
        <dsp:cNvPr id="0" name=""/>
        <dsp:cNvSpPr/>
      </dsp:nvSpPr>
      <dsp:spPr>
        <a:xfrm>
          <a:off x="7729058" y="1554910"/>
          <a:ext cx="124667" cy="285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097"/>
              </a:lnTo>
              <a:lnTo>
                <a:pt x="124667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C4809-0740-6243-A24B-513084D0D41A}">
      <dsp:nvSpPr>
        <dsp:cNvPr id="0" name=""/>
        <dsp:cNvSpPr/>
      </dsp:nvSpPr>
      <dsp:spPr>
        <a:xfrm>
          <a:off x="4239846" y="1114868"/>
          <a:ext cx="3821658" cy="130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76"/>
              </a:lnTo>
              <a:lnTo>
                <a:pt x="3821658" y="65076"/>
              </a:lnTo>
              <a:lnTo>
                <a:pt x="3821658" y="13015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51D6D0-22C0-9846-96E4-95DA8A2CC9E7}">
      <dsp:nvSpPr>
        <dsp:cNvPr id="0" name=""/>
        <dsp:cNvSpPr/>
      </dsp:nvSpPr>
      <dsp:spPr>
        <a:xfrm>
          <a:off x="6642747" y="1554910"/>
          <a:ext cx="145507" cy="204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5265"/>
              </a:lnTo>
              <a:lnTo>
                <a:pt x="145507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83535F-F389-D146-AF6F-67485973E183}">
      <dsp:nvSpPr>
        <dsp:cNvPr id="0" name=""/>
        <dsp:cNvSpPr/>
      </dsp:nvSpPr>
      <dsp:spPr>
        <a:xfrm>
          <a:off x="6642747" y="1554910"/>
          <a:ext cx="145507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145507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28FA73-53F4-A44F-AAC2-9B6FF54BB2F5}">
      <dsp:nvSpPr>
        <dsp:cNvPr id="0" name=""/>
        <dsp:cNvSpPr/>
      </dsp:nvSpPr>
      <dsp:spPr>
        <a:xfrm>
          <a:off x="6642747" y="1554910"/>
          <a:ext cx="145507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145507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B169DE-5B70-9948-8CBC-E7EB0920E5C3}">
      <dsp:nvSpPr>
        <dsp:cNvPr id="0" name=""/>
        <dsp:cNvSpPr/>
      </dsp:nvSpPr>
      <dsp:spPr>
        <a:xfrm>
          <a:off x="6642747" y="1554910"/>
          <a:ext cx="145507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145507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BF212B-9AB4-0242-BF94-F380C97E64FB}">
      <dsp:nvSpPr>
        <dsp:cNvPr id="0" name=""/>
        <dsp:cNvSpPr/>
      </dsp:nvSpPr>
      <dsp:spPr>
        <a:xfrm>
          <a:off x="6642747" y="1554910"/>
          <a:ext cx="145507" cy="285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097"/>
              </a:lnTo>
              <a:lnTo>
                <a:pt x="145507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99E799-A616-9246-B1F2-3E9007C84144}">
      <dsp:nvSpPr>
        <dsp:cNvPr id="0" name=""/>
        <dsp:cNvSpPr/>
      </dsp:nvSpPr>
      <dsp:spPr>
        <a:xfrm>
          <a:off x="4239846" y="1114868"/>
          <a:ext cx="2790921" cy="130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76"/>
              </a:lnTo>
              <a:lnTo>
                <a:pt x="2790921" y="65076"/>
              </a:lnTo>
              <a:lnTo>
                <a:pt x="2790921" y="13015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318E5E-F108-4D48-8F8D-2BAF2F66EACC}">
      <dsp:nvSpPr>
        <dsp:cNvPr id="0" name=""/>
        <dsp:cNvSpPr/>
      </dsp:nvSpPr>
      <dsp:spPr>
        <a:xfrm>
          <a:off x="5899638" y="1994952"/>
          <a:ext cx="91440" cy="248530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85307"/>
              </a:lnTo>
              <a:lnTo>
                <a:pt x="106117" y="248530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CAFD4-3D03-DA4B-BF6C-F2B5AC8FAB10}">
      <dsp:nvSpPr>
        <dsp:cNvPr id="0" name=""/>
        <dsp:cNvSpPr/>
      </dsp:nvSpPr>
      <dsp:spPr>
        <a:xfrm>
          <a:off x="5899638" y="1994952"/>
          <a:ext cx="91440" cy="20452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5265"/>
              </a:lnTo>
              <a:lnTo>
                <a:pt x="106117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84001C-5953-CB48-9E16-8D6FE2A0BCB4}">
      <dsp:nvSpPr>
        <dsp:cNvPr id="0" name=""/>
        <dsp:cNvSpPr/>
      </dsp:nvSpPr>
      <dsp:spPr>
        <a:xfrm>
          <a:off x="5899638" y="1994952"/>
          <a:ext cx="91440" cy="1605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05223"/>
              </a:lnTo>
              <a:lnTo>
                <a:pt x="106117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0D32C5-88EE-DC44-AEF6-C7D6935C2AA3}">
      <dsp:nvSpPr>
        <dsp:cNvPr id="0" name=""/>
        <dsp:cNvSpPr/>
      </dsp:nvSpPr>
      <dsp:spPr>
        <a:xfrm>
          <a:off x="5899638" y="1994952"/>
          <a:ext cx="91440" cy="11651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5181"/>
              </a:lnTo>
              <a:lnTo>
                <a:pt x="106117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8843B-A153-BB4C-BE97-1DAF5FF62C68}">
      <dsp:nvSpPr>
        <dsp:cNvPr id="0" name=""/>
        <dsp:cNvSpPr/>
      </dsp:nvSpPr>
      <dsp:spPr>
        <a:xfrm>
          <a:off x="5899638" y="1994952"/>
          <a:ext cx="91440" cy="7251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25139"/>
              </a:lnTo>
              <a:lnTo>
                <a:pt x="106117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3EBE11-6148-1E4E-8C86-B59B0F39C5A7}">
      <dsp:nvSpPr>
        <dsp:cNvPr id="0" name=""/>
        <dsp:cNvSpPr/>
      </dsp:nvSpPr>
      <dsp:spPr>
        <a:xfrm>
          <a:off x="5899638" y="1994952"/>
          <a:ext cx="91440" cy="2850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5097"/>
              </a:lnTo>
              <a:lnTo>
                <a:pt x="106117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BF626-2010-7C4F-B35A-40662EBD37CF}">
      <dsp:nvSpPr>
        <dsp:cNvPr id="0" name=""/>
        <dsp:cNvSpPr/>
      </dsp:nvSpPr>
      <dsp:spPr>
        <a:xfrm>
          <a:off x="5818304" y="1554910"/>
          <a:ext cx="374965" cy="130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76"/>
              </a:lnTo>
              <a:lnTo>
                <a:pt x="374965" y="65076"/>
              </a:lnTo>
              <a:lnTo>
                <a:pt x="374965" y="1301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7476C6-8AA6-254D-A901-7D0F16B82FBE}">
      <dsp:nvSpPr>
        <dsp:cNvPr id="0" name=""/>
        <dsp:cNvSpPr/>
      </dsp:nvSpPr>
      <dsp:spPr>
        <a:xfrm>
          <a:off x="5195427" y="1994952"/>
          <a:ext cx="92966" cy="3365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5391"/>
              </a:lnTo>
              <a:lnTo>
                <a:pt x="92966" y="336539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9D12F4-4B38-454D-8A0F-983C1589E35F}">
      <dsp:nvSpPr>
        <dsp:cNvPr id="0" name=""/>
        <dsp:cNvSpPr/>
      </dsp:nvSpPr>
      <dsp:spPr>
        <a:xfrm>
          <a:off x="5195427" y="1994952"/>
          <a:ext cx="92966" cy="2925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5349"/>
              </a:lnTo>
              <a:lnTo>
                <a:pt x="92966" y="292534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0A6D44-A3C6-CE4E-9587-F66F7DB70826}">
      <dsp:nvSpPr>
        <dsp:cNvPr id="0" name=""/>
        <dsp:cNvSpPr/>
      </dsp:nvSpPr>
      <dsp:spPr>
        <a:xfrm>
          <a:off x="5195427" y="1994952"/>
          <a:ext cx="92966" cy="2485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307"/>
              </a:lnTo>
              <a:lnTo>
                <a:pt x="92966" y="248530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5FF5C1-5400-6944-8CA5-2C1DE0D86EF1}">
      <dsp:nvSpPr>
        <dsp:cNvPr id="0" name=""/>
        <dsp:cNvSpPr/>
      </dsp:nvSpPr>
      <dsp:spPr>
        <a:xfrm>
          <a:off x="5195427" y="1994952"/>
          <a:ext cx="92966" cy="204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5265"/>
              </a:lnTo>
              <a:lnTo>
                <a:pt x="92966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93F70-37D9-C946-9557-3C3E7C6B5071}">
      <dsp:nvSpPr>
        <dsp:cNvPr id="0" name=""/>
        <dsp:cNvSpPr/>
      </dsp:nvSpPr>
      <dsp:spPr>
        <a:xfrm>
          <a:off x="5195427" y="1994952"/>
          <a:ext cx="92966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92966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694EFB-77B5-FC46-BBCF-8F3D7C06FF7A}">
      <dsp:nvSpPr>
        <dsp:cNvPr id="0" name=""/>
        <dsp:cNvSpPr/>
      </dsp:nvSpPr>
      <dsp:spPr>
        <a:xfrm>
          <a:off x="5195427" y="1994952"/>
          <a:ext cx="92966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92966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82995D-ECE7-3946-991A-296BE73A5CD4}">
      <dsp:nvSpPr>
        <dsp:cNvPr id="0" name=""/>
        <dsp:cNvSpPr/>
      </dsp:nvSpPr>
      <dsp:spPr>
        <a:xfrm>
          <a:off x="5195427" y="1994952"/>
          <a:ext cx="92966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92966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B9A5CD-C3C7-0441-A237-892ECED78E7C}">
      <dsp:nvSpPr>
        <dsp:cNvPr id="0" name=""/>
        <dsp:cNvSpPr/>
      </dsp:nvSpPr>
      <dsp:spPr>
        <a:xfrm>
          <a:off x="5149707" y="1994952"/>
          <a:ext cx="91440" cy="2903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0316"/>
              </a:lnTo>
              <a:lnTo>
                <a:pt x="128249" y="29031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BF955-D41B-C941-BCF6-485931466277}">
      <dsp:nvSpPr>
        <dsp:cNvPr id="0" name=""/>
        <dsp:cNvSpPr/>
      </dsp:nvSpPr>
      <dsp:spPr>
        <a:xfrm>
          <a:off x="5443338" y="1554910"/>
          <a:ext cx="374965" cy="130153"/>
        </a:xfrm>
        <a:custGeom>
          <a:avLst/>
          <a:gdLst/>
          <a:ahLst/>
          <a:cxnLst/>
          <a:rect l="0" t="0" r="0" b="0"/>
          <a:pathLst>
            <a:path>
              <a:moveTo>
                <a:pt x="374965" y="0"/>
              </a:moveTo>
              <a:lnTo>
                <a:pt x="374965" y="65076"/>
              </a:lnTo>
              <a:lnTo>
                <a:pt x="0" y="65076"/>
              </a:lnTo>
              <a:lnTo>
                <a:pt x="0" y="1301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FE219-B209-A14E-9CA8-2515CD83C0FF}">
      <dsp:nvSpPr>
        <dsp:cNvPr id="0" name=""/>
        <dsp:cNvSpPr/>
      </dsp:nvSpPr>
      <dsp:spPr>
        <a:xfrm>
          <a:off x="4239846" y="1114868"/>
          <a:ext cx="1578457" cy="130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76"/>
              </a:lnTo>
              <a:lnTo>
                <a:pt x="1578457" y="65076"/>
              </a:lnTo>
              <a:lnTo>
                <a:pt x="1578457" y="13015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05994-FC86-8744-8205-FBB153397CFE}">
      <dsp:nvSpPr>
        <dsp:cNvPr id="0" name=""/>
        <dsp:cNvSpPr/>
      </dsp:nvSpPr>
      <dsp:spPr>
        <a:xfrm>
          <a:off x="4445497" y="1994952"/>
          <a:ext cx="92966" cy="3365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5391"/>
              </a:lnTo>
              <a:lnTo>
                <a:pt x="92966" y="336539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2B0611-D066-5E43-AF67-4925F9096A3F}">
      <dsp:nvSpPr>
        <dsp:cNvPr id="0" name=""/>
        <dsp:cNvSpPr/>
      </dsp:nvSpPr>
      <dsp:spPr>
        <a:xfrm>
          <a:off x="4445497" y="1994952"/>
          <a:ext cx="97856" cy="2959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9588"/>
              </a:lnTo>
              <a:lnTo>
                <a:pt x="97856" y="295958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48202A-90EF-364D-9A2C-A5C8CA32B2FC}">
      <dsp:nvSpPr>
        <dsp:cNvPr id="0" name=""/>
        <dsp:cNvSpPr/>
      </dsp:nvSpPr>
      <dsp:spPr>
        <a:xfrm>
          <a:off x="4445497" y="1994952"/>
          <a:ext cx="92966" cy="2485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307"/>
              </a:lnTo>
              <a:lnTo>
                <a:pt x="92966" y="248530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18F062-36F4-3640-AD37-28BF483287A8}">
      <dsp:nvSpPr>
        <dsp:cNvPr id="0" name=""/>
        <dsp:cNvSpPr/>
      </dsp:nvSpPr>
      <dsp:spPr>
        <a:xfrm>
          <a:off x="4445497" y="1994952"/>
          <a:ext cx="92966" cy="204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5265"/>
              </a:lnTo>
              <a:lnTo>
                <a:pt x="92966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D5B584-023D-E643-A497-3F3BC2C4D04D}">
      <dsp:nvSpPr>
        <dsp:cNvPr id="0" name=""/>
        <dsp:cNvSpPr/>
      </dsp:nvSpPr>
      <dsp:spPr>
        <a:xfrm>
          <a:off x="4445497" y="1994952"/>
          <a:ext cx="92966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92966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EDF2A3-86EA-4945-A916-E41447B53C02}">
      <dsp:nvSpPr>
        <dsp:cNvPr id="0" name=""/>
        <dsp:cNvSpPr/>
      </dsp:nvSpPr>
      <dsp:spPr>
        <a:xfrm>
          <a:off x="4445497" y="1994952"/>
          <a:ext cx="92966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92966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E97403-1B8B-AC48-8920-A1BE474B1C4E}">
      <dsp:nvSpPr>
        <dsp:cNvPr id="0" name=""/>
        <dsp:cNvSpPr/>
      </dsp:nvSpPr>
      <dsp:spPr>
        <a:xfrm>
          <a:off x="4445497" y="1994952"/>
          <a:ext cx="92966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92966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F01049-A84D-2043-9F8D-588F8FB40EC8}">
      <dsp:nvSpPr>
        <dsp:cNvPr id="0" name=""/>
        <dsp:cNvSpPr/>
      </dsp:nvSpPr>
      <dsp:spPr>
        <a:xfrm>
          <a:off x="4445497" y="1994952"/>
          <a:ext cx="92966" cy="285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097"/>
              </a:lnTo>
              <a:lnTo>
                <a:pt x="92966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B897A7-7F08-1D42-A2F0-BFFA38E6018E}">
      <dsp:nvSpPr>
        <dsp:cNvPr id="0" name=""/>
        <dsp:cNvSpPr/>
      </dsp:nvSpPr>
      <dsp:spPr>
        <a:xfrm>
          <a:off x="4318442" y="1554910"/>
          <a:ext cx="374965" cy="130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76"/>
              </a:lnTo>
              <a:lnTo>
                <a:pt x="374965" y="65076"/>
              </a:lnTo>
              <a:lnTo>
                <a:pt x="374965" y="1301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64042F-0B1F-9D4F-B1EA-CA2FAAAF6EA3}">
      <dsp:nvSpPr>
        <dsp:cNvPr id="0" name=""/>
        <dsp:cNvSpPr/>
      </dsp:nvSpPr>
      <dsp:spPr>
        <a:xfrm>
          <a:off x="3695566" y="1994952"/>
          <a:ext cx="92966" cy="3805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5433"/>
              </a:lnTo>
              <a:lnTo>
                <a:pt x="92966" y="380543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EAD92D-952D-5743-9309-3E4DC6310245}">
      <dsp:nvSpPr>
        <dsp:cNvPr id="0" name=""/>
        <dsp:cNvSpPr/>
      </dsp:nvSpPr>
      <dsp:spPr>
        <a:xfrm>
          <a:off x="3695566" y="1994952"/>
          <a:ext cx="92966" cy="3365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5391"/>
              </a:lnTo>
              <a:lnTo>
                <a:pt x="92966" y="336539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4BD6C8-1EC0-5D4A-B805-4B1586457B9C}">
      <dsp:nvSpPr>
        <dsp:cNvPr id="0" name=""/>
        <dsp:cNvSpPr/>
      </dsp:nvSpPr>
      <dsp:spPr>
        <a:xfrm>
          <a:off x="3695566" y="1994952"/>
          <a:ext cx="92966" cy="2925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5349"/>
              </a:lnTo>
              <a:lnTo>
                <a:pt x="92966" y="292534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9DA4AF-B491-3640-9D37-809733054DF6}">
      <dsp:nvSpPr>
        <dsp:cNvPr id="0" name=""/>
        <dsp:cNvSpPr/>
      </dsp:nvSpPr>
      <dsp:spPr>
        <a:xfrm>
          <a:off x="3695566" y="1994952"/>
          <a:ext cx="92966" cy="2485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307"/>
              </a:lnTo>
              <a:lnTo>
                <a:pt x="92966" y="248530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D89B2B-C56F-4448-A1DD-0357484A7413}">
      <dsp:nvSpPr>
        <dsp:cNvPr id="0" name=""/>
        <dsp:cNvSpPr/>
      </dsp:nvSpPr>
      <dsp:spPr>
        <a:xfrm>
          <a:off x="3695566" y="1994952"/>
          <a:ext cx="92966" cy="204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5265"/>
              </a:lnTo>
              <a:lnTo>
                <a:pt x="92966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68595-3199-FC4F-A893-2878E9FE98C2}">
      <dsp:nvSpPr>
        <dsp:cNvPr id="0" name=""/>
        <dsp:cNvSpPr/>
      </dsp:nvSpPr>
      <dsp:spPr>
        <a:xfrm>
          <a:off x="3695566" y="1994952"/>
          <a:ext cx="92966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92966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CCE011-204D-DB4A-BA0D-A9871CF6C315}">
      <dsp:nvSpPr>
        <dsp:cNvPr id="0" name=""/>
        <dsp:cNvSpPr/>
      </dsp:nvSpPr>
      <dsp:spPr>
        <a:xfrm>
          <a:off x="3695566" y="1994952"/>
          <a:ext cx="92966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92966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C26EE9-A292-7A49-83B9-6EE399D88496}">
      <dsp:nvSpPr>
        <dsp:cNvPr id="0" name=""/>
        <dsp:cNvSpPr/>
      </dsp:nvSpPr>
      <dsp:spPr>
        <a:xfrm>
          <a:off x="3695566" y="1994952"/>
          <a:ext cx="92966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92966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524FBB-506B-A24E-8109-48BB5BC762DB}">
      <dsp:nvSpPr>
        <dsp:cNvPr id="0" name=""/>
        <dsp:cNvSpPr/>
      </dsp:nvSpPr>
      <dsp:spPr>
        <a:xfrm>
          <a:off x="3695566" y="1994952"/>
          <a:ext cx="92966" cy="285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097"/>
              </a:lnTo>
              <a:lnTo>
                <a:pt x="92966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621F6-49B1-4E4C-9A80-0DFCBAF700FC}">
      <dsp:nvSpPr>
        <dsp:cNvPr id="0" name=""/>
        <dsp:cNvSpPr/>
      </dsp:nvSpPr>
      <dsp:spPr>
        <a:xfrm>
          <a:off x="3943477" y="1554910"/>
          <a:ext cx="374965" cy="130153"/>
        </a:xfrm>
        <a:custGeom>
          <a:avLst/>
          <a:gdLst/>
          <a:ahLst/>
          <a:cxnLst/>
          <a:rect l="0" t="0" r="0" b="0"/>
          <a:pathLst>
            <a:path>
              <a:moveTo>
                <a:pt x="374965" y="0"/>
              </a:moveTo>
              <a:lnTo>
                <a:pt x="374965" y="65076"/>
              </a:lnTo>
              <a:lnTo>
                <a:pt x="0" y="65076"/>
              </a:lnTo>
              <a:lnTo>
                <a:pt x="0" y="1301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911E6-ACEC-4E46-A4A4-07F7850626C6}">
      <dsp:nvSpPr>
        <dsp:cNvPr id="0" name=""/>
        <dsp:cNvSpPr/>
      </dsp:nvSpPr>
      <dsp:spPr>
        <a:xfrm>
          <a:off x="4194126" y="1114868"/>
          <a:ext cx="91440" cy="1301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5076"/>
              </a:lnTo>
              <a:lnTo>
                <a:pt x="124316" y="65076"/>
              </a:lnTo>
              <a:lnTo>
                <a:pt x="124316" y="13015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BE316-5EFD-A448-9CF4-4BA8BC1287B4}">
      <dsp:nvSpPr>
        <dsp:cNvPr id="0" name=""/>
        <dsp:cNvSpPr/>
      </dsp:nvSpPr>
      <dsp:spPr>
        <a:xfrm>
          <a:off x="2758990" y="1554910"/>
          <a:ext cx="124667" cy="3365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5391"/>
              </a:lnTo>
              <a:lnTo>
                <a:pt x="124667" y="336539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2E4736-9099-7A4D-8232-53FAF32B9935}">
      <dsp:nvSpPr>
        <dsp:cNvPr id="0" name=""/>
        <dsp:cNvSpPr/>
      </dsp:nvSpPr>
      <dsp:spPr>
        <a:xfrm>
          <a:off x="2758990" y="1554910"/>
          <a:ext cx="124667" cy="2925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5349"/>
              </a:lnTo>
              <a:lnTo>
                <a:pt x="124667" y="292534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E05960-12B2-C545-9173-5484113A98E1}">
      <dsp:nvSpPr>
        <dsp:cNvPr id="0" name=""/>
        <dsp:cNvSpPr/>
      </dsp:nvSpPr>
      <dsp:spPr>
        <a:xfrm>
          <a:off x="2758990" y="1554910"/>
          <a:ext cx="124667" cy="2485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307"/>
              </a:lnTo>
              <a:lnTo>
                <a:pt x="124667" y="248530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97B20-CA4D-B745-8368-211577EFBB1F}">
      <dsp:nvSpPr>
        <dsp:cNvPr id="0" name=""/>
        <dsp:cNvSpPr/>
      </dsp:nvSpPr>
      <dsp:spPr>
        <a:xfrm>
          <a:off x="2758990" y="1554910"/>
          <a:ext cx="124667" cy="204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5265"/>
              </a:lnTo>
              <a:lnTo>
                <a:pt x="124667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AC9057-0B1B-D849-8B41-D59EC3178F4F}">
      <dsp:nvSpPr>
        <dsp:cNvPr id="0" name=""/>
        <dsp:cNvSpPr/>
      </dsp:nvSpPr>
      <dsp:spPr>
        <a:xfrm>
          <a:off x="2758990" y="1554910"/>
          <a:ext cx="124667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124667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C3E743-41DB-AD40-8113-0956797FF70F}">
      <dsp:nvSpPr>
        <dsp:cNvPr id="0" name=""/>
        <dsp:cNvSpPr/>
      </dsp:nvSpPr>
      <dsp:spPr>
        <a:xfrm>
          <a:off x="2758990" y="1554910"/>
          <a:ext cx="124667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124667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26CBC1-6262-B447-A106-9F7B2CD23B4E}">
      <dsp:nvSpPr>
        <dsp:cNvPr id="0" name=""/>
        <dsp:cNvSpPr/>
      </dsp:nvSpPr>
      <dsp:spPr>
        <a:xfrm>
          <a:off x="2758990" y="1554910"/>
          <a:ext cx="124667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124667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1D0FC-B846-DE47-85BE-3C1BFE2C332E}">
      <dsp:nvSpPr>
        <dsp:cNvPr id="0" name=""/>
        <dsp:cNvSpPr/>
      </dsp:nvSpPr>
      <dsp:spPr>
        <a:xfrm>
          <a:off x="2758990" y="1554910"/>
          <a:ext cx="124667" cy="285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097"/>
              </a:lnTo>
              <a:lnTo>
                <a:pt x="124667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9E50BE-54D5-1A49-B948-D180F33EA428}">
      <dsp:nvSpPr>
        <dsp:cNvPr id="0" name=""/>
        <dsp:cNvSpPr/>
      </dsp:nvSpPr>
      <dsp:spPr>
        <a:xfrm>
          <a:off x="3091437" y="1114868"/>
          <a:ext cx="1148409" cy="130153"/>
        </a:xfrm>
        <a:custGeom>
          <a:avLst/>
          <a:gdLst/>
          <a:ahLst/>
          <a:cxnLst/>
          <a:rect l="0" t="0" r="0" b="0"/>
          <a:pathLst>
            <a:path>
              <a:moveTo>
                <a:pt x="1148409" y="0"/>
              </a:moveTo>
              <a:lnTo>
                <a:pt x="1148409" y="65076"/>
              </a:lnTo>
              <a:lnTo>
                <a:pt x="0" y="65076"/>
              </a:lnTo>
              <a:lnTo>
                <a:pt x="0" y="13015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3F9495-872C-BE45-BB40-461C6BD2D6D1}">
      <dsp:nvSpPr>
        <dsp:cNvPr id="0" name=""/>
        <dsp:cNvSpPr/>
      </dsp:nvSpPr>
      <dsp:spPr>
        <a:xfrm>
          <a:off x="1980146" y="1994952"/>
          <a:ext cx="91440" cy="116518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5181"/>
              </a:lnTo>
              <a:lnTo>
                <a:pt x="127525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E623FD-736A-6248-9514-D629C900A026}">
      <dsp:nvSpPr>
        <dsp:cNvPr id="0" name=""/>
        <dsp:cNvSpPr/>
      </dsp:nvSpPr>
      <dsp:spPr>
        <a:xfrm>
          <a:off x="1980146" y="1994952"/>
          <a:ext cx="91440" cy="7251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25139"/>
              </a:lnTo>
              <a:lnTo>
                <a:pt x="127525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33268-5D6C-CF4E-97B7-C8B82EB736A1}">
      <dsp:nvSpPr>
        <dsp:cNvPr id="0" name=""/>
        <dsp:cNvSpPr/>
      </dsp:nvSpPr>
      <dsp:spPr>
        <a:xfrm>
          <a:off x="1980146" y="1994952"/>
          <a:ext cx="91440" cy="2850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5097"/>
              </a:lnTo>
              <a:lnTo>
                <a:pt x="127525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1ACF00-D454-914D-B10F-4349DA5CFE78}">
      <dsp:nvSpPr>
        <dsp:cNvPr id="0" name=""/>
        <dsp:cNvSpPr/>
      </dsp:nvSpPr>
      <dsp:spPr>
        <a:xfrm>
          <a:off x="1563564" y="1554910"/>
          <a:ext cx="749930" cy="130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76"/>
              </a:lnTo>
              <a:lnTo>
                <a:pt x="749930" y="65076"/>
              </a:lnTo>
              <a:lnTo>
                <a:pt x="749930" y="1301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784D7B-F1FD-9948-8DB2-C4B28483AA42}">
      <dsp:nvSpPr>
        <dsp:cNvPr id="0" name=""/>
        <dsp:cNvSpPr/>
      </dsp:nvSpPr>
      <dsp:spPr>
        <a:xfrm>
          <a:off x="1266006" y="1994952"/>
          <a:ext cx="92966" cy="24853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5307"/>
              </a:lnTo>
              <a:lnTo>
                <a:pt x="92966" y="248530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788DF1-E0C2-6444-AE20-CB163D80BB0C}">
      <dsp:nvSpPr>
        <dsp:cNvPr id="0" name=""/>
        <dsp:cNvSpPr/>
      </dsp:nvSpPr>
      <dsp:spPr>
        <a:xfrm>
          <a:off x="1266006" y="1994952"/>
          <a:ext cx="92966" cy="204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5265"/>
              </a:lnTo>
              <a:lnTo>
                <a:pt x="92966" y="204526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316A67-6BFF-574F-BA2A-1672EB0CA969}">
      <dsp:nvSpPr>
        <dsp:cNvPr id="0" name=""/>
        <dsp:cNvSpPr/>
      </dsp:nvSpPr>
      <dsp:spPr>
        <a:xfrm>
          <a:off x="1266006" y="1994952"/>
          <a:ext cx="92966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92966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D60CBF-226B-4849-9E00-8362D3437B34}">
      <dsp:nvSpPr>
        <dsp:cNvPr id="0" name=""/>
        <dsp:cNvSpPr/>
      </dsp:nvSpPr>
      <dsp:spPr>
        <a:xfrm>
          <a:off x="1266006" y="1994952"/>
          <a:ext cx="92966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92966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464B64-4F64-BD43-92A7-EFBB295B3B2D}">
      <dsp:nvSpPr>
        <dsp:cNvPr id="0" name=""/>
        <dsp:cNvSpPr/>
      </dsp:nvSpPr>
      <dsp:spPr>
        <a:xfrm>
          <a:off x="1266006" y="1994952"/>
          <a:ext cx="92966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92966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6FF530-6BB2-0743-A0CC-C909344577DE}">
      <dsp:nvSpPr>
        <dsp:cNvPr id="0" name=""/>
        <dsp:cNvSpPr/>
      </dsp:nvSpPr>
      <dsp:spPr>
        <a:xfrm>
          <a:off x="1266006" y="1994952"/>
          <a:ext cx="92966" cy="285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097"/>
              </a:lnTo>
              <a:lnTo>
                <a:pt x="92966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6673F5-0EE6-0E48-AD7B-CA9E55E24288}">
      <dsp:nvSpPr>
        <dsp:cNvPr id="0" name=""/>
        <dsp:cNvSpPr/>
      </dsp:nvSpPr>
      <dsp:spPr>
        <a:xfrm>
          <a:off x="1468197" y="1554910"/>
          <a:ext cx="91440" cy="130153"/>
        </a:xfrm>
        <a:custGeom>
          <a:avLst/>
          <a:gdLst/>
          <a:ahLst/>
          <a:cxnLst/>
          <a:rect l="0" t="0" r="0" b="0"/>
          <a:pathLst>
            <a:path>
              <a:moveTo>
                <a:pt x="95367" y="0"/>
              </a:moveTo>
              <a:lnTo>
                <a:pt x="95367" y="65076"/>
              </a:lnTo>
              <a:lnTo>
                <a:pt x="45720" y="65076"/>
              </a:lnTo>
              <a:lnTo>
                <a:pt x="45720" y="1301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418885-C578-7B45-B662-A46B76758024}">
      <dsp:nvSpPr>
        <dsp:cNvPr id="0" name=""/>
        <dsp:cNvSpPr/>
      </dsp:nvSpPr>
      <dsp:spPr>
        <a:xfrm>
          <a:off x="516076" y="1994952"/>
          <a:ext cx="92966" cy="1605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223"/>
              </a:lnTo>
              <a:lnTo>
                <a:pt x="92966" y="160522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74CD3F-1C0F-6C46-ABEC-2223CE4852D8}">
      <dsp:nvSpPr>
        <dsp:cNvPr id="0" name=""/>
        <dsp:cNvSpPr/>
      </dsp:nvSpPr>
      <dsp:spPr>
        <a:xfrm>
          <a:off x="516076" y="1994952"/>
          <a:ext cx="92966" cy="1165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181"/>
              </a:lnTo>
              <a:lnTo>
                <a:pt x="92966" y="1165181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DFF972-245F-184B-9C42-651733955309}">
      <dsp:nvSpPr>
        <dsp:cNvPr id="0" name=""/>
        <dsp:cNvSpPr/>
      </dsp:nvSpPr>
      <dsp:spPr>
        <a:xfrm>
          <a:off x="516076" y="1994952"/>
          <a:ext cx="92966" cy="725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139"/>
              </a:lnTo>
              <a:lnTo>
                <a:pt x="92966" y="7251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AA4B4-026D-4A4C-A176-121115E7B7E5}">
      <dsp:nvSpPr>
        <dsp:cNvPr id="0" name=""/>
        <dsp:cNvSpPr/>
      </dsp:nvSpPr>
      <dsp:spPr>
        <a:xfrm>
          <a:off x="516076" y="1994952"/>
          <a:ext cx="92966" cy="285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097"/>
              </a:lnTo>
              <a:lnTo>
                <a:pt x="92966" y="2850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FDA55-A626-B149-9FCD-775AA3F2F737}">
      <dsp:nvSpPr>
        <dsp:cNvPr id="0" name=""/>
        <dsp:cNvSpPr/>
      </dsp:nvSpPr>
      <dsp:spPr>
        <a:xfrm>
          <a:off x="763987" y="1554910"/>
          <a:ext cx="799577" cy="130153"/>
        </a:xfrm>
        <a:custGeom>
          <a:avLst/>
          <a:gdLst/>
          <a:ahLst/>
          <a:cxnLst/>
          <a:rect l="0" t="0" r="0" b="0"/>
          <a:pathLst>
            <a:path>
              <a:moveTo>
                <a:pt x="799577" y="0"/>
              </a:moveTo>
              <a:lnTo>
                <a:pt x="799577" y="65076"/>
              </a:lnTo>
              <a:lnTo>
                <a:pt x="0" y="65076"/>
              </a:lnTo>
              <a:lnTo>
                <a:pt x="0" y="13015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6146E2-B309-9042-8C3C-A6F235F5238E}">
      <dsp:nvSpPr>
        <dsp:cNvPr id="0" name=""/>
        <dsp:cNvSpPr/>
      </dsp:nvSpPr>
      <dsp:spPr>
        <a:xfrm>
          <a:off x="1563564" y="1114868"/>
          <a:ext cx="2676281" cy="130153"/>
        </a:xfrm>
        <a:custGeom>
          <a:avLst/>
          <a:gdLst/>
          <a:ahLst/>
          <a:cxnLst/>
          <a:rect l="0" t="0" r="0" b="0"/>
          <a:pathLst>
            <a:path>
              <a:moveTo>
                <a:pt x="2676281" y="0"/>
              </a:moveTo>
              <a:lnTo>
                <a:pt x="2676281" y="65076"/>
              </a:lnTo>
              <a:lnTo>
                <a:pt x="0" y="65076"/>
              </a:lnTo>
              <a:lnTo>
                <a:pt x="0" y="13015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FD6662-6FB6-054E-9053-5D07AAF63159}">
      <dsp:nvSpPr>
        <dsp:cNvPr id="0" name=""/>
        <dsp:cNvSpPr/>
      </dsp:nvSpPr>
      <dsp:spPr>
        <a:xfrm>
          <a:off x="418188" y="1114868"/>
          <a:ext cx="3821658" cy="130153"/>
        </a:xfrm>
        <a:custGeom>
          <a:avLst/>
          <a:gdLst/>
          <a:ahLst/>
          <a:cxnLst/>
          <a:rect l="0" t="0" r="0" b="0"/>
          <a:pathLst>
            <a:path>
              <a:moveTo>
                <a:pt x="3821658" y="0"/>
              </a:moveTo>
              <a:lnTo>
                <a:pt x="3821658" y="65076"/>
              </a:lnTo>
              <a:lnTo>
                <a:pt x="0" y="65076"/>
              </a:lnTo>
              <a:lnTo>
                <a:pt x="0" y="13015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647BFD-C5C8-CF45-9478-84002CD34575}">
      <dsp:nvSpPr>
        <dsp:cNvPr id="0" name=""/>
        <dsp:cNvSpPr/>
      </dsp:nvSpPr>
      <dsp:spPr>
        <a:xfrm>
          <a:off x="3186779" y="804979"/>
          <a:ext cx="2106133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>
              <a:solidFill>
                <a:schemeClr val="tx1"/>
              </a:solidFill>
            </a:rPr>
            <a:t>Realise_Tree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3186779" y="804979"/>
        <a:ext cx="2106133" cy="309888"/>
      </dsp:txXfrm>
    </dsp:sp>
    <dsp:sp modelId="{9CC661AA-0744-AE41-B3F0-01596482C7A7}">
      <dsp:nvSpPr>
        <dsp:cNvPr id="0" name=""/>
        <dsp:cNvSpPr/>
      </dsp:nvSpPr>
      <dsp:spPr>
        <a:xfrm>
          <a:off x="2630" y="1245021"/>
          <a:ext cx="831115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>
              <a:solidFill>
                <a:schemeClr val="tx1"/>
              </a:solidFill>
            </a:rPr>
            <a:t>Crown_Init_List</a:t>
          </a:r>
          <a:endParaRPr lang="en-US" sz="900" kern="1200" dirty="0" smtClean="0">
            <a:solidFill>
              <a:schemeClr val="tx1"/>
            </a:solidFill>
          </a:endParaRPr>
        </a:p>
      </dsp:txBody>
      <dsp:txXfrm>
        <a:off x="2630" y="1245021"/>
        <a:ext cx="831115" cy="309888"/>
      </dsp:txXfrm>
    </dsp:sp>
    <dsp:sp modelId="{23BBE08E-56BE-1A45-AF27-9075A6219070}">
      <dsp:nvSpPr>
        <dsp:cNvPr id="0" name=""/>
        <dsp:cNvSpPr/>
      </dsp:nvSpPr>
      <dsp:spPr>
        <a:xfrm>
          <a:off x="963899" y="1245021"/>
          <a:ext cx="1199331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>
              <a:solidFill>
                <a:schemeClr val="tx1"/>
              </a:solidFill>
            </a:rPr>
            <a:t>Realise_Global_Crown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963899" y="1245021"/>
        <a:ext cx="1199331" cy="309888"/>
      </dsp:txXfrm>
    </dsp:sp>
    <dsp:sp modelId="{DD390B19-6F3C-0E43-AFDD-9FBA01495E69}">
      <dsp:nvSpPr>
        <dsp:cNvPr id="0" name=""/>
        <dsp:cNvSpPr/>
      </dsp:nvSpPr>
      <dsp:spPr>
        <a:xfrm>
          <a:off x="454098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Create_HEDGE_Global_Crown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4098" y="1685063"/>
        <a:ext cx="619777" cy="309888"/>
      </dsp:txXfrm>
    </dsp:sp>
    <dsp:sp modelId="{0B0E3344-EE91-F948-8A83-2F9B94F89716}">
      <dsp:nvSpPr>
        <dsp:cNvPr id="0" name=""/>
        <dsp:cNvSpPr/>
      </dsp:nvSpPr>
      <dsp:spPr>
        <a:xfrm>
          <a:off x="609042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Create_Crown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9042" y="2125105"/>
        <a:ext cx="619777" cy="309888"/>
      </dsp:txXfrm>
    </dsp:sp>
    <dsp:sp modelId="{BD4D75DD-E8F1-FE45-8130-3EB203E277D0}">
      <dsp:nvSpPr>
        <dsp:cNvPr id="0" name=""/>
        <dsp:cNvSpPr/>
      </dsp:nvSpPr>
      <dsp:spPr>
        <a:xfrm>
          <a:off x="609042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Stem_Direction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9042" y="2565147"/>
        <a:ext cx="619777" cy="309888"/>
      </dsp:txXfrm>
    </dsp:sp>
    <dsp:sp modelId="{03043B2A-16D4-2542-8928-59B419A979DB}">
      <dsp:nvSpPr>
        <dsp:cNvPr id="0" name=""/>
        <dsp:cNvSpPr/>
      </dsp:nvSpPr>
      <dsp:spPr>
        <a:xfrm>
          <a:off x="609042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9042" y="3005189"/>
        <a:ext cx="619777" cy="309888"/>
      </dsp:txXfrm>
    </dsp:sp>
    <dsp:sp modelId="{5599A9E2-4728-F348-95B5-BEE7E9E6142E}">
      <dsp:nvSpPr>
        <dsp:cNvPr id="0" name=""/>
        <dsp:cNvSpPr/>
      </dsp:nvSpPr>
      <dsp:spPr>
        <a:xfrm>
          <a:off x="609042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Crown_head_add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9042" y="3445231"/>
        <a:ext cx="619777" cy="309888"/>
      </dsp:txXfrm>
    </dsp:sp>
    <dsp:sp modelId="{863EE93D-D66A-9547-9E51-DBF8D5C903A1}">
      <dsp:nvSpPr>
        <dsp:cNvPr id="0" name=""/>
        <dsp:cNvSpPr/>
      </dsp:nvSpPr>
      <dsp:spPr>
        <a:xfrm>
          <a:off x="1204028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Create_PINE00n_Global_Crown </a:t>
          </a:r>
        </a:p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(n = 1,2,3)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1204028" y="1685063"/>
        <a:ext cx="619777" cy="309888"/>
      </dsp:txXfrm>
    </dsp:sp>
    <dsp:sp modelId="{F51B4A7C-59A0-0441-871A-6A6377BA660C}">
      <dsp:nvSpPr>
        <dsp:cNvPr id="0" name=""/>
        <dsp:cNvSpPr/>
      </dsp:nvSpPr>
      <dsp:spPr>
        <a:xfrm>
          <a:off x="1358973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Create_Crown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1358973" y="2125105"/>
        <a:ext cx="619777" cy="309888"/>
      </dsp:txXfrm>
    </dsp:sp>
    <dsp:sp modelId="{119B5BE7-15C5-6746-98E0-E08EC4E6E605}">
      <dsp:nvSpPr>
        <dsp:cNvPr id="0" name=""/>
        <dsp:cNvSpPr/>
      </dsp:nvSpPr>
      <dsp:spPr>
        <a:xfrm>
          <a:off x="1358973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1358973" y="2565147"/>
        <a:ext cx="619777" cy="309888"/>
      </dsp:txXfrm>
    </dsp:sp>
    <dsp:sp modelId="{54A9522B-45E0-FF49-816D-7659024F4831}">
      <dsp:nvSpPr>
        <dsp:cNvPr id="0" name=""/>
        <dsp:cNvSpPr/>
      </dsp:nvSpPr>
      <dsp:spPr>
        <a:xfrm>
          <a:off x="1358973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Crown_head_add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1358973" y="3005189"/>
        <a:ext cx="619777" cy="309888"/>
      </dsp:txXfrm>
    </dsp:sp>
    <dsp:sp modelId="{F8CE596C-A6CB-4D43-BCF4-47427E7D311D}">
      <dsp:nvSpPr>
        <dsp:cNvPr id="0" name=""/>
        <dsp:cNvSpPr/>
      </dsp:nvSpPr>
      <dsp:spPr>
        <a:xfrm>
          <a:off x="1358973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Crown_Fractional_Dry_Depth</a:t>
          </a:r>
          <a:endParaRPr lang="en-US" sz="500" kern="1200" dirty="0" smtClean="0">
            <a:solidFill>
              <a:schemeClr val="tx1"/>
            </a:solidFill>
          </a:endParaRPr>
        </a:p>
      </dsp:txBody>
      <dsp:txXfrm>
        <a:off x="1358973" y="3445231"/>
        <a:ext cx="619777" cy="309888"/>
      </dsp:txXfrm>
    </dsp:sp>
    <dsp:sp modelId="{BDD08945-39E1-534E-B5B5-17AD0583400C}">
      <dsp:nvSpPr>
        <dsp:cNvPr id="0" name=""/>
        <dsp:cNvSpPr/>
      </dsp:nvSpPr>
      <dsp:spPr>
        <a:xfrm>
          <a:off x="1358973" y="388527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1358973" y="3885273"/>
        <a:ext cx="619777" cy="309888"/>
      </dsp:txXfrm>
    </dsp:sp>
    <dsp:sp modelId="{A08CD9FD-5490-364E-AD6D-BE895AC026BF}">
      <dsp:nvSpPr>
        <dsp:cNvPr id="0" name=""/>
        <dsp:cNvSpPr/>
      </dsp:nvSpPr>
      <dsp:spPr>
        <a:xfrm>
          <a:off x="1358973" y="4325314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Crown_tail_add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1358973" y="4325314"/>
        <a:ext cx="619777" cy="309888"/>
      </dsp:txXfrm>
    </dsp:sp>
    <dsp:sp modelId="{B5BC4BB0-F17F-CC49-A7A1-78DC98DCBB5D}">
      <dsp:nvSpPr>
        <dsp:cNvPr id="0" name=""/>
        <dsp:cNvSpPr/>
      </dsp:nvSpPr>
      <dsp:spPr>
        <a:xfrm>
          <a:off x="1953959" y="1685063"/>
          <a:ext cx="719071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Create_DECIDUOUS001_Global_Crown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1953959" y="1685063"/>
        <a:ext cx="719071" cy="309888"/>
      </dsp:txXfrm>
    </dsp:sp>
    <dsp:sp modelId="{13CD413B-71D8-AE4A-BE6B-0933D0427244}">
      <dsp:nvSpPr>
        <dsp:cNvPr id="0" name=""/>
        <dsp:cNvSpPr/>
      </dsp:nvSpPr>
      <dsp:spPr>
        <a:xfrm>
          <a:off x="2107672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Realise_living_crown_depth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107672" y="2125105"/>
        <a:ext cx="619777" cy="309888"/>
      </dsp:txXfrm>
    </dsp:sp>
    <dsp:sp modelId="{9F065419-3C6F-FA4B-A831-DBA8BA1785D4}">
      <dsp:nvSpPr>
        <dsp:cNvPr id="0" name=""/>
        <dsp:cNvSpPr/>
      </dsp:nvSpPr>
      <dsp:spPr>
        <a:xfrm>
          <a:off x="2107672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Stem_direction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107672" y="2565147"/>
        <a:ext cx="619777" cy="309888"/>
      </dsp:txXfrm>
    </dsp:sp>
    <dsp:sp modelId="{4D086A4C-4595-0A4A-A098-B979FD7CD15A}">
      <dsp:nvSpPr>
        <dsp:cNvPr id="0" name=""/>
        <dsp:cNvSpPr/>
      </dsp:nvSpPr>
      <dsp:spPr>
        <a:xfrm>
          <a:off x="2107672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{Create/Assign}_Crown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107672" y="3005189"/>
        <a:ext cx="619777" cy="309888"/>
      </dsp:txXfrm>
    </dsp:sp>
    <dsp:sp modelId="{DED244D4-B76A-A845-B41A-251B460A0B8C}">
      <dsp:nvSpPr>
        <dsp:cNvPr id="0" name=""/>
        <dsp:cNvSpPr/>
      </dsp:nvSpPr>
      <dsp:spPr>
        <a:xfrm>
          <a:off x="2675879" y="1245021"/>
          <a:ext cx="831115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>
              <a:solidFill>
                <a:schemeClr val="tx1"/>
              </a:solidFill>
            </a:rPr>
            <a:t>Realise_Stem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2675879" y="1245021"/>
        <a:ext cx="831115" cy="309888"/>
      </dsp:txXfrm>
    </dsp:sp>
    <dsp:sp modelId="{99DFE81D-ABF0-D142-9BA7-5776007C0DD2}">
      <dsp:nvSpPr>
        <dsp:cNvPr id="0" name=""/>
        <dsp:cNvSpPr/>
      </dsp:nvSpPr>
      <dsp:spPr>
        <a:xfrm>
          <a:off x="2883658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Stem_Start_Radius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1685063"/>
        <a:ext cx="619777" cy="309888"/>
      </dsp:txXfrm>
    </dsp:sp>
    <dsp:sp modelId="{900FCD48-AC5D-BD4B-B57D-31B8136C240A}">
      <dsp:nvSpPr>
        <dsp:cNvPr id="0" name=""/>
        <dsp:cNvSpPr/>
      </dsp:nvSpPr>
      <dsp:spPr>
        <a:xfrm>
          <a:off x="2883658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Stem_End_Radius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2125105"/>
        <a:ext cx="619777" cy="309888"/>
      </dsp:txXfrm>
    </dsp:sp>
    <dsp:sp modelId="{674405F1-3727-9D45-866E-7B5DC26D370F}">
      <dsp:nvSpPr>
        <dsp:cNvPr id="0" name=""/>
        <dsp:cNvSpPr/>
      </dsp:nvSpPr>
      <dsp:spPr>
        <a:xfrm>
          <a:off x="2883658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Stem_Tropism</a:t>
          </a:r>
          <a:r>
            <a:rPr lang="en-US" sz="500" kern="1200" dirty="0" smtClean="0">
              <a:solidFill>
                <a:schemeClr val="tx1"/>
              </a:solidFill>
            </a:rPr>
            <a:t>_{Factor/Direction}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2565147"/>
        <a:ext cx="619777" cy="309888"/>
      </dsp:txXfrm>
    </dsp:sp>
    <dsp:sp modelId="{9DA9282A-F37C-504A-A97B-76396C0CB058}">
      <dsp:nvSpPr>
        <dsp:cNvPr id="0" name=""/>
        <dsp:cNvSpPr/>
      </dsp:nvSpPr>
      <dsp:spPr>
        <a:xfrm>
          <a:off x="2883658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Stem_{</a:t>
          </a:r>
          <a:r>
            <a:rPr lang="en-US" sz="500" kern="1200" dirty="0" err="1" smtClean="0">
              <a:solidFill>
                <a:schemeClr val="tx1"/>
              </a:solidFill>
            </a:rPr>
            <a:t>Lamdacx</a:t>
          </a:r>
          <a:r>
            <a:rPr lang="en-US" sz="500" kern="1200" dirty="0" smtClean="0">
              <a:solidFill>
                <a:schemeClr val="tx1"/>
              </a:solidFill>
            </a:rPr>
            <a:t>/</a:t>
          </a:r>
          <a:r>
            <a:rPr lang="en-US" sz="500" kern="1200" dirty="0" err="1" smtClean="0">
              <a:solidFill>
                <a:schemeClr val="tx1"/>
              </a:solidFill>
            </a:rPr>
            <a:t>Lamdacy</a:t>
          </a:r>
          <a:r>
            <a:rPr lang="en-US" sz="500" kern="1200" dirty="0" smtClean="0">
              <a:solidFill>
                <a:schemeClr val="tx1"/>
              </a:solidFill>
            </a:rPr>
            <a:t>/Gamma/Moisture}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3005189"/>
        <a:ext cx="619777" cy="309888"/>
      </dsp:txXfrm>
    </dsp:sp>
    <dsp:sp modelId="{A8C96DFE-AD73-854C-9E10-7A50D7E847D6}">
      <dsp:nvSpPr>
        <dsp:cNvPr id="0" name=""/>
        <dsp:cNvSpPr/>
      </dsp:nvSpPr>
      <dsp:spPr>
        <a:xfrm>
          <a:off x="2883658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Vegetation_permittivity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3445231"/>
        <a:ext cx="619777" cy="309888"/>
      </dsp:txXfrm>
    </dsp:sp>
    <dsp:sp modelId="{FFEEEEF1-6681-A042-89FF-EB753BCEF031}">
      <dsp:nvSpPr>
        <dsp:cNvPr id="0" name=""/>
        <dsp:cNvSpPr/>
      </dsp:nvSpPr>
      <dsp:spPr>
        <a:xfrm>
          <a:off x="2883658" y="388527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RayCrownIntersection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3885273"/>
        <a:ext cx="619777" cy="309888"/>
      </dsp:txXfrm>
    </dsp:sp>
    <dsp:sp modelId="{4BB6F4B0-E472-4A48-B1E7-AB09E4077741}">
      <dsp:nvSpPr>
        <dsp:cNvPr id="0" name=""/>
        <dsp:cNvSpPr/>
      </dsp:nvSpPr>
      <dsp:spPr>
        <a:xfrm>
          <a:off x="2883658" y="4325314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Assign_Branch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4325314"/>
        <a:ext cx="619777" cy="309888"/>
      </dsp:txXfrm>
    </dsp:sp>
    <dsp:sp modelId="{2383877B-F16A-644E-AC43-F0D0C668F3C6}">
      <dsp:nvSpPr>
        <dsp:cNvPr id="0" name=""/>
        <dsp:cNvSpPr/>
      </dsp:nvSpPr>
      <dsp:spPr>
        <a:xfrm>
          <a:off x="2883658" y="4765356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Branch_{Crookedness/Centre/</a:t>
          </a:r>
          <a:r>
            <a:rPr lang="en-US" sz="500" kern="1200" dirty="0" err="1" smtClean="0">
              <a:solidFill>
                <a:schemeClr val="tx1"/>
              </a:solidFill>
            </a:rPr>
            <a:t>head_add</a:t>
          </a:r>
          <a:r>
            <a:rPr lang="en-US" sz="500" kern="1200" dirty="0" smtClean="0">
              <a:solidFill>
                <a:schemeClr val="tx1"/>
              </a:solidFill>
            </a:rPr>
            <a:t>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2883658" y="4765356"/>
        <a:ext cx="619777" cy="309888"/>
      </dsp:txXfrm>
    </dsp:sp>
    <dsp:sp modelId="{2C32B8F3-2FCC-6D4B-AF1D-A2C823DE6A3E}">
      <dsp:nvSpPr>
        <dsp:cNvPr id="0" name=""/>
        <dsp:cNvSpPr/>
      </dsp:nvSpPr>
      <dsp:spPr>
        <a:xfrm>
          <a:off x="3902885" y="1245021"/>
          <a:ext cx="831115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>
              <a:solidFill>
                <a:schemeClr val="tx1"/>
              </a:solidFill>
            </a:rPr>
            <a:t>Realise_Primaries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3902885" y="1245021"/>
        <a:ext cx="831115" cy="309888"/>
      </dsp:txXfrm>
    </dsp:sp>
    <dsp:sp modelId="{502E0BF7-76B6-754C-BA73-64F68AC8F2A5}">
      <dsp:nvSpPr>
        <dsp:cNvPr id="0" name=""/>
        <dsp:cNvSpPr/>
      </dsp:nvSpPr>
      <dsp:spPr>
        <a:xfrm>
          <a:off x="3633588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Realise_PINE001_Primaries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633588" y="1685063"/>
        <a:ext cx="619777" cy="309888"/>
      </dsp:txXfrm>
    </dsp:sp>
    <dsp:sp modelId="{142332B1-D5BE-D143-B86E-8E529FC9D393}">
      <dsp:nvSpPr>
        <dsp:cNvPr id="0" name=""/>
        <dsp:cNvSpPr/>
      </dsp:nvSpPr>
      <dsp:spPr>
        <a:xfrm>
          <a:off x="3788533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Primary_Maximum_Polar_Angle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2125105"/>
        <a:ext cx="619777" cy="309888"/>
      </dsp:txXfrm>
    </dsp:sp>
    <dsp:sp modelId="{DBB2348A-2259-9A44-843D-283BFCDC9E88}">
      <dsp:nvSpPr>
        <dsp:cNvPr id="0" name=""/>
        <dsp:cNvSpPr/>
      </dsp:nvSpPr>
      <dsp:spPr>
        <a:xfrm>
          <a:off x="3788533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Branch_Center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2565147"/>
        <a:ext cx="619777" cy="309888"/>
      </dsp:txXfrm>
    </dsp:sp>
    <dsp:sp modelId="{7AAB78A1-4E6F-C24D-B1C8-1988C64AB44E}">
      <dsp:nvSpPr>
        <dsp:cNvPr id="0" name=""/>
        <dsp:cNvSpPr/>
      </dsp:nvSpPr>
      <dsp:spPr>
        <a:xfrm>
          <a:off x="3788533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Primary_Radius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3005189"/>
        <a:ext cx="619777" cy="309888"/>
      </dsp:txXfrm>
    </dsp:sp>
    <dsp:sp modelId="{CECD0A8D-7640-904F-A2AB-FE26B82173B4}">
      <dsp:nvSpPr>
        <dsp:cNvPr id="0" name=""/>
        <dsp:cNvSpPr/>
      </dsp:nvSpPr>
      <dsp:spPr>
        <a:xfrm>
          <a:off x="3788533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Primary_Tropism</a:t>
          </a:r>
          <a:r>
            <a:rPr lang="en-US" sz="500" kern="1200" dirty="0" smtClean="0">
              <a:solidFill>
                <a:schemeClr val="tx1"/>
              </a:solidFill>
            </a:rPr>
            <a:t>_{Factor/Direction}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3445231"/>
        <a:ext cx="619777" cy="309888"/>
      </dsp:txXfrm>
    </dsp:sp>
    <dsp:sp modelId="{B3D2B76A-85E9-0243-BE07-23BA36A35073}">
      <dsp:nvSpPr>
        <dsp:cNvPr id="0" name=""/>
        <dsp:cNvSpPr/>
      </dsp:nvSpPr>
      <dsp:spPr>
        <a:xfrm>
          <a:off x="3788533" y="388527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Primary_{</a:t>
          </a:r>
          <a:r>
            <a:rPr lang="en-US" sz="500" kern="1200" dirty="0" err="1" smtClean="0">
              <a:solidFill>
                <a:schemeClr val="tx1"/>
              </a:solidFill>
            </a:rPr>
            <a:t>Lamdacx</a:t>
          </a:r>
          <a:r>
            <a:rPr lang="en-US" sz="500" kern="1200" dirty="0" smtClean="0">
              <a:solidFill>
                <a:schemeClr val="tx1"/>
              </a:solidFill>
            </a:rPr>
            <a:t>/</a:t>
          </a:r>
          <a:r>
            <a:rPr lang="en-US" sz="500" kern="1200" dirty="0" err="1" smtClean="0">
              <a:solidFill>
                <a:schemeClr val="tx1"/>
              </a:solidFill>
            </a:rPr>
            <a:t>Lamdacy</a:t>
          </a:r>
          <a:r>
            <a:rPr lang="en-US" sz="500" kern="1200" dirty="0" smtClean="0">
              <a:solidFill>
                <a:schemeClr val="tx1"/>
              </a:solidFill>
            </a:rPr>
            <a:t>/Gamma/</a:t>
          </a:r>
          <a:r>
            <a:rPr lang="en-US" sz="500" kern="1200" dirty="0" err="1" smtClean="0">
              <a:solidFill>
                <a:schemeClr val="tx1"/>
              </a:solidFill>
            </a:rPr>
            <a:t>Dry_Moisture</a:t>
          </a:r>
          <a:r>
            <a:rPr lang="en-US" sz="500" kern="1200" dirty="0" smtClean="0">
              <a:solidFill>
                <a:schemeClr val="tx1"/>
              </a:solidFill>
            </a:rPr>
            <a:t>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3885273"/>
        <a:ext cx="619777" cy="309888"/>
      </dsp:txXfrm>
    </dsp:sp>
    <dsp:sp modelId="{00A12D06-BB6D-1D4A-92F1-3A62FD83A1B6}">
      <dsp:nvSpPr>
        <dsp:cNvPr id="0" name=""/>
        <dsp:cNvSpPr/>
      </dsp:nvSpPr>
      <dsp:spPr>
        <a:xfrm>
          <a:off x="3788533" y="4325314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Vegetation_permittivity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4325314"/>
        <a:ext cx="619777" cy="309888"/>
      </dsp:txXfrm>
    </dsp:sp>
    <dsp:sp modelId="{1D141183-8684-A943-AF93-1F4B4F28B26C}">
      <dsp:nvSpPr>
        <dsp:cNvPr id="0" name=""/>
        <dsp:cNvSpPr/>
      </dsp:nvSpPr>
      <dsp:spPr>
        <a:xfrm>
          <a:off x="3788533" y="4765356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RayCrownIntersection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4765356"/>
        <a:ext cx="619777" cy="309888"/>
      </dsp:txXfrm>
    </dsp:sp>
    <dsp:sp modelId="{62BFB1E9-8EC1-2A40-BF2A-D6D13C32D0FB}">
      <dsp:nvSpPr>
        <dsp:cNvPr id="0" name=""/>
        <dsp:cNvSpPr/>
      </dsp:nvSpPr>
      <dsp:spPr>
        <a:xfrm>
          <a:off x="3788533" y="5205398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Assign_Branch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5205398"/>
        <a:ext cx="619777" cy="309888"/>
      </dsp:txXfrm>
    </dsp:sp>
    <dsp:sp modelId="{3A4E2CB7-1BCC-C449-A55D-1ACB29090889}">
      <dsp:nvSpPr>
        <dsp:cNvPr id="0" name=""/>
        <dsp:cNvSpPr/>
      </dsp:nvSpPr>
      <dsp:spPr>
        <a:xfrm>
          <a:off x="3788533" y="5645440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Branch_{Crookedness/Centre/</a:t>
          </a:r>
          <a:r>
            <a:rPr lang="en-US" sz="500" kern="1200" dirty="0" err="1" smtClean="0">
              <a:solidFill>
                <a:schemeClr val="tx1"/>
              </a:solidFill>
            </a:rPr>
            <a:t>head_add</a:t>
          </a:r>
          <a:r>
            <a:rPr lang="en-US" sz="500" kern="1200" dirty="0" smtClean="0">
              <a:solidFill>
                <a:schemeClr val="tx1"/>
              </a:solidFill>
            </a:rPr>
            <a:t>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3788533" y="5645440"/>
        <a:ext cx="619777" cy="309888"/>
      </dsp:txXfrm>
    </dsp:sp>
    <dsp:sp modelId="{16FFB5F9-58BD-484A-86BD-2E009737FE3A}">
      <dsp:nvSpPr>
        <dsp:cNvPr id="0" name=""/>
        <dsp:cNvSpPr/>
      </dsp:nvSpPr>
      <dsp:spPr>
        <a:xfrm>
          <a:off x="4383519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Realise_DECIDUOUS001_Primaries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383519" y="1685063"/>
        <a:ext cx="619777" cy="309888"/>
      </dsp:txXfrm>
    </dsp:sp>
    <dsp:sp modelId="{36C13DFF-B003-5243-AF0E-C6BE5BE517AC}">
      <dsp:nvSpPr>
        <dsp:cNvPr id="0" name=""/>
        <dsp:cNvSpPr/>
      </dsp:nvSpPr>
      <dsp:spPr>
        <a:xfrm>
          <a:off x="4538463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Branch_{Centre/Radius}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38463" y="2125105"/>
        <a:ext cx="619777" cy="309888"/>
      </dsp:txXfrm>
    </dsp:sp>
    <dsp:sp modelId="{C1405608-5149-D84A-B862-8AEBBAFFC377}">
      <dsp:nvSpPr>
        <dsp:cNvPr id="0" name=""/>
        <dsp:cNvSpPr/>
      </dsp:nvSpPr>
      <dsp:spPr>
        <a:xfrm>
          <a:off x="4538463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Primary_Tropism</a:t>
          </a:r>
          <a:r>
            <a:rPr lang="en-US" sz="500" kern="1200" dirty="0" smtClean="0">
              <a:solidFill>
                <a:schemeClr val="tx1"/>
              </a:solidFill>
            </a:rPr>
            <a:t>_{Factor/Direction}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38463" y="2565147"/>
        <a:ext cx="619777" cy="309888"/>
      </dsp:txXfrm>
    </dsp:sp>
    <dsp:sp modelId="{209E60C0-935A-B246-B707-039A454AFD1D}">
      <dsp:nvSpPr>
        <dsp:cNvPr id="0" name=""/>
        <dsp:cNvSpPr/>
      </dsp:nvSpPr>
      <dsp:spPr>
        <a:xfrm>
          <a:off x="4538463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Primary_{</a:t>
          </a:r>
          <a:r>
            <a:rPr lang="en-US" sz="500" kern="1200" dirty="0" err="1" smtClean="0">
              <a:solidFill>
                <a:schemeClr val="tx1"/>
              </a:solidFill>
            </a:rPr>
            <a:t>Lambdacx</a:t>
          </a:r>
          <a:r>
            <a:rPr lang="en-US" sz="500" kern="1200" dirty="0" smtClean="0">
              <a:solidFill>
                <a:schemeClr val="tx1"/>
              </a:solidFill>
            </a:rPr>
            <a:t>/</a:t>
          </a:r>
          <a:r>
            <a:rPr lang="en-US" sz="500" kern="1200" dirty="0" err="1" smtClean="0">
              <a:solidFill>
                <a:schemeClr val="tx1"/>
              </a:solidFill>
            </a:rPr>
            <a:t>Lambdacy</a:t>
          </a:r>
          <a:r>
            <a:rPr lang="en-US" sz="500" kern="1200" dirty="0" smtClean="0">
              <a:solidFill>
                <a:schemeClr val="tx1"/>
              </a:solidFill>
            </a:rPr>
            <a:t>/Gamma/Moisture}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38463" y="3005189"/>
        <a:ext cx="619777" cy="309888"/>
      </dsp:txXfrm>
    </dsp:sp>
    <dsp:sp modelId="{45712052-02A8-7E4F-BF2F-E1CD8F3436CA}">
      <dsp:nvSpPr>
        <dsp:cNvPr id="0" name=""/>
        <dsp:cNvSpPr/>
      </dsp:nvSpPr>
      <dsp:spPr>
        <a:xfrm>
          <a:off x="4538463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Vegetation_permittivity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38463" y="3445231"/>
        <a:ext cx="619777" cy="309888"/>
      </dsp:txXfrm>
    </dsp:sp>
    <dsp:sp modelId="{5EB7112F-0C53-3F4F-AC1E-7B3B13EB3110}">
      <dsp:nvSpPr>
        <dsp:cNvPr id="0" name=""/>
        <dsp:cNvSpPr/>
      </dsp:nvSpPr>
      <dsp:spPr>
        <a:xfrm>
          <a:off x="4538463" y="388527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RayCrownIntersection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38463" y="3885273"/>
        <a:ext cx="619777" cy="309888"/>
      </dsp:txXfrm>
    </dsp:sp>
    <dsp:sp modelId="{72024B85-4965-6143-B7A7-D1F7D56DEDA7}">
      <dsp:nvSpPr>
        <dsp:cNvPr id="0" name=""/>
        <dsp:cNvSpPr/>
      </dsp:nvSpPr>
      <dsp:spPr>
        <a:xfrm>
          <a:off x="4538463" y="4325314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Create_{Branch/Ray/Spheroid}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38463" y="4325314"/>
        <a:ext cx="619777" cy="309888"/>
      </dsp:txXfrm>
    </dsp:sp>
    <dsp:sp modelId="{A7B5D694-53FA-F54B-8F53-6BBDD3431C53}">
      <dsp:nvSpPr>
        <dsp:cNvPr id="0" name=""/>
        <dsp:cNvSpPr/>
      </dsp:nvSpPr>
      <dsp:spPr>
        <a:xfrm>
          <a:off x="4543353" y="4799596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Assign_Branch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43353" y="4799596"/>
        <a:ext cx="619777" cy="309888"/>
      </dsp:txXfrm>
    </dsp:sp>
    <dsp:sp modelId="{A1FDBB5B-E57D-E342-94A9-7A7E6317C5C0}">
      <dsp:nvSpPr>
        <dsp:cNvPr id="0" name=""/>
        <dsp:cNvSpPr/>
      </dsp:nvSpPr>
      <dsp:spPr>
        <a:xfrm>
          <a:off x="4538463" y="5205398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Branch_{Crookedness/Centre/</a:t>
          </a:r>
          <a:r>
            <a:rPr lang="en-US" sz="500" kern="1200" err="1" smtClean="0">
              <a:solidFill>
                <a:schemeClr val="tx1"/>
              </a:solidFill>
            </a:rPr>
            <a:t>head_add</a:t>
          </a:r>
          <a:r>
            <a:rPr lang="en-US" sz="500" kern="1200" smtClean="0">
              <a:solidFill>
                <a:schemeClr val="tx1"/>
              </a:solidFill>
            </a:rPr>
            <a:t>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4538463" y="5205398"/>
        <a:ext cx="619777" cy="309888"/>
      </dsp:txXfrm>
    </dsp:sp>
    <dsp:sp modelId="{01EE696D-CD1D-2B46-8B8B-37A5C890108E}">
      <dsp:nvSpPr>
        <dsp:cNvPr id="0" name=""/>
        <dsp:cNvSpPr/>
      </dsp:nvSpPr>
      <dsp:spPr>
        <a:xfrm>
          <a:off x="5234501" y="1245021"/>
          <a:ext cx="1167604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>
              <a:solidFill>
                <a:schemeClr val="tx1"/>
              </a:solidFill>
            </a:rPr>
            <a:t>Realise_Secondaries</a:t>
          </a:r>
          <a:r>
            <a:rPr lang="en-US" sz="900" kern="1200" dirty="0" smtClean="0">
              <a:solidFill>
                <a:schemeClr val="tx1"/>
              </a:solidFill>
            </a:rPr>
            <a:t> 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solidFill>
                <a:schemeClr val="tx1"/>
              </a:solidFill>
            </a:rPr>
            <a:t>(for each primary)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5234501" y="1245021"/>
        <a:ext cx="1167604" cy="309888"/>
      </dsp:txXfrm>
    </dsp:sp>
    <dsp:sp modelId="{8442B38C-3951-A64E-9389-B97DE0C53AF0}">
      <dsp:nvSpPr>
        <dsp:cNvPr id="0" name=""/>
        <dsp:cNvSpPr/>
      </dsp:nvSpPr>
      <dsp:spPr>
        <a:xfrm>
          <a:off x="5133450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Realise_PINE001_Secondaries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133450" y="1685063"/>
        <a:ext cx="619777" cy="309888"/>
      </dsp:txXfrm>
    </dsp:sp>
    <dsp:sp modelId="{7394BCC1-A963-EF4C-88F4-8B62A6EC95B4}">
      <dsp:nvSpPr>
        <dsp:cNvPr id="0" name=""/>
        <dsp:cNvSpPr/>
      </dsp:nvSpPr>
      <dsp:spPr>
        <a:xfrm>
          <a:off x="5277957" y="213032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Create_Crown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77957" y="2130323"/>
        <a:ext cx="619777" cy="309888"/>
      </dsp:txXfrm>
    </dsp:sp>
    <dsp:sp modelId="{D007AF3F-F58C-324E-A3AC-695EABA9D0BD}">
      <dsp:nvSpPr>
        <dsp:cNvPr id="0" name=""/>
        <dsp:cNvSpPr/>
      </dsp:nvSpPr>
      <dsp:spPr>
        <a:xfrm>
          <a:off x="5288394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Branch_Centre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88394" y="2565147"/>
        <a:ext cx="619777" cy="309888"/>
      </dsp:txXfrm>
    </dsp:sp>
    <dsp:sp modelId="{B637779C-9779-0747-A561-1FAF7732124F}">
      <dsp:nvSpPr>
        <dsp:cNvPr id="0" name=""/>
        <dsp:cNvSpPr/>
      </dsp:nvSpPr>
      <dsp:spPr>
        <a:xfrm>
          <a:off x="5288394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Number_of_Secondaries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88394" y="3005189"/>
        <a:ext cx="619777" cy="309888"/>
      </dsp:txXfrm>
    </dsp:sp>
    <dsp:sp modelId="{F4A03DCE-72FD-4A46-AA59-55CF02423048}">
      <dsp:nvSpPr>
        <dsp:cNvPr id="0" name=""/>
        <dsp:cNvSpPr/>
      </dsp:nvSpPr>
      <dsp:spPr>
        <a:xfrm>
          <a:off x="5288394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Pine_Secondary_Length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88394" y="3445231"/>
        <a:ext cx="619777" cy="309888"/>
      </dsp:txXfrm>
    </dsp:sp>
    <dsp:sp modelId="{C80926D8-6806-A14C-9221-2BC9D4AB5B06}">
      <dsp:nvSpPr>
        <dsp:cNvPr id="0" name=""/>
        <dsp:cNvSpPr/>
      </dsp:nvSpPr>
      <dsp:spPr>
        <a:xfrm>
          <a:off x="5288394" y="388527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Secondary_{Tropism_{Factor/Direction}/</a:t>
          </a:r>
          <a:r>
            <a:rPr lang="en-US" sz="500" kern="1200" dirty="0" err="1" smtClean="0">
              <a:solidFill>
                <a:schemeClr val="tx1"/>
              </a:solidFill>
            </a:rPr>
            <a:t>Lamdacx</a:t>
          </a:r>
          <a:r>
            <a:rPr lang="en-US" sz="500" kern="1200" dirty="0" smtClean="0">
              <a:solidFill>
                <a:schemeClr val="tx1"/>
              </a:solidFill>
            </a:rPr>
            <a:t>/</a:t>
          </a:r>
          <a:r>
            <a:rPr lang="en-US" sz="500" kern="1200" dirty="0" err="1" smtClean="0">
              <a:solidFill>
                <a:schemeClr val="tx1"/>
              </a:solidFill>
            </a:rPr>
            <a:t>Lamdacy</a:t>
          </a:r>
          <a:r>
            <a:rPr lang="en-US" sz="500" kern="1200" dirty="0" smtClean="0">
              <a:solidFill>
                <a:schemeClr val="tx1"/>
              </a:solidFill>
            </a:rPr>
            <a:t>/Gamma}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88394" y="3885273"/>
        <a:ext cx="619777" cy="309888"/>
      </dsp:txXfrm>
    </dsp:sp>
    <dsp:sp modelId="{9C087BC2-3934-4443-A094-26C728E168BC}">
      <dsp:nvSpPr>
        <dsp:cNvPr id="0" name=""/>
        <dsp:cNvSpPr/>
      </dsp:nvSpPr>
      <dsp:spPr>
        <a:xfrm>
          <a:off x="5288394" y="4325314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RayCrownIntersection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88394" y="4325314"/>
        <a:ext cx="619777" cy="309888"/>
      </dsp:txXfrm>
    </dsp:sp>
    <dsp:sp modelId="{013C1000-31CB-BB4F-9624-ADB5D0A7A197}">
      <dsp:nvSpPr>
        <dsp:cNvPr id="0" name=""/>
        <dsp:cNvSpPr/>
      </dsp:nvSpPr>
      <dsp:spPr>
        <a:xfrm>
          <a:off x="5288394" y="4765356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Assign_Branch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88394" y="4765356"/>
        <a:ext cx="619777" cy="309888"/>
      </dsp:txXfrm>
    </dsp:sp>
    <dsp:sp modelId="{A37E522B-B277-164A-873E-BDE45A9962F3}">
      <dsp:nvSpPr>
        <dsp:cNvPr id="0" name=""/>
        <dsp:cNvSpPr/>
      </dsp:nvSpPr>
      <dsp:spPr>
        <a:xfrm>
          <a:off x="5288394" y="5205398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Branch_{Crookedness/Centre/</a:t>
          </a:r>
          <a:r>
            <a:rPr lang="en-US" sz="500" kern="1200" dirty="0" err="1" smtClean="0">
              <a:solidFill>
                <a:schemeClr val="tx1"/>
              </a:solidFill>
            </a:rPr>
            <a:t>head_add</a:t>
          </a:r>
          <a:r>
            <a:rPr lang="en-US" sz="500" kern="1200" dirty="0" smtClean="0">
              <a:solidFill>
                <a:schemeClr val="tx1"/>
              </a:solidFill>
            </a:rPr>
            <a:t>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288394" y="5205398"/>
        <a:ext cx="619777" cy="309888"/>
      </dsp:txXfrm>
    </dsp:sp>
    <dsp:sp modelId="{2DEE6068-4E8B-1A46-8351-86D6178B3F6D}">
      <dsp:nvSpPr>
        <dsp:cNvPr id="0" name=""/>
        <dsp:cNvSpPr/>
      </dsp:nvSpPr>
      <dsp:spPr>
        <a:xfrm>
          <a:off x="5883380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Realise_DECIDUOUS001_Secondaries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5883380" y="1685063"/>
        <a:ext cx="619777" cy="309888"/>
      </dsp:txXfrm>
    </dsp:sp>
    <dsp:sp modelId="{EB97B4D9-34D6-A146-883C-75767430C37F}">
      <dsp:nvSpPr>
        <dsp:cNvPr id="0" name=""/>
        <dsp:cNvSpPr/>
      </dsp:nvSpPr>
      <dsp:spPr>
        <a:xfrm>
          <a:off x="6005755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Create_{Branch/Ray/Spheroid}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05755" y="2125105"/>
        <a:ext cx="619777" cy="309888"/>
      </dsp:txXfrm>
    </dsp:sp>
    <dsp:sp modelId="{C672EF5D-032B-7C41-9052-13BFC67AF45D}">
      <dsp:nvSpPr>
        <dsp:cNvPr id="0" name=""/>
        <dsp:cNvSpPr/>
      </dsp:nvSpPr>
      <dsp:spPr>
        <a:xfrm>
          <a:off x="6005755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Assign_Spheroid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05755" y="2565147"/>
        <a:ext cx="619777" cy="309888"/>
      </dsp:txXfrm>
    </dsp:sp>
    <dsp:sp modelId="{0729F603-F729-F140-A2E4-6B3DA3FFC8A9}">
      <dsp:nvSpPr>
        <dsp:cNvPr id="0" name=""/>
        <dsp:cNvSpPr/>
      </dsp:nvSpPr>
      <dsp:spPr>
        <a:xfrm>
          <a:off x="6005755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Secondary_{Tropism_{Factor/Direction}/</a:t>
          </a:r>
          <a:r>
            <a:rPr lang="en-US" sz="500" kern="1200" dirty="0" err="1" smtClean="0">
              <a:solidFill>
                <a:schemeClr val="tx1"/>
              </a:solidFill>
            </a:rPr>
            <a:t>Lamdacx</a:t>
          </a:r>
          <a:r>
            <a:rPr lang="en-US" sz="500" kern="1200" dirty="0" smtClean="0">
              <a:solidFill>
                <a:schemeClr val="tx1"/>
              </a:solidFill>
            </a:rPr>
            <a:t>/</a:t>
          </a:r>
          <a:r>
            <a:rPr lang="en-US" sz="500" kern="1200" dirty="0" err="1" smtClean="0">
              <a:solidFill>
                <a:schemeClr val="tx1"/>
              </a:solidFill>
            </a:rPr>
            <a:t>Lamdacy</a:t>
          </a:r>
          <a:r>
            <a:rPr lang="en-US" sz="500" kern="1200" dirty="0" smtClean="0">
              <a:solidFill>
                <a:schemeClr val="tx1"/>
              </a:solidFill>
            </a:rPr>
            <a:t>/Gamma}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05755" y="3005189"/>
        <a:ext cx="619777" cy="309888"/>
      </dsp:txXfrm>
    </dsp:sp>
    <dsp:sp modelId="{F6A2ABFC-1FB4-324E-B694-A804B8A2A930}">
      <dsp:nvSpPr>
        <dsp:cNvPr id="0" name=""/>
        <dsp:cNvSpPr/>
      </dsp:nvSpPr>
      <dsp:spPr>
        <a:xfrm>
          <a:off x="6005755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RaySpheroidIntersection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005755" y="3445231"/>
        <a:ext cx="619777" cy="309888"/>
      </dsp:txXfrm>
    </dsp:sp>
    <dsp:sp modelId="{0C318376-1DAF-6642-909F-C15B385635D6}">
      <dsp:nvSpPr>
        <dsp:cNvPr id="0" name=""/>
        <dsp:cNvSpPr/>
      </dsp:nvSpPr>
      <dsp:spPr>
        <a:xfrm>
          <a:off x="6005755" y="388527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Assign_Branch</a:t>
          </a:r>
          <a:endParaRPr lang="en-US" sz="500" kern="1200" dirty="0" smtClean="0">
            <a:solidFill>
              <a:schemeClr val="tx1"/>
            </a:solidFill>
          </a:endParaRPr>
        </a:p>
      </dsp:txBody>
      <dsp:txXfrm>
        <a:off x="6005755" y="3885273"/>
        <a:ext cx="619777" cy="309888"/>
      </dsp:txXfrm>
    </dsp:sp>
    <dsp:sp modelId="{332D8257-5FDE-934C-B906-1CF12F1B857C}">
      <dsp:nvSpPr>
        <dsp:cNvPr id="0" name=""/>
        <dsp:cNvSpPr/>
      </dsp:nvSpPr>
      <dsp:spPr>
        <a:xfrm>
          <a:off x="6005755" y="4325314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Branch_{Crookedness/Centre/</a:t>
          </a:r>
          <a:r>
            <a:rPr lang="en-US" sz="500" kern="1200" dirty="0" err="1" smtClean="0">
              <a:solidFill>
                <a:schemeClr val="tx1"/>
              </a:solidFill>
            </a:rPr>
            <a:t>head_add</a:t>
          </a:r>
          <a:r>
            <a:rPr lang="en-US" sz="500" kern="1200" dirty="0" smtClean="0">
              <a:solidFill>
                <a:schemeClr val="tx1"/>
              </a:solidFill>
            </a:rPr>
            <a:t>}</a:t>
          </a:r>
        </a:p>
      </dsp:txBody>
      <dsp:txXfrm>
        <a:off x="6005755" y="4325314"/>
        <a:ext cx="619777" cy="309888"/>
      </dsp:txXfrm>
    </dsp:sp>
    <dsp:sp modelId="{95E3F37F-F196-7243-8E3A-02627CBE2450}">
      <dsp:nvSpPr>
        <dsp:cNvPr id="0" name=""/>
        <dsp:cNvSpPr/>
      </dsp:nvSpPr>
      <dsp:spPr>
        <a:xfrm>
          <a:off x="6545742" y="1245021"/>
          <a:ext cx="970050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>
              <a:solidFill>
                <a:schemeClr val="tx1"/>
              </a:solidFill>
            </a:rPr>
            <a:t>Realise_Tertiaries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6545742" y="1245021"/>
        <a:ext cx="970050" cy="309888"/>
      </dsp:txXfrm>
    </dsp:sp>
    <dsp:sp modelId="{D1D3EECE-C6A3-004C-85CC-927C5E8E4908}">
      <dsp:nvSpPr>
        <dsp:cNvPr id="0" name=""/>
        <dsp:cNvSpPr/>
      </dsp:nvSpPr>
      <dsp:spPr>
        <a:xfrm>
          <a:off x="6788255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Create_Branch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788255" y="1685063"/>
        <a:ext cx="619777" cy="309888"/>
      </dsp:txXfrm>
    </dsp:sp>
    <dsp:sp modelId="{4F24FA77-2665-794C-B66C-256BD29725DF}">
      <dsp:nvSpPr>
        <dsp:cNvPr id="0" name=""/>
        <dsp:cNvSpPr/>
      </dsp:nvSpPr>
      <dsp:spPr>
        <a:xfrm>
          <a:off x="6788255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Random_Crown_Location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788255" y="2125105"/>
        <a:ext cx="619777" cy="309888"/>
      </dsp:txXfrm>
    </dsp:sp>
    <dsp:sp modelId="{05F13E72-E867-5C44-9E4A-EE3917E35557}">
      <dsp:nvSpPr>
        <dsp:cNvPr id="0" name=""/>
        <dsp:cNvSpPr/>
      </dsp:nvSpPr>
      <dsp:spPr>
        <a:xfrm>
          <a:off x="6788255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Tertiary_Branch_Moisture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788255" y="2565147"/>
        <a:ext cx="619777" cy="309888"/>
      </dsp:txXfrm>
    </dsp:sp>
    <dsp:sp modelId="{72BDD278-8EBE-7C42-9AE3-7E1DCFB51F9E}">
      <dsp:nvSpPr>
        <dsp:cNvPr id="0" name=""/>
        <dsp:cNvSpPr/>
      </dsp:nvSpPr>
      <dsp:spPr>
        <a:xfrm>
          <a:off x="6788255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Assign_Branch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788255" y="3005189"/>
        <a:ext cx="619777" cy="309888"/>
      </dsp:txXfrm>
    </dsp:sp>
    <dsp:sp modelId="{DEBFB913-7821-F34C-9625-AADD4FD36723}">
      <dsp:nvSpPr>
        <dsp:cNvPr id="0" name=""/>
        <dsp:cNvSpPr/>
      </dsp:nvSpPr>
      <dsp:spPr>
        <a:xfrm>
          <a:off x="6788255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Branch_{Crookedness/Centre/</a:t>
          </a:r>
          <a:r>
            <a:rPr lang="en-US" sz="500" kern="1200" dirty="0" err="1" smtClean="0">
              <a:solidFill>
                <a:schemeClr val="tx1"/>
              </a:solidFill>
            </a:rPr>
            <a:t>head_add</a:t>
          </a:r>
          <a:r>
            <a:rPr lang="en-US" sz="500" kern="1200" dirty="0" smtClean="0">
              <a:solidFill>
                <a:schemeClr val="tx1"/>
              </a:solidFill>
            </a:rPr>
            <a:t>}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6788255" y="3445231"/>
        <a:ext cx="619777" cy="309888"/>
      </dsp:txXfrm>
    </dsp:sp>
    <dsp:sp modelId="{196B67B6-E542-FC40-8D93-5AABEA422ADB}">
      <dsp:nvSpPr>
        <dsp:cNvPr id="0" name=""/>
        <dsp:cNvSpPr/>
      </dsp:nvSpPr>
      <dsp:spPr>
        <a:xfrm>
          <a:off x="7645946" y="1245021"/>
          <a:ext cx="831115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>
              <a:solidFill>
                <a:schemeClr val="tx1"/>
              </a:solidFill>
            </a:rPr>
            <a:t>Realise_Foliage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7645946" y="1245021"/>
        <a:ext cx="831115" cy="309888"/>
      </dsp:txXfrm>
    </dsp:sp>
    <dsp:sp modelId="{26DA4673-9460-244A-A4F4-04D7D775FC34}">
      <dsp:nvSpPr>
        <dsp:cNvPr id="0" name=""/>
        <dsp:cNvSpPr/>
      </dsp:nvSpPr>
      <dsp:spPr>
        <a:xfrm>
          <a:off x="7853725" y="168506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{Create/Assign}_Leaf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7853725" y="1685063"/>
        <a:ext cx="619777" cy="309888"/>
      </dsp:txXfrm>
    </dsp:sp>
    <dsp:sp modelId="{70289B6C-E73B-4747-A682-68802C498960}">
      <dsp:nvSpPr>
        <dsp:cNvPr id="0" name=""/>
        <dsp:cNvSpPr/>
      </dsp:nvSpPr>
      <dsp:spPr>
        <a:xfrm>
          <a:off x="7853725" y="2125105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Random_Crown_Location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7853725" y="2125105"/>
        <a:ext cx="619777" cy="309888"/>
      </dsp:txXfrm>
    </dsp:sp>
    <dsp:sp modelId="{988999AC-1577-7645-A540-5003B6C7E2E4}">
      <dsp:nvSpPr>
        <dsp:cNvPr id="0" name=""/>
        <dsp:cNvSpPr/>
      </dsp:nvSpPr>
      <dsp:spPr>
        <a:xfrm>
          <a:off x="7853725" y="2565147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Leaf_Moisture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7853725" y="2565147"/>
        <a:ext cx="619777" cy="309888"/>
      </dsp:txXfrm>
    </dsp:sp>
    <dsp:sp modelId="{E3581FAA-4786-EC40-A556-AB32C161EE74}">
      <dsp:nvSpPr>
        <dsp:cNvPr id="0" name=""/>
        <dsp:cNvSpPr/>
      </dsp:nvSpPr>
      <dsp:spPr>
        <a:xfrm>
          <a:off x="7853725" y="3005189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tx1"/>
              </a:solidFill>
            </a:rPr>
            <a:t>Vegetation_permittivity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7853725" y="3005189"/>
        <a:ext cx="619777" cy="309888"/>
      </dsp:txXfrm>
    </dsp:sp>
    <dsp:sp modelId="{7386A543-ED7D-3B46-9BBD-7213135DBA32}">
      <dsp:nvSpPr>
        <dsp:cNvPr id="0" name=""/>
        <dsp:cNvSpPr/>
      </dsp:nvSpPr>
      <dsp:spPr>
        <a:xfrm>
          <a:off x="7853725" y="3445231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Assign_Leaf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7853725" y="3445231"/>
        <a:ext cx="619777" cy="309888"/>
      </dsp:txXfrm>
    </dsp:sp>
    <dsp:sp modelId="{2C69A4F5-3D75-074F-B179-8926CF1F93E3}">
      <dsp:nvSpPr>
        <dsp:cNvPr id="0" name=""/>
        <dsp:cNvSpPr/>
      </dsp:nvSpPr>
      <dsp:spPr>
        <a:xfrm>
          <a:off x="7853725" y="3885273"/>
          <a:ext cx="619777" cy="309888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 smtClean="0">
              <a:solidFill>
                <a:schemeClr val="tx1"/>
              </a:solidFill>
            </a:rPr>
            <a:t>Leaf_head_add</a:t>
          </a:r>
          <a:endParaRPr lang="en-US" sz="500" kern="1200" dirty="0">
            <a:solidFill>
              <a:schemeClr val="tx1"/>
            </a:solidFill>
          </a:endParaRPr>
        </a:p>
      </dsp:txBody>
      <dsp:txXfrm>
        <a:off x="7853725" y="3885273"/>
        <a:ext cx="619777" cy="309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6574E-3E02-2E4E-AB00-1326BDE009BF}" type="datetimeFigureOut">
              <a:rPr lang="en-US" smtClean="0"/>
              <a:t>10/10/12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C8D06-9777-BD4D-A762-84A455A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36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A608F-14AB-9641-82F3-60176A58624B}" type="datetimeFigureOut">
              <a:rPr lang="en-US" smtClean="0"/>
              <a:t>10/5/12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2F8C5-19DB-8242-99DE-F0C4E3FF2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9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F2F8C5-19DB-8242-99DE-F0C4E3FF29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20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F2F8C5-19DB-8242-99DE-F0C4E3FF29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4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F2F8C5-19DB-8242-99DE-F0C4E3FF29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16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4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5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6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6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7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0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1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7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4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6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BBE1A-8AAC-2F4D-A219-6C86A1392EB9}" type="datetimeFigureOut">
              <a:rPr lang="en-US" smtClean="0"/>
              <a:t>10/5/12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D234F-D14D-5D4F-B36F-A86CDD8A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5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microsoft.com/office/2007/relationships/diagramDrawing" Target="../diagrams/drawing7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Relationship Id="rId6" Type="http://schemas.microsoft.com/office/2007/relationships/diagramDrawing" Target="../diagrams/drawing8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8.xml"/></Relationships>
</file>

<file path=ppt/slides/_rels/slide1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emf"/><Relationship Id="rId12" Type="http://schemas.openxmlformats.org/officeDocument/2006/relationships/image" Target="../media/image12.emf"/><Relationship Id="rId13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image" Target="../media/image7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4" Type="http://schemas.openxmlformats.org/officeDocument/2006/relationships/diagramLayout" Target="../diagrams/layout9.xml"/><Relationship Id="rId5" Type="http://schemas.openxmlformats.org/officeDocument/2006/relationships/diagramQuickStyle" Target="../diagrams/quickStyle9.xml"/><Relationship Id="rId6" Type="http://schemas.openxmlformats.org/officeDocument/2006/relationships/diagramColors" Target="../diagrams/colors9.xml"/><Relationship Id="rId7" Type="http://schemas.microsoft.com/office/2007/relationships/diagramDrawing" Target="../diagrams/drawing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PolSARproSim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Code walkthrough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4080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20650" y="768350"/>
            <a:ext cx="8905816" cy="60261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892300" y="1009650"/>
            <a:ext cx="6991628" cy="56401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142004" y="1327405"/>
            <a:ext cx="4352614" cy="44544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246511" y="2086835"/>
            <a:ext cx="1992822" cy="30775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499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Basic Structure</a:t>
            </a:r>
            <a:endParaRPr lang="en-US" sz="2400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452119"/>
              </p:ext>
            </p:extLst>
          </p:nvPr>
        </p:nvGraphicFramePr>
        <p:xfrm>
          <a:off x="179953" y="962489"/>
          <a:ext cx="8846513" cy="5308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2" name="Straight Connector 31"/>
          <p:cNvCxnSpPr/>
          <p:nvPr/>
        </p:nvCxnSpPr>
        <p:spPr>
          <a:xfrm flipV="1">
            <a:off x="3899483" y="1869856"/>
            <a:ext cx="0" cy="2871792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899483" y="1869855"/>
            <a:ext cx="631831" cy="0"/>
          </a:xfrm>
          <a:prstGeom prst="straightConnector1">
            <a:avLst/>
          </a:prstGeom>
          <a:ln w="12700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299562" y="4741648"/>
            <a:ext cx="599921" cy="1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440376" y="1467804"/>
            <a:ext cx="1174313" cy="4314073"/>
            <a:chOff x="702034" y="1991108"/>
            <a:chExt cx="1174313" cy="4314073"/>
          </a:xfrm>
        </p:grpSpPr>
        <p:cxnSp>
          <p:nvCxnSpPr>
            <p:cNvPr id="46" name="Straight Connector 45"/>
            <p:cNvCxnSpPr/>
            <p:nvPr/>
          </p:nvCxnSpPr>
          <p:spPr>
            <a:xfrm flipH="1">
              <a:off x="708417" y="5852075"/>
              <a:ext cx="1" cy="453105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702034" y="6305180"/>
              <a:ext cx="1174313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1869965" y="1991108"/>
              <a:ext cx="0" cy="43140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Connector 53"/>
          <p:cNvCxnSpPr/>
          <p:nvPr/>
        </p:nvCxnSpPr>
        <p:spPr>
          <a:xfrm>
            <a:off x="1608307" y="1467804"/>
            <a:ext cx="433980" cy="0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698473" y="2551940"/>
            <a:ext cx="715570" cy="0"/>
          </a:xfrm>
          <a:prstGeom prst="straightConnector1">
            <a:avLst/>
          </a:prstGeom>
          <a:ln w="12700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142004" y="6055048"/>
            <a:ext cx="4352614" cy="215444"/>
          </a:xfrm>
          <a:prstGeom prst="rect">
            <a:avLst/>
          </a:prstGeom>
          <a:solidFill>
            <a:schemeClr val="accent4">
              <a:lumMod val="20000"/>
              <a:lumOff val="80000"/>
              <a:alpha val="90000"/>
            </a:schemeClr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Monte Carlo Simulations</a:t>
            </a:r>
            <a:endParaRPr lang="en-US" sz="800" dirty="0"/>
          </a:p>
        </p:txBody>
      </p:sp>
      <p:sp>
        <p:nvSpPr>
          <p:cNvPr id="3" name="TextBox 2"/>
          <p:cNvSpPr txBox="1"/>
          <p:nvPr/>
        </p:nvSpPr>
        <p:spPr>
          <a:xfrm>
            <a:off x="133350" y="6418818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950" y="6270492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N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29304" y="5429250"/>
            <a:ext cx="7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/>
                </a:solidFill>
              </a:rPr>
              <a:t>N x M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21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One </a:t>
            </a:r>
            <a:r>
              <a:rPr lang="en-US" dirty="0" smtClean="0">
                <a:solidFill>
                  <a:srgbClr val="FF0000"/>
                </a:solidFill>
              </a:rPr>
              <a:t>Master Record </a:t>
            </a:r>
            <a:r>
              <a:rPr lang="en-US" dirty="0" smtClean="0"/>
              <a:t>with</a:t>
            </a:r>
          </a:p>
          <a:p>
            <a:pPr lvl="1"/>
            <a:r>
              <a:rPr lang="en-US" dirty="0" smtClean="0"/>
              <a:t>Various scalar parameters, filenames, file handles etc.</a:t>
            </a:r>
          </a:p>
          <a:p>
            <a:pPr lvl="1"/>
            <a:r>
              <a:rPr lang="en-US" dirty="0" smtClean="0"/>
              <a:t>Pointers to HH, HV and VV images</a:t>
            </a:r>
          </a:p>
          <a:p>
            <a:pPr lvl="1"/>
            <a:r>
              <a:rPr lang="en-US" dirty="0" smtClean="0"/>
              <a:t>Pointers to attenuation map, DEM</a:t>
            </a:r>
          </a:p>
          <a:p>
            <a:pPr lvl="1"/>
            <a:r>
              <a:rPr lang="en-US" dirty="0" smtClean="0"/>
              <a:t>A Record </a:t>
            </a:r>
            <a:r>
              <a:rPr lang="en-US" dirty="0"/>
              <a:t>(structure) </a:t>
            </a:r>
            <a:r>
              <a:rPr lang="en-US" dirty="0" smtClean="0"/>
              <a:t>of Tree parameters such as location, height, </a:t>
            </a:r>
            <a:r>
              <a:rPr lang="en-US" dirty="0" err="1" smtClean="0"/>
              <a:t>dbh</a:t>
            </a:r>
            <a:r>
              <a:rPr lang="en-US" dirty="0" smtClean="0"/>
              <a:t>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Record (structure) of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Allometric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parameters</a:t>
            </a:r>
          </a:p>
          <a:p>
            <a:endParaRPr lang="en-US" dirty="0" smtClean="0"/>
          </a:p>
          <a:p>
            <a:r>
              <a:rPr lang="en-US" dirty="0" smtClean="0"/>
              <a:t>A structure for each tree with</a:t>
            </a:r>
          </a:p>
          <a:p>
            <a:pPr lvl="1"/>
            <a:r>
              <a:rPr lang="en-US" dirty="0" smtClean="0"/>
              <a:t>Scalar parameters (height, </a:t>
            </a:r>
            <a:r>
              <a:rPr lang="en-US" dirty="0" err="1" smtClean="0"/>
              <a:t>dbh</a:t>
            </a:r>
            <a:r>
              <a:rPr lang="en-US" dirty="0" smtClean="0"/>
              <a:t>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Link lists for</a:t>
            </a:r>
          </a:p>
          <a:p>
            <a:pPr lvl="2"/>
            <a:r>
              <a:rPr lang="en-US" dirty="0" smtClean="0"/>
              <a:t>Crowns (of type crown)</a:t>
            </a:r>
          </a:p>
          <a:p>
            <a:pPr lvl="2"/>
            <a:r>
              <a:rPr lang="en-US" dirty="0" smtClean="0"/>
              <a:t>Stems (of type branch)</a:t>
            </a:r>
          </a:p>
          <a:p>
            <a:pPr lvl="2"/>
            <a:r>
              <a:rPr lang="en-US" dirty="0" smtClean="0"/>
              <a:t>Primary branches (of type branch)</a:t>
            </a:r>
          </a:p>
          <a:p>
            <a:pPr lvl="2"/>
            <a:r>
              <a:rPr lang="en-US" dirty="0" smtClean="0"/>
              <a:t>Dry primary branches (of type branch)</a:t>
            </a:r>
          </a:p>
          <a:p>
            <a:pPr lvl="2"/>
            <a:r>
              <a:rPr lang="en-US" dirty="0" smtClean="0"/>
              <a:t>Secondary branches (of type branch)</a:t>
            </a:r>
          </a:p>
          <a:p>
            <a:pPr lvl="2"/>
            <a:r>
              <a:rPr lang="en-US" dirty="0" smtClean="0"/>
              <a:t>Tertiary branches (of type branch)</a:t>
            </a:r>
          </a:p>
          <a:p>
            <a:pPr lvl="2"/>
            <a:r>
              <a:rPr lang="en-US" dirty="0" smtClean="0"/>
              <a:t>Foliage (of type leaves)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81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err="1" smtClean="0"/>
              <a:t>Effective_Permittivities</a:t>
            </a:r>
            <a:r>
              <a:rPr lang="en-US" sz="2400" dirty="0" smtClean="0"/>
              <a:t>(&amp;</a:t>
            </a:r>
            <a:r>
              <a:rPr lang="en-US" sz="2400" dirty="0" err="1" smtClean="0"/>
              <a:t>Master_Record</a:t>
            </a:r>
            <a:r>
              <a:rPr lang="en-US" sz="2400" dirty="0" smtClean="0"/>
              <a:t>);</a:t>
            </a:r>
            <a:br>
              <a:rPr lang="en-US" sz="2400" dirty="0" smtClean="0"/>
            </a:br>
            <a:r>
              <a:rPr lang="en-US" sz="2400" dirty="0"/>
              <a:t> </a:t>
            </a:r>
            <a:r>
              <a:rPr lang="en-US" sz="1600" dirty="0" smtClean="0"/>
              <a:t>in </a:t>
            </a:r>
            <a:r>
              <a:rPr lang="en-US" sz="1600" dirty="0" err="1" smtClean="0"/>
              <a:t>PolSARproSim_Procedures.c</a:t>
            </a:r>
            <a:endParaRPr lang="en-US" sz="1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8945864"/>
              </p:ext>
            </p:extLst>
          </p:nvPr>
        </p:nvGraphicFramePr>
        <p:xfrm>
          <a:off x="6435325" y="926204"/>
          <a:ext cx="2660923" cy="4986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1769" y="1451300"/>
            <a:ext cx="5658052" cy="4801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Computes </a:t>
            </a:r>
            <a:r>
              <a:rPr lang="en-US" dirty="0" smtClean="0"/>
              <a:t>the </a:t>
            </a:r>
            <a:r>
              <a:rPr lang="en-US" dirty="0" smtClean="0"/>
              <a:t>effective wave vectors</a:t>
            </a:r>
            <a:r>
              <a:rPr lang="en-US" dirty="0" smtClean="0"/>
              <a:t> that are later used to </a:t>
            </a:r>
            <a:r>
              <a:rPr lang="en-US" dirty="0" smtClean="0"/>
              <a:t>calculate attenuation from a tree crown.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Loops </a:t>
            </a:r>
            <a:r>
              <a:rPr lang="en-US" dirty="0" smtClean="0"/>
              <a:t>through each tree and its respective stem, primary, secondary, tertiary branches and leaves </a:t>
            </a:r>
            <a:r>
              <a:rPr lang="en-US" dirty="0" smtClean="0"/>
              <a:t>and sums the </a:t>
            </a:r>
            <a:r>
              <a:rPr lang="en-US" dirty="0" err="1" smtClean="0"/>
              <a:t>polarizability</a:t>
            </a:r>
            <a:r>
              <a:rPr lang="en-US" dirty="0" smtClean="0"/>
              <a:t> tensor ‘Alpha’ for each.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The </a:t>
            </a:r>
            <a:r>
              <a:rPr lang="en-US" dirty="0"/>
              <a:t>e</a:t>
            </a:r>
            <a:r>
              <a:rPr lang="en-US" dirty="0" smtClean="0"/>
              <a:t>ffective permittivity tensor of each component is estimated by normalizing the cumulative </a:t>
            </a:r>
            <a:r>
              <a:rPr lang="en-US" dirty="0" err="1" smtClean="0"/>
              <a:t>polarizability</a:t>
            </a:r>
            <a:r>
              <a:rPr lang="en-US" dirty="0" smtClean="0"/>
              <a:t> tensor by the total crown volume. </a:t>
            </a:r>
            <a:r>
              <a:rPr lang="en-US" dirty="0" smtClean="0"/>
              <a:t>Effective permittivity of each component is then added up to estimate the effective permittivity of material inside the crown.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The effective wave vectors are then estimated using effective </a:t>
            </a:r>
            <a:r>
              <a:rPr lang="en-US" dirty="0" err="1" smtClean="0"/>
              <a:t>permittivities</a:t>
            </a:r>
            <a:r>
              <a:rPr lang="en-US" dirty="0" smtClean="0"/>
              <a:t>.  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Similar process for short vegetation.</a:t>
            </a:r>
          </a:p>
        </p:txBody>
      </p:sp>
    </p:spTree>
    <p:extLst>
      <p:ext uri="{BB962C8B-B14F-4D97-AF65-F5344CB8AC3E}">
        <p14:creationId xmlns:p14="http://schemas.microsoft.com/office/powerpoint/2010/main" val="2498459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err="1" smtClean="0"/>
              <a:t>Attenuation_Map</a:t>
            </a:r>
            <a:r>
              <a:rPr lang="en-US" sz="2400" dirty="0" smtClean="0"/>
              <a:t> (&amp;</a:t>
            </a:r>
            <a:r>
              <a:rPr lang="en-US" sz="2400" dirty="0" err="1" smtClean="0"/>
              <a:t>Master_Record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r>
              <a:rPr lang="en-US" sz="1600" dirty="0"/>
              <a:t> in </a:t>
            </a:r>
            <a:r>
              <a:rPr lang="en-US" sz="1600" dirty="0" err="1"/>
              <a:t>PolSARproSim_Procedures.c</a:t>
            </a:r>
            <a:endParaRPr lang="en-US" sz="1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929149"/>
              </p:ext>
            </p:extLst>
          </p:nvPr>
        </p:nvGraphicFramePr>
        <p:xfrm>
          <a:off x="6477306" y="1052159"/>
          <a:ext cx="2660923" cy="4986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1769" y="1438600"/>
            <a:ext cx="5658052" cy="4801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Populates the </a:t>
            </a:r>
            <a:r>
              <a:rPr lang="en-US" dirty="0" smtClean="0"/>
              <a:t>Attenuation Map structure in the Master Record.</a:t>
            </a: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This structure contains six lookup tables for wave attenuation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Direct H and V 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Bounce H and V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Direct Short Vegetation H and V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Loops through each </a:t>
            </a:r>
            <a:r>
              <a:rPr lang="en-US" dirty="0" smtClean="0"/>
              <a:t>vo</a:t>
            </a:r>
            <a:r>
              <a:rPr lang="en-US" dirty="0" smtClean="0"/>
              <a:t>xel</a:t>
            </a:r>
            <a:r>
              <a:rPr lang="en-US" dirty="0" smtClean="0"/>
              <a:t>, finds </a:t>
            </a:r>
            <a:r>
              <a:rPr lang="en-US" dirty="0" smtClean="0"/>
              <a:t>the path length of a ray originating at that voxel and traveling towards the radar (for bounce) or towards the ground (for direct) through all intersecting canopies.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Attenuation is computed using path lengths and wave vectors computed in </a:t>
            </a:r>
            <a:r>
              <a:rPr lang="en-US" dirty="0" err="1" smtClean="0"/>
              <a:t>Effective_Permittivity</a:t>
            </a:r>
            <a:r>
              <a:rPr lang="en-US" dirty="0" smtClean="0"/>
              <a:t>() as 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900" y="5378543"/>
            <a:ext cx="212725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61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/>
              <a:t>Direct Ground Scattering</a:t>
            </a:r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587185"/>
              </p:ext>
            </p:extLst>
          </p:nvPr>
        </p:nvGraphicFramePr>
        <p:xfrm>
          <a:off x="6477306" y="1052159"/>
          <a:ext cx="2660923" cy="4986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1769" y="1627512"/>
            <a:ext cx="5658052" cy="4801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Estimates Radar scattering from ground surface.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Each resolution element is divided into many triangular facets that can have arbitrary slopes.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For each triangular facet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If the facet is visible, then 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Calculate the scattered matrix using the SPM model and add noise to its amplitude and phase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Scale with facet area, rotate about LOS using Lee et al. and incorporate attenuation using the lookup table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Locate the pixel to which this facet belongs and accumulate the scattered field to that particular pixel of the SAR image 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Normalize and rescale entire image using PSF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729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900614" y="5512449"/>
            <a:ext cx="2585591" cy="13064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en-US" sz="1400" dirty="0" smtClean="0">
                <a:solidFill>
                  <a:schemeClr val="tx1"/>
                </a:solidFill>
              </a:rPr>
              <a:t>Foliage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00614" y="2812233"/>
            <a:ext cx="2585591" cy="26715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en-US" sz="1400" dirty="0" smtClean="0">
                <a:solidFill>
                  <a:schemeClr val="tx1"/>
                </a:solidFill>
              </a:rPr>
              <a:t>Tertiaries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0614" y="1887413"/>
            <a:ext cx="2585591" cy="89225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en-US" sz="1400" dirty="0" err="1" smtClean="0">
                <a:solidFill>
                  <a:schemeClr val="tx1"/>
                </a:solidFill>
              </a:rPr>
              <a:t>Secondaries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0614" y="973014"/>
            <a:ext cx="2585591" cy="89225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en-US" sz="1400" dirty="0" smtClean="0">
                <a:solidFill>
                  <a:schemeClr val="tx1"/>
                </a:solidFill>
              </a:rPr>
              <a:t>Primaries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00614" y="52102"/>
            <a:ext cx="2585591" cy="89225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en-US" sz="1400" dirty="0" smtClean="0">
                <a:solidFill>
                  <a:schemeClr val="tx1"/>
                </a:solidFill>
              </a:rPr>
              <a:t>Stems</a:t>
            </a:r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592405"/>
              </p:ext>
            </p:extLst>
          </p:nvPr>
        </p:nvGraphicFramePr>
        <p:xfrm>
          <a:off x="2728872" y="84667"/>
          <a:ext cx="6461460" cy="6695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4231" y="1417638"/>
            <a:ext cx="3201269" cy="5339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100" dirty="0"/>
              <a:t>Estimates the </a:t>
            </a:r>
            <a:r>
              <a:rPr lang="en-US" sz="1100" dirty="0" smtClean="0"/>
              <a:t>bounce </a:t>
            </a:r>
            <a:r>
              <a:rPr lang="en-US" sz="1100" dirty="0"/>
              <a:t>scattering from Forest</a:t>
            </a:r>
          </a:p>
          <a:p>
            <a:pPr marL="285750" indent="-285750">
              <a:buFont typeface="Arial"/>
              <a:buChar char="•"/>
            </a:pPr>
            <a:r>
              <a:rPr lang="en-US" sz="1100" dirty="0"/>
              <a:t>Deterministic/Monte-Carlo approach</a:t>
            </a:r>
          </a:p>
          <a:p>
            <a:pPr marL="285750" indent="-285750">
              <a:buFont typeface="Arial"/>
              <a:buChar char="•"/>
            </a:pPr>
            <a:r>
              <a:rPr lang="en-US" sz="1100" dirty="0"/>
              <a:t>For each tree</a:t>
            </a:r>
          </a:p>
          <a:p>
            <a:pPr marL="742950" lvl="1" indent="-285750">
              <a:buFont typeface="Arial"/>
              <a:buChar char="•"/>
            </a:pPr>
            <a:r>
              <a:rPr lang="en-US" sz="1100" dirty="0"/>
              <a:t>Realize the tree</a:t>
            </a:r>
          </a:p>
          <a:p>
            <a:pPr marL="742950" lvl="1" indent="-285750">
              <a:buFont typeface="Arial"/>
              <a:buChar char="•"/>
            </a:pPr>
            <a:r>
              <a:rPr lang="en-US" sz="1100" dirty="0"/>
              <a:t>Image the tree</a:t>
            </a:r>
          </a:p>
          <a:p>
            <a:pPr marL="1200150" lvl="2" indent="-285750">
              <a:buFont typeface="Arial"/>
              <a:buChar char="•"/>
            </a:pPr>
            <a:r>
              <a:rPr lang="en-US" sz="1100" dirty="0"/>
              <a:t>For each stem, Divide the stem into Ns sections, image each section as a finite cylinder, incorporate attenuation, accumulate field</a:t>
            </a:r>
          </a:p>
          <a:p>
            <a:pPr marL="1200150" lvl="2" indent="-285750">
              <a:buFont typeface="Arial"/>
              <a:buChar char="•"/>
            </a:pPr>
            <a:r>
              <a:rPr lang="en-US" sz="1100" dirty="0"/>
              <a:t>For each primary and secondary branch (separately), divide branch into </a:t>
            </a:r>
            <a:r>
              <a:rPr lang="en-US" sz="1100" dirty="0" err="1"/>
              <a:t>Nb</a:t>
            </a:r>
            <a:r>
              <a:rPr lang="en-US" sz="1100" dirty="0"/>
              <a:t> sections, image each section as a finite cylinder, incorporate attenuation, accumulate field</a:t>
            </a:r>
          </a:p>
          <a:p>
            <a:pPr marL="1200150" lvl="2" indent="-285750">
              <a:buFont typeface="Arial"/>
              <a:buChar char="•"/>
            </a:pPr>
            <a:r>
              <a:rPr lang="en-US" sz="1100" dirty="0"/>
              <a:t>For a sample of tertiary branches, divide the cylinders into </a:t>
            </a:r>
            <a:r>
              <a:rPr lang="en-US" sz="1100" dirty="0" err="1"/>
              <a:t>Nt</a:t>
            </a:r>
            <a:r>
              <a:rPr lang="en-US" sz="1100" dirty="0"/>
              <a:t> sections, image each section as a finite cylinder, scale by sample fraction, attenuate using ALUT and accumulate field.</a:t>
            </a:r>
          </a:p>
          <a:p>
            <a:pPr marL="1200150" lvl="2" indent="-285750">
              <a:buFont typeface="Arial"/>
              <a:buChar char="•"/>
            </a:pPr>
            <a:r>
              <a:rPr lang="en-US" sz="1100" dirty="0"/>
              <a:t>For a sample of leaves, image the leaves/needles based on random orientation and location of leaves within the canopy, incorporate attenuation and accumulate field</a:t>
            </a:r>
          </a:p>
          <a:p>
            <a:endParaRPr lang="en-US" sz="11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/>
              <a:t>Bounce</a:t>
            </a:r>
            <a:r>
              <a:rPr lang="en-US" sz="2400" dirty="0" smtClean="0"/>
              <a:t> </a:t>
            </a:r>
            <a:r>
              <a:rPr lang="en-US" sz="2400" dirty="0" smtClean="0"/>
              <a:t>Scattering from Forest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7492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Direct Scattering from Forest</a:t>
            </a:r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331361"/>
              </p:ext>
            </p:extLst>
          </p:nvPr>
        </p:nvGraphicFramePr>
        <p:xfrm>
          <a:off x="6286806" y="1052159"/>
          <a:ext cx="2660923" cy="4986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2069" y="1079715"/>
            <a:ext cx="5658052" cy="6124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 smtClean="0"/>
              <a:t>Estimates the direct scattering from</a:t>
            </a:r>
            <a:r>
              <a:rPr lang="en-US" sz="1700" dirty="0"/>
              <a:t> </a:t>
            </a:r>
            <a:r>
              <a:rPr lang="en-US" sz="1700" dirty="0" smtClean="0"/>
              <a:t>Forest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 smtClean="0"/>
              <a:t>Deterministic/Monte-Carlo approach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 smtClean="0"/>
              <a:t>For each tree</a:t>
            </a:r>
          </a:p>
          <a:p>
            <a:pPr marL="742950" lvl="1" indent="-285750">
              <a:buFont typeface="Arial"/>
              <a:buChar char="•"/>
            </a:pPr>
            <a:r>
              <a:rPr lang="en-US" sz="1700" dirty="0" smtClean="0"/>
              <a:t>Realize the tree</a:t>
            </a:r>
          </a:p>
          <a:p>
            <a:pPr marL="742950" lvl="1" indent="-285750">
              <a:buFont typeface="Arial"/>
              <a:buChar char="•"/>
            </a:pPr>
            <a:r>
              <a:rPr lang="en-US" sz="1700" dirty="0" smtClean="0"/>
              <a:t>Image the tree</a:t>
            </a:r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For each stem, Divide the stem into Ns sections, image each section as a finite cylinder, incorporate attenuation, accumulate field</a:t>
            </a:r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For each primary and secondary branch (separately), divide branch into </a:t>
            </a:r>
            <a:r>
              <a:rPr lang="en-US" sz="1700" dirty="0" err="1" smtClean="0"/>
              <a:t>Nb</a:t>
            </a:r>
            <a:r>
              <a:rPr lang="en-US" sz="1700" dirty="0" smtClean="0"/>
              <a:t> sections, image each section as a finite cylinder, incorporate attenuation, accumulate field</a:t>
            </a:r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For a sample of tertiary branches, divide the cylinders into </a:t>
            </a:r>
            <a:r>
              <a:rPr lang="en-US" sz="1700" dirty="0" err="1" smtClean="0"/>
              <a:t>Nt</a:t>
            </a:r>
            <a:r>
              <a:rPr lang="en-US" sz="1700" dirty="0" smtClean="0"/>
              <a:t> sections, image each section as a finite cylinder, scale by sample fraction, attenuate using ALUT and accumulate field.</a:t>
            </a:r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For a sample of leaves, image the leaves/needles based on random orientation and location of leaves within the canopy, incorporate attenuation and accumulate field</a:t>
            </a:r>
          </a:p>
          <a:p>
            <a:pPr marL="1200150" lvl="2" indent="-285750">
              <a:buFont typeface="Arial"/>
              <a:buChar char="•"/>
            </a:pPr>
            <a:endParaRPr lang="en-US" sz="1700" dirty="0" smtClean="0"/>
          </a:p>
          <a:p>
            <a:pPr marL="285750" indent="-285750">
              <a:buFont typeface="Arial"/>
              <a:buChar char="•"/>
            </a:pPr>
            <a:endParaRPr lang="en-US" sz="17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23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/>
              <a:t>Direct Scattering from Short Vegetation</a:t>
            </a:r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533292"/>
              </p:ext>
            </p:extLst>
          </p:nvPr>
        </p:nvGraphicFramePr>
        <p:xfrm>
          <a:off x="6477306" y="1052159"/>
          <a:ext cx="2660923" cy="4986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1769" y="1572071"/>
            <a:ext cx="5658052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 smtClean="0"/>
              <a:t>Estimates the direct scattering from</a:t>
            </a:r>
            <a:r>
              <a:rPr lang="en-US" sz="1700" dirty="0"/>
              <a:t> </a:t>
            </a:r>
            <a:r>
              <a:rPr lang="en-US" sz="1700" dirty="0" smtClean="0"/>
              <a:t>understory (short vegetation)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 smtClean="0"/>
              <a:t>For each pixel in the image</a:t>
            </a:r>
          </a:p>
          <a:p>
            <a:pPr marL="742950" lvl="1" indent="-285750">
              <a:buFont typeface="Arial"/>
              <a:buChar char="•"/>
            </a:pPr>
            <a:r>
              <a:rPr lang="en-US" sz="1700" dirty="0" smtClean="0"/>
              <a:t>For each Monte-Carlo iteration (number based on stem volume fraction)</a:t>
            </a:r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Generate stem of some mean height, and estimate the scattering matrix parameterized by global stem </a:t>
            </a:r>
            <a:r>
              <a:rPr lang="en-US" sz="1700" dirty="0" err="1" smtClean="0"/>
              <a:t>depolarizations</a:t>
            </a:r>
            <a:r>
              <a:rPr lang="en-US" sz="1700" dirty="0" smtClean="0"/>
              <a:t> and </a:t>
            </a:r>
            <a:r>
              <a:rPr lang="en-US" sz="1700" dirty="0" err="1" smtClean="0"/>
              <a:t>permittivities</a:t>
            </a:r>
            <a:endParaRPr lang="en-US" sz="1700" dirty="0" smtClean="0"/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Scale the scattered field and accumulate in the image</a:t>
            </a:r>
          </a:p>
          <a:p>
            <a:pPr marL="742950" lvl="1" indent="-285750">
              <a:buFont typeface="Arial"/>
              <a:buChar char="•"/>
            </a:pPr>
            <a:r>
              <a:rPr lang="en-US" sz="1700" dirty="0" smtClean="0"/>
              <a:t>For each Monte-Carlo iteration (number based on leaf volume fraction)</a:t>
            </a:r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Generate leaves of some mean extent</a:t>
            </a:r>
            <a:r>
              <a:rPr lang="en-US" sz="1700" dirty="0"/>
              <a:t>, and </a:t>
            </a:r>
            <a:r>
              <a:rPr lang="en-US" sz="1700" dirty="0" smtClean="0"/>
              <a:t>estimate </a:t>
            </a:r>
            <a:r>
              <a:rPr lang="en-US" sz="1700" dirty="0"/>
              <a:t>the scattering matrix </a:t>
            </a:r>
            <a:r>
              <a:rPr lang="en-US" sz="1700" dirty="0" smtClean="0"/>
              <a:t>parameterized </a:t>
            </a:r>
            <a:r>
              <a:rPr lang="en-US" sz="1700" dirty="0"/>
              <a:t>by global </a:t>
            </a:r>
            <a:r>
              <a:rPr lang="en-US" sz="1700" dirty="0" smtClean="0"/>
              <a:t>leaf </a:t>
            </a:r>
            <a:r>
              <a:rPr lang="en-US" sz="1700" dirty="0" err="1" smtClean="0"/>
              <a:t>depolarizations</a:t>
            </a:r>
            <a:r>
              <a:rPr lang="en-US" sz="1700" dirty="0" smtClean="0"/>
              <a:t> </a:t>
            </a:r>
            <a:r>
              <a:rPr lang="en-US" sz="1700" dirty="0"/>
              <a:t>and </a:t>
            </a:r>
            <a:r>
              <a:rPr lang="en-US" sz="1700" dirty="0" err="1" smtClean="0"/>
              <a:t>permittivities</a:t>
            </a:r>
            <a:endParaRPr lang="en-US" sz="1700" dirty="0" smtClean="0"/>
          </a:p>
          <a:p>
            <a:pPr marL="1200150" lvl="2" indent="-285750">
              <a:buFont typeface="Arial"/>
              <a:buChar char="•"/>
            </a:pPr>
            <a:r>
              <a:rPr lang="en-US" sz="1700" dirty="0" smtClean="0"/>
              <a:t>Scale the scattered field and accumulate in the image</a:t>
            </a:r>
            <a:endParaRPr lang="en-US" sz="17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0787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/>
              <a:t>Indirect Scattering from Short Vegetation</a:t>
            </a:r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956632"/>
              </p:ext>
            </p:extLst>
          </p:nvPr>
        </p:nvGraphicFramePr>
        <p:xfrm>
          <a:off x="6477306" y="1052159"/>
          <a:ext cx="2660923" cy="4986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1769" y="1572071"/>
            <a:ext cx="56580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 smtClean="0"/>
              <a:t>Estimates the indirect (bounce) scattering from</a:t>
            </a:r>
            <a:r>
              <a:rPr lang="en-US" sz="1700" dirty="0"/>
              <a:t> </a:t>
            </a:r>
            <a:r>
              <a:rPr lang="en-US" sz="1700" dirty="0" smtClean="0"/>
              <a:t>understory (short vegetation)</a:t>
            </a:r>
          </a:p>
          <a:p>
            <a:pPr marL="285750" indent="-285750">
              <a:buFont typeface="Arial"/>
              <a:buChar char="•"/>
            </a:pPr>
            <a:endParaRPr lang="en-US" sz="1700" dirty="0" smtClean="0"/>
          </a:p>
          <a:p>
            <a:pPr marL="285750" indent="-285750">
              <a:buFont typeface="Arial"/>
              <a:buChar char="•"/>
            </a:pPr>
            <a:r>
              <a:rPr lang="en-US" sz="1700" dirty="0" smtClean="0"/>
              <a:t>Same programming structure as </a:t>
            </a:r>
            <a:r>
              <a:rPr lang="en-US" sz="1700" dirty="0" err="1" smtClean="0"/>
              <a:t>PolSARproSim_Vegetation_Direct</a:t>
            </a:r>
            <a:r>
              <a:rPr lang="en-US" sz="1700" dirty="0" smtClean="0"/>
              <a:t>, the calculations for scattered field are however different</a:t>
            </a:r>
            <a:endParaRPr lang="en-US" sz="17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1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48562" b="-24409"/>
          <a:stretch/>
        </p:blipFill>
        <p:spPr>
          <a:xfrm>
            <a:off x="1185937" y="1320799"/>
            <a:ext cx="2089150" cy="406401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Direct Ground Scattering, the math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706" y="2406650"/>
            <a:ext cx="1314450" cy="25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598" y="3022600"/>
            <a:ext cx="1930400" cy="412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9748" y="3022600"/>
            <a:ext cx="1885950" cy="412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861" y="3651250"/>
            <a:ext cx="1098550" cy="234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9761" y="3651250"/>
            <a:ext cx="5219700" cy="234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0230" y="915988"/>
            <a:ext cx="4100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Facet </a:t>
            </a:r>
            <a:r>
              <a:rPr lang="en-US" dirty="0"/>
              <a:t>s</a:t>
            </a:r>
            <a:r>
              <a:rPr lang="en-US" dirty="0" smtClean="0"/>
              <a:t>urface normal and unit look vector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937" y="6103938"/>
            <a:ext cx="6667500" cy="5524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5074" y="1371599"/>
            <a:ext cx="1981200" cy="266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3861" y="1857375"/>
            <a:ext cx="1212850" cy="2603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861" y="4000500"/>
            <a:ext cx="6261100" cy="825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861" y="4826000"/>
            <a:ext cx="6978650" cy="10223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935" y="2244725"/>
            <a:ext cx="337185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046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7023100" cy="709612"/>
          </a:xfrm>
        </p:spPr>
        <p:txBody>
          <a:bodyPr>
            <a:normAutofit/>
          </a:bodyPr>
          <a:lstStyle/>
          <a:p>
            <a:r>
              <a:rPr lang="en-US" sz="1800" dirty="0" smtClean="0"/>
              <a:t>Vegetation Permittivity from Moisture, [</a:t>
            </a:r>
            <a:r>
              <a:rPr lang="en-US" sz="1800" dirty="0" err="1" smtClean="0"/>
              <a:t>Ulaby</a:t>
            </a:r>
            <a:r>
              <a:rPr lang="en-US" sz="1800" dirty="0" smtClean="0"/>
              <a:t>, El-Reyes</a:t>
            </a:r>
            <a:r>
              <a:rPr lang="en-US" sz="1800" smtClean="0"/>
              <a:t>, 1987]</a:t>
            </a:r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984250"/>
            <a:ext cx="61150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958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643620"/>
              </p:ext>
            </p:extLst>
          </p:nvPr>
        </p:nvGraphicFramePr>
        <p:xfrm>
          <a:off x="358204" y="97691"/>
          <a:ext cx="8479693" cy="6760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99"/>
            <a:ext cx="3829538" cy="513413"/>
          </a:xfrm>
        </p:spPr>
        <p:txBody>
          <a:bodyPr>
            <a:noAutofit/>
          </a:bodyPr>
          <a:lstStyle/>
          <a:p>
            <a:pPr algn="l"/>
            <a:r>
              <a:rPr lang="en-US" sz="1600" dirty="0" err="1" smtClean="0"/>
              <a:t>Realise_Tree</a:t>
            </a:r>
            <a:r>
              <a:rPr lang="en-US" sz="1600" dirty="0" smtClean="0"/>
              <a:t> : populates the tree structure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724183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Scattering from a cylinder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840230" y="1144588"/>
            <a:ext cx="69575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Each branch is simulated as either an infinite or a finite cylinder based on a flag (</a:t>
            </a:r>
            <a:r>
              <a:rPr lang="en-US" dirty="0" smtClean="0">
                <a:solidFill>
                  <a:srgbClr val="7F7F7F"/>
                </a:solidFill>
              </a:rPr>
              <a:t>by default set to simulate an infinite cylinder</a:t>
            </a:r>
            <a:r>
              <a:rPr lang="en-US" dirty="0" smtClean="0"/>
              <a:t>)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In case the cylinder is finite 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err="1" smtClean="0"/>
              <a:t>Karam</a:t>
            </a:r>
            <a:r>
              <a:rPr lang="en-US" dirty="0" smtClean="0"/>
              <a:t>, Fung and </a:t>
            </a:r>
            <a:r>
              <a:rPr lang="en-US" dirty="0" err="1" smtClean="0"/>
              <a:t>Antar</a:t>
            </a:r>
            <a:r>
              <a:rPr lang="en-US" dirty="0" smtClean="0"/>
              <a:t>, “</a:t>
            </a:r>
            <a:r>
              <a:rPr lang="en-US" i="1" dirty="0" smtClean="0"/>
              <a:t>Electromagnetic Wave Scattering from Some Vegetation Samples</a:t>
            </a:r>
            <a:r>
              <a:rPr lang="en-US" dirty="0" smtClean="0"/>
              <a:t>”, TGRS 1988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Uses generalized Rayleigh-</a:t>
            </a:r>
            <a:r>
              <a:rPr lang="en-US" dirty="0" err="1" smtClean="0"/>
              <a:t>Gans</a:t>
            </a:r>
            <a:r>
              <a:rPr lang="en-US" dirty="0" smtClean="0"/>
              <a:t> (GRG) Approximation:</a:t>
            </a:r>
          </a:p>
          <a:p>
            <a:endParaRPr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772151" y="3653766"/>
            <a:ext cx="1794436" cy="1047750"/>
            <a:chOff x="5772151" y="3258808"/>
            <a:chExt cx="1794436" cy="1047750"/>
          </a:xfrm>
        </p:grpSpPr>
        <p:sp>
          <p:nvSpPr>
            <p:cNvPr id="22" name="Can 21"/>
            <p:cNvSpPr/>
            <p:nvPr/>
          </p:nvSpPr>
          <p:spPr>
            <a:xfrm rot="1608294">
              <a:off x="6159113" y="3709588"/>
              <a:ext cx="1407474" cy="188124"/>
            </a:xfrm>
            <a:prstGeom prst="can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140451" y="3633458"/>
              <a:ext cx="1282700" cy="673100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96051" y="3976358"/>
              <a:ext cx="222250" cy="165100"/>
            </a:xfrm>
            <a:prstGeom prst="rect">
              <a:avLst/>
            </a:prstGeom>
          </p:spPr>
        </p:pic>
        <p:cxnSp>
          <p:nvCxnSpPr>
            <p:cNvPr id="27" name="Straight Connector 26"/>
            <p:cNvCxnSpPr/>
            <p:nvPr/>
          </p:nvCxnSpPr>
          <p:spPr>
            <a:xfrm flipV="1">
              <a:off x="6070601" y="3341358"/>
              <a:ext cx="121712" cy="228600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2151" y="3258808"/>
              <a:ext cx="234950" cy="165100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>
            <a:off x="2552700" y="3423908"/>
            <a:ext cx="911225" cy="1747987"/>
            <a:chOff x="2609850" y="2755900"/>
            <a:chExt cx="911225" cy="1747987"/>
          </a:xfrm>
        </p:grpSpPr>
        <p:sp>
          <p:nvSpPr>
            <p:cNvPr id="13" name="Can 12"/>
            <p:cNvSpPr/>
            <p:nvPr/>
          </p:nvSpPr>
          <p:spPr>
            <a:xfrm rot="1899828">
              <a:off x="2770388" y="2887658"/>
              <a:ext cx="161380" cy="1616229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2609850" y="3124200"/>
              <a:ext cx="800100" cy="1346200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7739" y="3752850"/>
              <a:ext cx="234950" cy="165100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8825" y="2755900"/>
              <a:ext cx="222250" cy="165100"/>
            </a:xfrm>
            <a:prstGeom prst="rect">
              <a:avLst/>
            </a:prstGeom>
          </p:spPr>
        </p:pic>
        <p:cxnSp>
          <p:nvCxnSpPr>
            <p:cNvPr id="37" name="Straight Connector 36"/>
            <p:cNvCxnSpPr/>
            <p:nvPr/>
          </p:nvCxnSpPr>
          <p:spPr>
            <a:xfrm>
              <a:off x="3185214" y="2895744"/>
              <a:ext cx="215900" cy="139700"/>
            </a:xfrm>
            <a:prstGeom prst="line">
              <a:avLst/>
            </a:prstGeom>
            <a:ln>
              <a:solidFill>
                <a:schemeClr val="tx1"/>
              </a:solidFill>
              <a:headEnd type="arrow" w="sm" len="sm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1" y="5391150"/>
            <a:ext cx="2372360" cy="7112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150" y="5391150"/>
            <a:ext cx="236728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443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97852</TotalTime>
  <Words>1414</Words>
  <Application>Microsoft Macintosh PowerPoint</Application>
  <PresentationFormat>Letter Paper (8.5x11 in)</PresentationFormat>
  <Paragraphs>304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PolSARproSim</vt:lpstr>
      <vt:lpstr>Basic Structure</vt:lpstr>
      <vt:lpstr>Data Structures</vt:lpstr>
      <vt:lpstr>Effective_Permittivities(&amp;Master_Record);  in PolSARproSim_Procedures.c</vt:lpstr>
      <vt:lpstr>Attenuation_Map (&amp;Master_Record)  in PolSARproSim_Procedures.c</vt:lpstr>
      <vt:lpstr>Direct Ground Scattering</vt:lpstr>
      <vt:lpstr>Bounce Scattering from Forest</vt:lpstr>
      <vt:lpstr>Direct Scattering from Forest</vt:lpstr>
      <vt:lpstr>Direct Scattering from Short Vegetation</vt:lpstr>
      <vt:lpstr>Indirect Scattering from Short Vegetation</vt:lpstr>
      <vt:lpstr>Direct Ground Scattering, the math</vt:lpstr>
      <vt:lpstr>Vegetation Permittivity from Moisture, [Ulaby, El-Reyes, 1987]</vt:lpstr>
      <vt:lpstr>Realise_Tree : populates the tree structure</vt:lpstr>
      <vt:lpstr>Scattering from a cylinder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PolSARproSim</dc:title>
  <dc:creator>JPL</dc:creator>
  <cp:lastModifiedBy>JPL</cp:lastModifiedBy>
  <cp:revision>81</cp:revision>
  <cp:lastPrinted>2012-10-10T22:14:32Z</cp:lastPrinted>
  <dcterms:created xsi:type="dcterms:W3CDTF">2012-06-26T18:25:42Z</dcterms:created>
  <dcterms:modified xsi:type="dcterms:W3CDTF">2012-10-10T22:29:25Z</dcterms:modified>
</cp:coreProperties>
</file>